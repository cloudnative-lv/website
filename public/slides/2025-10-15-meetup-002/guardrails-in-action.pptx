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tags/tag1.xml" ContentType="application/vnd.openxmlformats-officedocument.presentationml.tags+xml"/>
  <Override PartName="/ppt/notesSlides/notesSlide2.xml" ContentType="application/vnd.openxmlformats-officedocument.presentationml.notesSlide+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notesSlides/notesSlide3.xml" ContentType="application/vnd.openxmlformats-officedocument.presentationml.notesSlide+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tags/tag2.xml" ContentType="application/vnd.openxmlformats-officedocument.presentationml.tags+xml"/>
  <Override PartName="/ppt/notesSlides/notesSlide6.xml" ContentType="application/vnd.openxmlformats-officedocument.presentationml.notesSlide+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notesSlides/notesSlide9.xml" ContentType="application/vnd.openxmlformats-officedocument.presentationml.notesSlide+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notesSlides/notesSlide10.xml" ContentType="application/vnd.openxmlformats-officedocument.presentationml.notesSlide+xml"/>
  <Override PartName="/ppt/ink/ink257.xml" ContentType="application/inkml+xml"/>
  <Override PartName="/ppt/notesSlides/notesSlide11.xml" ContentType="application/vnd.openxmlformats-officedocument.presentationml.notesSlide+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notesSlides/notesSlide12.xml" ContentType="application/vnd.openxmlformats-officedocument.presentationml.notesSlide+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notesSlides/notesSlide13.xml" ContentType="application/vnd.openxmlformats-officedocument.presentationml.notesSlide+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notesSlides/notesSlide14.xml" ContentType="application/vnd.openxmlformats-officedocument.presentationml.notesSlide+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1"/>
  </p:sldMasterIdLst>
  <p:notesMasterIdLst>
    <p:notesMasterId r:id="rId19"/>
  </p:notesMasterIdLst>
  <p:sldIdLst>
    <p:sldId id="256" r:id="rId2"/>
    <p:sldId id="304" r:id="rId3"/>
    <p:sldId id="267" r:id="rId4"/>
    <p:sldId id="266" r:id="rId5"/>
    <p:sldId id="305" r:id="rId6"/>
    <p:sldId id="307" r:id="rId7"/>
    <p:sldId id="306" r:id="rId8"/>
    <p:sldId id="308" r:id="rId9"/>
    <p:sldId id="257" r:id="rId10"/>
    <p:sldId id="259" r:id="rId11"/>
    <p:sldId id="264" r:id="rId12"/>
    <p:sldId id="260" r:id="rId13"/>
    <p:sldId id="265" r:id="rId14"/>
    <p:sldId id="309" r:id="rId15"/>
    <p:sldId id="263" r:id="rId16"/>
    <p:sldId id="310" r:id="rId17"/>
    <p:sldId id="311" r:id="rId1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EE8"/>
    <a:srgbClr val="D7FFF1"/>
    <a:srgbClr val="E4FFCF"/>
    <a:srgbClr val="FFE6F1"/>
    <a:srgbClr val="FF80A9"/>
    <a:srgbClr val="FEDF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446"/>
    <p:restoredTop sz="86419"/>
  </p:normalViewPr>
  <p:slideViewPr>
    <p:cSldViewPr snapToGrid="0">
      <p:cViewPr>
        <p:scale>
          <a:sx n="254" d="100"/>
          <a:sy n="254" d="100"/>
        </p:scale>
        <p:origin x="3928" y="-392"/>
      </p:cViewPr>
      <p:guideLst/>
    </p:cSldViewPr>
  </p:slideViewPr>
  <p:outlineViewPr>
    <p:cViewPr>
      <p:scale>
        <a:sx n="33" d="100"/>
        <a:sy n="33" d="100"/>
      </p:scale>
      <p:origin x="0" y="-60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0:58.222"/>
    </inkml:context>
    <inkml:brush xml:id="br0">
      <inkml:brushProperty name="width" value="0.2" units="cm"/>
      <inkml:brushProperty name="height" value="1.2" units="cm"/>
      <inkml:brushProperty name="color" value="#CC0066"/>
      <inkml:brushProperty name="inkEffects" value="pencil"/>
    </inkml:brush>
  </inkml:definitions>
  <inkml:trace contextRef="#ctx0" brushRef="#br0">1606 7 16383,'-14'-4'0,"2"1"0,5 3 0,1 0 0,-1 0 0,0 0 0,1 0 0,-1 0 0,1 0 0,-1 0 0,0 0 0,1 0 0,-1 0 0,-2 0 0,-2 0 0,1 0 0,0 0 0,4 0 0,-4 0 0,3 0 0,-3 0 0,4 0 0,-1 0 0,1 0 0,-1 0 0,-3 0 0,3 0 0,-3 0 0,1 0 0,2 0 0,-3 0 0,3 0 0,-2 0 0,2 0 0,-3 0 0,0 0 0,3 0 0,-2 0 0,2 0 0,-3 0 0,0 0 0,0 0 0,-5 0 0,6 0 0,-3 0 0,2 0 0,3 0 0,-5 0 0,4 0 0,-4 0 0,4 0 0,-4 0 0,2 0 0,-1 0 0,2 3 0,-1-2 0,0 2 0,0-3 0,-8 0 0,9 0 0,-10 0 0,9 3 0,-3-3 0,3 3 0,-3-3 0,6 0 0,-6 0 0,6 0 0,-5 0 0,1 3 0,-2-2 0,3 2 0,0-3 0,1 0 0,-1 3 0,-1-2 0,-1 1 0,5-2 0,-6 0 0,6 0 0,-6 0 0,6 0 0,-6 0 0,3 0 0,-3 0 0,3 0 0,0 0 0,1 0 0,-2 0 0,1 0 0,-5 3 0,4-2 0,-2 2 0,0-3 0,6 0 0,-3 0 0,1 0 0,-2 0 0,1 0 0,1 0 0,-1 0 0,3 0 0,-3 0 0,1 0 0,1 0 0,-1 0 0,-4 0 0,5 0 0,-7 0 0,7 0 0,-4 0 0,2 0 0,-1 0 0,2 0 0,-1 0 0,3 0 0,-2 0 0,2 0 0,-3 0 0,3 0 0,-3 0 0,4 0 0,-1 0 0,-2 0 0,1 0 0,-1 0 0,2 0 0,1 0 0,-1 0 0,0 0 0,1 0 0,-4 0 0,3 0 0,-3 0 0,4 0 0,-1 0 0,0 0 0,-2 0 0,2 0 0,-3 0 0,3 0 0,1 0 0,-1 0 0,0 0 0,1 0 0,-1 0 0,1 0 0,-1 0 0,0 0 0,1 0 0,-1 0 0,0 0 0,-2 0 0,2 0 0,-6 0 0,6 0 0,-3 0 0,4 0 0,-1 0 0,0 0 0,1 0 0,-1 0 0,0 0 0,1 0 0,-1 0 0,1 0 0,-1 0 0,0 0 0,1 0 0,-1 0 0,0 0 0,1 0 0,-1 0 0,1 0 0,-1 0 0,0 0 0,1 0 0,-1 0 0,1 0 0,-1 0 0,0 0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1:18.292"/>
    </inkml:context>
    <inkml:brush xml:id="br0">
      <inkml:brushProperty name="width" value="0.2" units="cm"/>
      <inkml:brushProperty name="height" value="1.2" units="cm"/>
      <inkml:brushProperty name="color" value="#CC0066"/>
      <inkml:brushProperty name="inkEffects" value="pencil"/>
    </inkml:brush>
  </inkml:definitions>
  <inkml:trace contextRef="#ctx0" brushRef="#br0">0 1 16383,'0'10'0,"0"0"0,0-5 0,0 0 0,0 0 0,0 0 0,0 0 0,0 0 0,0 0 0,0 0 0,0 0 0,0 2 0,0-1 0,0 1 0,0-2 0,0 0 0,0 2 0,0-1 0,0 6 0,3-4 0,-3 2 0,2-3 0,-2 1 0,0-3 0,0 5 0,0-5 0,0 5 0,0-2 0,0-1 0,3 3 0,-3-2 0,2 2 0,-2-2 0,0 1 0,0 3 0,0-1 0,0 2 0,0-4 0,0-1 0,0 2 0,3 0 0,-3-2 0,2 7 0,-2-6 0,0 4 0,0-3 0,0-2 0,0 2 0,0 0 0,0 0 0,0 0 0,0 0 0,0 0 0,0 0 0,0-2 0,0 1 0,0-1 0,0 2 0,0 0 0,0 0 0,0 0 0,0 0 0,0 0 0,0-2 0,0 7 0,0-8 0,0 12 0,0-10 0,0 6 0,0-7 0,0 1 0,0-1 0,0 2 0,0 0 0,0-2 0,0 1 0,0-3 0,0 3 0,0-1 0,0 0 0,0 2 0,0-5 0,0 5 0,0-5 0,0 5 0,0-5 0,0 5 0,0-5 0,0 3 0,0-1 0,0-2 0,0 3 0,0-3 0,0 2 0,0 1 0,0 0 0,0-1 0,0 0 0,0-1 0,0 1 0,0-2 0,0 0 0,0 0 0,0 2 0,0-1 0,3 1 0,-3-2 0,2 0 0,-2 2 0,0-1 0,0 1 0,3-2 0,-3 0 0,2 0 0,-2 5 0,3-4 0,-3 6 0,2-7 0,-2 3 0,0-1 0,0-2 0,3 3 0,-3-1 0,2-1 0,-2 1 0,0 0 0,3-1 0,-3 1 0,2 0 0,-2-1 0,0 5 0,3-2 0,-3 1 0,2-3 0,-2 0 0,0-1 0,0 3 0,0-3 0,0 4 0,0-5 0,3 2 0,-3 1 0,3-3 0,-3 5 0,0-5 0,0 5 0,0 0 0,0-2 0,0 4 0,0-6 0,0 1 0,2 0 0,-2-1 0,3 1 0,-3 0 0,0-1 0,0 3 0,0-3 0,0 3 0,0-3 0,0 1 0,0 3 0,0-4 0,0 3 0,0-1 0,0-3 0,0 2 0,0 1 0,0-3 0,2 2 0,-2 1 0,3-3 0,-3 3 0,0-3 0,0 2 0,0-2 0,0 3 0,0 1 0,0-3 0,0 4 0,0-5 0,0 2 0,0-1 0,0 1 0,0-2 0,0 2 0,0-1 0,0 1 0,0-2 0,0 0 0,0 0 0,0 2 0,0-1 0,0 1 0,0-2 0,0 0 0,0 0 0,0 0 0,0 0 0,0 0 0,0 0 0,0 0 0,0 0 0,0 1 0,0-1 0,0 0 0,0 0 0,0 0 0,0 0 0,0 2 0,0-2 0,0 3 0,0-3 0,0 0 0,0 0 0,0 0 0,0 0 0,0 0 0,0 0 0,0 0 0,0 0 0,0 0 0,0 0 0,0 5 0,0-4 0,0 3 0,0-4 0,0 0 0,0 0 0,0 0 0,0 0 0,0 0 0,0 0 0,0 3 0,0-1 0,0 3 0,0-2 0,0 0 0,0-3 0,0 0 0,0 0 0,0 0 0,0 0 0,0 0 0,0 2 0,0-1 0,0 1 0,0-2 0,0 0 0,0 0 0,0 0 0,0 0 0,-3 0 0,3 0 0,-2 2 0,2-1 0,0 1 0,0-2 0,0 0 0,0 0 0,0 0 0,0 0 0,0 0 0,0 0 0,0 0 0,0 0 0,-3 0 0,3 3 0,-3-3 0,3 2 0,0-2 0,0 0 0,0 0 0,0 1 0,0-1 0,0 0 0,0 0 0,-2 0 0,2 0 0,-3 0 0,3 0 0,0 0 0,0 0 0,0 0 0,0 0 0,0 0 0,0 0 0,0 0 0,0 0 0,0 0 0,0 0 0,0 0 0,0 2 0,0 1 0,0 0 0,0-1 0,-2-2 0,2 0 0,-3 0 0,3 0 0,0 0 0,0 0 0,0 0 0,0 0 0,0 3 0,0-3 0,0 2 0,0 1 0,0-3 0,0 3 0,0-3 0,0 0 0,0 2 0,0 1 0,0 2 0,0-2 0,0-1 0,0 0 0,0-1 0,0 1 0,0 0 0,0-1 0,3 1 0,-3 0 0,2-1 0,-2 1 0,0 0 0,0 1 0,0 0 0,0-1 0,0 1 0,0-3 0,3 2 0,-3-2 0,2 3 0,-2-3 0,0 2 0,0 1 0,0-3 0,0 3 0,0-3 0,0 2 0,0-2 0,0 3 0,0-1 0,0-1 0,0 1 0,0 0 0,0-1 0,0 1 0,0-2 0,3 2 0,-3-1 0,2 1 0,-2 0 0,0-1 0,0 1 0,0-2 0,0 0 0,0 2 0,0-1 0,0 4 0,0-5 0,0 2 0,0-2 0,0 3 0,0-3 0,0 2 0,0-1 0,0-1 0,0 0 0,0 0 0,0 2 0,0-2 0,0 3 0,0-3 0,3 0 0,-3 2 0,2-1 0,-2 1 0,0-2 0,0 0 0,0 0 0,0 0 0,0 0 0,0 0 0,0 0 0,0 0 0,0 0 0,0 2 0,0-1 0,0 3 0,0-3 0,0 1 0,0-2 0,0 0 0,0 0 0,0 0 0,0 0 0,0 0 0,0 0 0,0 0 0,0 0 0,0 1 0,0-1 0,0 0 0,0 2 0,0 3 0,0-2 0,0 2 0,0-5 0,0 2 0,0-1 0,0 1 0,0-2 0,3 0 0,-3 0 0,2 2 0,-2-1 0,0 1 0,0-2 0,0 2 0,0-1 0,0 1 0,3-2 0,-3 2 0,2-1 0,-2 1 0,0-2 0,0 3 0,0-3 0,0 2 0,0-2 0,0 0 0,0 3 0,3-3 0,-3 3 0,2-3 0,-2 0 0,0 2 0,0-2 0,0 3 0,0-3 0,0 0 0,0 0 0,0 0 0,3 0 0,-3 0 0,2 0 0,-2 0 0,0 0 0,0 0 0,0 0 0,0 0 0,0 0 0,0 2 0,0-1 0,0 1 0,0-2 0,0 0 0,0 0 0,0 0 0,0 0 0,0 0 0,0 0 0,3 0 0,-3 0 0,3 0 0,-3 0 0,0 0 0,0 0 0,0 1 0,0-1 0,0 0 0,0 0 0,0 0 0,0 0 0,0 0 0,0 0 0,0 0 0,0 0 0,0 0 0,0 0 0,0 0 0,0 0 0,0 0 0,0 0 0,0 0 0,0 2 0,0-1 0,0 1 0,0-2 0,0 0 0,0 0 0,0 0 0,0 0 0,0 0 0,0 0 0,0 0 0,0 0 0,0 0 0,0 0 0,0 0 0,0 0 0,0 0 0,0 0 0,0 0 0,0 0 0,0 0 0,0 0 0,0 1 0,-3 1 0,3-2 0,-3 3 0,3-1 0,0-2 0,0 3 0,0-3 0,0 2 0,0 1 0,0 0 0,0-1 0,0-2 0,0 0 0,0 0 0,0 0 0,0 2 0,0-1 0,0 1 0,0 0 0,0-1 0,0 1 0,0-2 0,0 2 0,-2-1 0,2 4 0,-3-5 0,3 2 0,0 1 0,0-3 0,0 5 0,0-5 0,0 5 0,0-5 0,0 3 0,0-1 0,0-1 0,0 1 0,0 0 0,0-1 0,0 1 0,0-2 0,0 0 0,0 0 0,0 0 0,0 4 0,0-2 0,0 2 0,0-4 0,0 0 0,0 0 0,0 0 0,0 0 0,0 0 0,0 0 0,0 0 0,0 0 0,0 5 0,0-4 0,0 3 0,0-4 0,0 1 0,0-1 0,0 0 0,0 0 0,0 0 0,0 0 0,0 0 0,0 2 0,0-2 0,0 3 0,0-3 0,0 0 0,0 0 0,0 0 0,0 0 0,0 0 0,0 0 0,0 2 0,0-1 0,0 1 0,0-2 0,0 0 0,0 0 0,0 0 0,0 0 0,0 0 0,0 0 0,0 5 0,0-4 0,0 3 0,0-4 0,0 0 0,0 0 0,0 0 0,0 0 0,0 0 0,-2-2 0,2 6 0,-3-5 0,3 6 0,0-5 0,0 0 0,0 0 0,0 0 0,0 4 0,0-3 0,-2 2 0,1-4 0,-1-1 0,2 2 0,0 0 0,0 0 0,0 0 0,0 0 0,0 7 0,0-6 0,0 6 0,0-7 0,0 0 0,0 0 0,0 0 0,0 0 0,0 0 0,0 5 0,0-4 0,0 3 0,0-4 0,0 0 0,0 1 0,0 1 0,0-2 0,0 3 0,0-3 0,0 0 0,0 0 0,0 2 0,0-1 0,0 1 0,0-2 0,0 0 0,0 0 0,0 0 0,0 0 0,0 0 0,0 0 0,0 0 0,0 2 0,0-1 0,0 1 0,0-2 0,0 2 0,0-1 0,0 1 0,0-2 0,0 0 0,0 3 0,0-3 0,0 2 0,0-2 0,0 0 0,0 0 0,0 0 0,0 0 0,0 1 0,0-1 0,0 0 0,0 0 0,0 0 0,0 0 0,0 0 0,0 0 0,0 0 0,0 0 0,0 0 0,0 0 0,0 0 0,0 0 0,0 0 0,0 0 0,0 0 0,0 0 0,0 0 0,0 0 0,0 0 0,0 0 0,0 0 0,0 0 0,0 0 0,0 0 0,0 0 0,0 0 0,0 0 0,0 0 0,0 0 0,0 0 0,0 0 0,0 0 0,0 0 0,0 0 0,0 5 0,0-4 0,0 4 0,0-5 0,0 0 0,0 0 0,0 0 0,0 0 0,0 0 0,0 2 0,0-1 0,0 1 0,0-2 0,0 0 0,0 0 0,0 0 0,0 0 0,0 0 0,0 0 0,0 0 0,0 0 0,0 0 0,-2-2 0,1 1 0,-1-1 0,2 2 0,0 0 0,-2-2 0,-1-1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1:23"/>
    </inkml:context>
    <inkml:brush xml:id="br0">
      <inkml:brushProperty name="width" value="0.2" units="cm"/>
      <inkml:brushProperty name="height" value="1.2" units="cm"/>
      <inkml:brushProperty name="color" value="#CC0066"/>
      <inkml:brushProperty name="inkEffects" value="pencil"/>
    </inkml:brush>
  </inkml:definitions>
  <inkml:trace contextRef="#ctx0" brushRef="#br0">0 812 16383,'3'-10'0,"1"2"0,-3 4 0,3 1 0,-1 0 0,0-1 0,2 1 0,-3-2 0,3 0 0,0 0 0,0 2 0,0-2 0,-2 2 0,2 1 0,-3-3 0,4 2 0,-1 0 0,0-1 0,0 1 0,0-2 0,0 2 0,0-1 0,0 3 0,-3-3 0,3 3 0,-2-3 0,2 3 0,0-3 0,0 1 0,0 0 0,0-2 0,0 5 0,0-5 0,0 5 0,-2-5 0,1 5 0,-1-5 0,2 2 0,0-2 0,0 2 0,0-1 0,0 3 0,0-3 0,0 1 0,2 0 0,-3-1 0,2 1 0,-3 0 0,2-1 0,-2 1 0,2 0 0,-3-2 0,3 5 0,3-7 0,-3 4 0,2-2 0,-4 0 0,2 5 0,-2-5 0,2 2 0,0-2 0,0 0 0,0 2 0,-3-1 0,3 1 0,-2 0 0,2-1 0,-2 1 0,1 0 0,-1-2 0,2 3 0,-2-3 0,1 2 0,-1-2 0,0 2 0,1 1 0,-1-3 0,2 2 0,0-2 0,0 0 0,0 0 0,0 0 0,0 0 0,0 2 0,-2-1 0,1 3 0,-1-4 0,0 3 0,1-1 0,-1-2 0,2 3 0,0-4 0,2 1 0,-3 0 0,3 2 0,-5-1 0,3 3 0,0-3 0,0 1 0,0 0 0,0-1 0,-2 1 0,2 0 0,-3-1 0,4 3 0,-4-3 0,3 3 0,0-4 0,0 3 0,3-1 0,-3-2 0,0 5 0,0-5 0,0 5 0,-2-5 0,1 5 0,-1-5 0,2 5 0,0-5 0,0 4 0,0-3 0,0 1 0,0 0 0,0-1 0,0 3 0,0-3 0,0 3 0,0-3 0,0 3 0,0-3 0,0 1 0,0 0 0,0 1 0,-2-1 0,1 3 0,-1-5 0,5 3 0,-3-4 0,2 4 0,-2-3 0,0 5 0,0-5 0,0 4 0,-2-3 0,2 3 0,-2-3 0,2 3 0,-3-3 0,3 3 0,-5-3 0,7 1 0,-4 0 0,2-1 0,0 3 0,-5-3 0,5 1 0,-2 0 0,2 1 0,-2-1 0,1 1 0,-1-1 0,2-2 0,0 2 0,0-2 0,0 0 0,0 2 0,-2-1 0,1 3 0,-3-3 0,3 1 0,-1 0 0,4-4 0,-3 4 0,2-2 0,-3 1 0,0 1 0,1-2 0,-1 0 0,2-1 0,0 1 0,0 0 0,0 0 0,-2 0 0,2 2 0,-5-1 0,5 1 0,-3-2 0,1 0 0,2 0 0,-5 0 0,5 2 0,-5-2 0,5 5 0,-5-7 0,5 6 0,-5-6 0,5 7 0,-5-5 0,5 2 0,-5-2 0,5 2 0,-5-1 0,5 3 0,-5-5 0,5 4 0,-5-4 0,5 5 0,-5-3 0,5 1 0,-2 0 0,2 1 0,-3-1 0,3 3 0,-2-7 0,2 6 0,-2-6 0,1 4 0,-1 1 0,0-3 0,1 5 0,-3-5 0,3 2 0,-1 0 0,0-1 0,-1 1 0,0 0 0,-1-4 0,1 4 0,-2-4 0,0 2 0,2 2 0,-1-2 0,1 3 0,5 3 0,-6 0 0,8 4 0,-6-2 0,0-1 0,1 1 0,-1-1 0,0 3 0,1-5 0,-1 7 0,2-6 0,-2 6 0,1-7 0,-3 5 0,3-2 0,-1-1 0,0 3 0,1-4 0,-1 3 0,2-1 0,0 2 0,-2 0 0,2-2 0,-5 1 0,5-3 0,-3 3 0,3-1 0,0 2 0,-2 0 0,2-2 0,-2 1 0,2-3 0,-3 3 0,3-1 0,-2 0 0,-1 1 0,3-1 0,-2 2 0,2-2 0,-3 1 0,5-1 0,-6 2 0,6 0 0,-4-2 0,2 1 0,0-1 0,0 2 0,0 0 0,0 0 0,0 0 0,0 0 0,0-2 0,0 2 0,0-3 0,0 3 0,0 0 0,0-2 0,0 2 0,0-2 0,0 2 0,0 0 0,0-3 0,0 3 0,0-2 0,3 2 0,-3 0 0,2 0 0,-2 0 0,0-2 0,0 1 0,0-1 0,1 0 0,-1 1 0,0-1 0,0 2 0,0-2 0,0 1 0,-3-1 0,3 0 0,-2 1 0,2-3 0,0 3 0,0-3 0,0 3 0,-2-1 0,3 0 0,-5 1 0,6-3 0,-4 3 0,2-3 0,0 3 0,-2-1 0,1 0 0,-1 1 0,2-3 0,0 3 0,0-1 0,0 0 0,-2 1 0,1-3 0,-1 3 0,2-1 0,0 0 0,0 2 0,-2-3 0,4 1 0,-6 2 0,6-5 0,-5 5 0,3-5 0,-2 5 0,2-5 0,-3 5 0,3-3 0,0 1 0,0 2 0,0-5 0,-2 5 0,2-5 0,-2 5 0,2-2 0,0-1 0,-3 3 0,3-5 0,-5 5 0,5-2 0,-2-1 0,2 3 0,0-5 0,0 5 0,0-2 0,0 2 0,0 0 0,7 2 0,-6-1 0,6 1 0,-7-4 0,0 1 0,0-1 0,0 2 0,0-2 0,5 6 0,-4-8 0,3 8 0,-4-6 0,0 0 0,-2 1 0,2-3 0,-5 3 0,7-3 0,-2 8 0,3-5 0,-1 3 0,-4-3 0,2-3 0,-5 4 0,5-3 0,2 6 0,-3-3 0,5 0 0,-9 0 0,5-5 0,-2 5 0,2-5 0,-3 5 0,3-3 0,-2 3 0,4 3 0,-1-3 0,1 0 0,-4 0 0,1-5 0,-1 5 0,2-2 0,0-1 0,0 3 0,0-5 0,-2 5 0,8 0 0,-7-2 0,6 4 0,-6-6 0,-1 3 0,2-1 0,0 0 0,0 1 0,0-3 0,0 3 0,3 1 0,-1-2 0,-1 4 0,1-6 0,-7 3 0,5-3 0,-3 3 0,3-3 0,1 3 0,-1-3 0,0 3 0,4-1 0,-3 2 0,4-2 0,-8 1 0,3-3 0,-2 3 0,2-3 0,-2 3 0,1-3 0,-1 1 0,4 3 0,-1-4 0,-1 5 0,-1-5 0,-1 4 0,2-5 0,-2 5 0,1-5 0,-3 5 0,5-3 0,0 3 0,2 0 0,-1 0 0,-2-2 0,-2 2 0,1-5 0,-3 5 0,6 0 0,-4-2 0,2 4 0,0-7 0,-5 5 0,5-2 0,-3 2 0,1 0 0,2-3 0,-5 3 0,5-2 0,-3 0 0,1 1 0,4 1 0,-6 1 0,6-1 0,-7-1 0,5-3 0,-2 3 0,-1-1 0,5 2 0,-6 0 0,6-2 0,-4 1 0,-1-1 0,3 0 0,-2-1 0,2 0 0,-2 1 0,1 0 0,-3 1 0,3-3 0,-1 3 0,2-1 0,0 0 0,-2 1 0,-1-1 0,-2 2 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1:37.994"/>
    </inkml:context>
    <inkml:brush xml:id="br0">
      <inkml:brushProperty name="width" value="0.2" units="cm"/>
      <inkml:brushProperty name="height" value="1.2" units="cm"/>
      <inkml:brushProperty name="color" value="#CC0066"/>
      <inkml:brushProperty name="inkEffects" value="pencil"/>
    </inkml:brush>
  </inkml:definitions>
  <inkml:trace contextRef="#ctx0" brushRef="#br0">51 0 16383,'5'9'0,"-2"-1"0,-1-5 0,-2 2 0,0 0 0,0 0 0,0 0 0,0 0 0,3-2 0,-3 4 0,2-4 0,-2 5 0,0-3 0,0 0 0,0 0 0,0 0 0,0 0 0,0 2 0,0-2 0,0 3 0,0-3 0,0 0 0,0 0 0,0 0 0,0 0 0,0 0 0,0 0 0,0 0 0,0 0 0,0 0 0,0 0 0,0 0 0,0 0 0,0 0 0,0 0 0,3 0 0,-3 0 0,2 0 0,-2 0 0,0 0 0,0 0 0,0 0 0,0 0 0,0 0 0,0 0 0,0 3 0,0-3 0,0 2 0,0-2 0,0 1 0,0-1 0,0 0 0,0 0 0,0 0 0,0 0 0,0 0 0,0 0 0,0 2 0,0-1 0,0 1 0,0 0 0,0-1 0,0 1 0,0-2 0,0 0 0,0 0 0,0 0 0,0 0 0,0 0 0,0 0 0,0 0 0,0 2 0,0-1 0,0 1 0,0-2 0,0 0 0,0 0 0,0 0 0,0 0 0,0 0 0,0 0 0,0 0 0,0 0 0,0 0 0,0 0 0,0 1 0,0-1 0,0 0 0,0 0 0,0 0 0,0 0 0,0 0 0,0 0 0,0 0 0,0 2 0,0-1 0,0 1 0,0-2 0,0 0 0,0 0 0,0 0 0,0 0 0,0 0 0,0 0 0,0 0 0,0 0 0,3 0 0,-3 0 0,3 0 0,-3 2 0,0 1 0,0 0 0,0-1 0,0-2 0,0 0 0,0 0 0,0 0 0,0 0 0,0 0 0,0 0 0,0 0 0,0 0 0,0 1 0,0-1 0,0 0 0,0 0 0,0 0 0,0 0 0,0 0 0,0 0 0,0 0 0,0 0 0,0 0 0,0 0 0,0 0 0,0 0 0,0 0 0,0 0 0,0 0 0,0 0 0,0 0 0,0 2 0,0-1 0,0 1 0,0 0 0,0-1 0,0 1 0,0-2 0,0 0 0,0 0 0,0 0 0,0 0 0,0 0 0,0 0 0,0 3 0,0-3 0,0 2 0,0-2 0,0 1 0,0-1 0,0 0 0,0 0 0,0 0 0,0 0 0,0 0 0,0 0 0,0 0 0,0 2 0,0-1 0,0 1 0,0-2 0,0 0 0,0 0 0,0 0 0,0 0 0,0 0 0,0 0 0,0 0 0,0 0 0,0 0 0,0 2 0,0-1 0,0 1 0,0 0 0,0-1 0,0 1 0,0-2 0,0 0 0,0 0 0,0 0 0,0 0 0,0 0 0,0 0 0,0 3 0,0-3 0,0 3 0,0-3 0,2 0 0,-2 0 0,3 0 0,-3 0 0,0 0 0,0 0 0,0 0 0,0 0 0,0 0 0,0 0 0,0 0 0,0 0 0,2 0 0,-2 0 0,3 0 0,-3 0 0,0 0 0,0 0 0,0 0 0,0 0 0,0 0 0,0 0 0,0 0 0,0 0 0,0 0 0,0 0 0,2 0 0,-2 0 0,3 5 0,-3-4 0,0 3 0,0-4 0,0 0 0,0 0 0,0 1 0,0-1 0,2 0 0,-2 0 0,3 0 0,-3 2 0,0-2 0,0 3 0,0-3 0,0 0 0,0 2 0,0-1 0,0 1 0,0-2 0,2 0 0,-2 0 0,3 0 0,-3 2 0,0-1 0,0 1 0,0-2 0,0 2 0,0-1 0,0 1 0,0-2 0,0 0 0,0 0 0,0 0 0,0 0 0,0 0 0,0 0 0,0 0 0,0 0 0,0 0 0,0 0 0,0 1 0,0-1 0,0 0 0,-3 0 0,3 0 0,-2 0 0,2 0 0,0 0 0,0 0 0,0 0 0,0 0 0,0 0 0,0 0 0,-3 0 0,3 0 0,-3 2 0,3-1 0,0 1 0,0-2 0,0 0 0,0 0 0,0 0 0,0 0 0,0 0 0,0 0 0,0 0 0,0 0 0,0 0 0,0 0 0,0 0 0,0 0 0,0 0 0,-2 0 0,2 0 0,-3 0 0,3 0 0,0 0 0,0 0 0,0 0 0,0 1 0,0-1 0,0 0 0,0 0 0,0 0 0,0 0 0,0 0 0,0 6 0,0-4 0,0 5 0,0-7 0,0 0 0,0 2 0,0-1 0,0 1 0,0-2 0,0 0 0,0 0 0,0 0 0,0 2 0,0-1 0,0 3 0,0-3 0,0 1 0,0-2 0,0 0 0,0 0 0,0 0 0,0 0 0,0 3 0,0-3 0,0 2 0,0-1 0,0-1 0,0 0 0,0 0 0,0 0 0,0 0 0,0 0 0,0 0 0,0 0 0,0 2 0,0 1 0,0 0 0,0-1 0,0-2 0,0 0 0,0 0 0,0 0 0,0 0 0,0 0 0,-2 0 0,2 0 0,-3 0 0,3 0 0,0 0 0,0 0 0,0 0 0,0 0 0,0 0 0,0 0 0,0 0 0,0 0 0,0 0 0,-2 0 0,2 0 0,-3 0 0,3 0 0,0 0 0,0 0 0,0 1 0,0-1 0,0 0 0,0 0 0,0 0 0,0 0 0,-2 0 0,1 0 0,-1 0 0,2 0 0,0 0 0,0 0 0,0 0 0,0 0 0,0 0 0,0 2 0,0-1 0,0 1 0,-2-2 0,1 0 0,-1 0 0,2 0 0,0 0 0,0 0 0,0 0 0,0 0 0,0 0 0,0 0 0,0 0 0,-2 0 0,1 0 0,-1 0 0,2 0 0,0 0 0,0 0 0,0 3 0,0-3 0,0 3 0,0-3 0,0 0 0,0 0 0,0 0 0,0 0 0,0 0 0,0 0 0,0 0 0,0 0 0,0 0 0,0 0 0,0 0 0,0 2 0,0-1 0,0 1 0,0-2 0,0 0 0,0 0 0,0 0 0,0 0 0,0 0 0,0 0 0,0 0 0,0 2 0,0-1 0,0 1 0,0-2 0,0 0 0,0 0 0,0 0 0,0 0 0,0 0 0,0 0 0,-2 0 0,1 0 0,-1 0 0,2 1 0,0-1 0,0 0 0,0 0 0,0 0 0,0 0 0,0 0 0,0 0 0,0 0 0,0 0 0,0 0 0,0 0 0,0 0 0,0 0 0,0 0 0,0 0 0,0 2 0,0-1 0,0 1 0,0-2 0,0 0 0,0 0 0,0 0 0,0 0 0,0 0 0,0 0 0,0 0 0,0 0 0,0 0 0,0 0 0,0 0 0,0 0 0,0 0 0,0 0 0,0 0 0,0 0 0,0 0 0,0 0 0,0 0 0,0 1 0,0-1 0,0 0 0,0 0 0,0 0 0,0 0 0,0 0 0,0 0 0,0 0 0,0 0 0,0 0 0,0 0 0,0 2 0,0-1 0,0 1 0,0-2 0,0 2 0,2-1 0,-1 3 0,1-3 0,-2 1 0,0-2 0,0 0 0,0 0 0,0 0 0,0 0 0,0 0 0,0 0 0,0 0 0,0 0 0,0 0 0,0 0 0,0 0 0,0 0 0,0 0 0,2 0 0,-1 1 0,1-1 0,-2 0 0,0 0 0,0 0 0,0 0 0,0 0 0,0 0 0,0 0 0,0 0 0,0 2 0,2 1 0,-1 0 0,1-1 0,-2-2 0,0 0 0,0 0 0,0 0 0,0 0 0,0 0 0,0 0 0,0 0 0,0 2 0,0-1 0,2 6 0,-1-6 0,1 3 0,-2-4 0,0 0 0,0 0 0,0 0 0,0 0 0,0 0 0,0 0 0,0 7 0,0-5 0,0 5 0,0-7 0,0 0 0,0 0 0,0 0 0,0 0 0,0 0 0,0 4 0,0-3 0,0 4 0,0-5 0,0 0 0,0 0 0,0 0 0,0 0 0,0 0 0,0 0 0,0 7 0,0-5 0,0 4 0,0-6 0,0 0 0,0 0 0,0 0 0,0 0 0,0 0 0,0 0 0,0 0 0,0 0 0,0 0 0,0 9 0,0-4 0,0 4 0,0-6 0,0-3 0,0 0 0,0 0 0,0 0 0,0 0 0,0 0 0,0 0 0,0 0 0,0 0 0,0 7 0,0-6 0,0 6 0,0-7 0,0 0 0,0 0 0,0 0 0,0 0 0,0 0 0,0 0 0,0 0 0,0 0 0,0 7 0,0-5 0,0 4 0,0-5 0,0-1 0,0 0 0,0 0 0,0 0 0,0 0 0,0 0 0,0 0 0,0 6 0,0-4 0,0 5 0,0-7 0,0 0 0,0 0 0,0 0 0,0 0 0,0 0 0,0 0 0,0 7 0,0-6 0,0 6 0,0-7 0,0 0 0,0 0 0,0 0 0,0 0 0,0 0 0,0 5 0,0-4 0,0 3 0,0-4 0,0 0 0,0 1 0,0-1 0,0 0 0,0 0 0,0 0 0,0 0 0,0 9 0,0-7 0,0 9 0,0-10 0,0 1 0,0-2 0,0 0 0,0 0 0,0 0 0,0 0 0,0 0 0,-2 9 0,1-7 0,-1 7 0,2-9 0,0 3 0,0-3 0,0 5 0,0-5 0,0 5 0,0-5 0,0 5 0,0-5 0,0 3 0,0-3 0,0 0 0,-2 0 0,1 0 0,-1 0 0,2 0 0,0 0 0,0 0 0,0 0 0,0 0 0,0 0 0,0 0 0,0 0 0,0 0 0,0 0 0,0 0 0,0 0 0,0 0 0,0 0 0,0 0 0,0 0 0,0 0 0,0 0 0,0 0 0,0 0 0,0 0 0,0 0 0,0 0 0,0 0 0,0 0 0,0 0 0,0 0 0,0 0 0,0 0 0,0 0 0,0 0 0,0 1 0,0-1 0,0 0 0,0 0 0,0 0 0,0 0 0,0 0 0,0 0 0,0 0 0,0 0 0,0 0 0,0 0 0,0 0 0,0 0 0,0 0 0,0 0 0,0 0 0,0 0 0,2 0 0,-1 0 0,1 0 0,-2 0 0,0 0 0,0 0 0,0 0 0,0 0 0,0 0 0,0 0 0,0 0 0,0 0 0,0 0 0,0 0 0,0 0 0,0 0 0,0 0 0,0 0 0,0 0 0,0 0 0,0 0 0,0 1 0,0-1 0,0 0 0,0 0 0,2-3 0,-1 3 0,1-2 0,-2 2 0,0 0 0,0 0 0,0 0 0,0 0 0,0 0 0,0 0 0,0 0 0,2-2 0,-1 1 0,1-1 0,-2 2 0,0 0 0,0 0 0,0 0 0,2-2 0,-1 3 0,1-2 0,-2 3 0,0-2 0,0 2 0,0-1 0,0 1 0,0-2 0,0 0 0,0 0 0,0 0 0,0 0 0,0 0 0,0 0 0,0 0 0,0 0 0,0 0 0,0 0 0,0 1 0,0-1 0,0 2 0,0-2 0,0 3 0,0-3 0,0 0 0,0 0 0,0 0 0,0 0 0,-2-16 0,-1 8 0,0-14 0,1 12 0,0-2 0,1 1 0,-3-1 0,3 2 0,-4-2 0,5 1 0,-10-22 0,8 17 0,-6-23 0,6 27 0,-2-13 0,-1 11 0,1-12 0,-1 10 0,1-10 0,1 4 0,-2 0 0,1-4 0,1 14 0,-1-3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1:02.800"/>
    </inkml:context>
    <inkml:brush xml:id="br0">
      <inkml:brushProperty name="width" value="0.2" units="cm"/>
      <inkml:brushProperty name="height" value="1.2" units="cm"/>
      <inkml:brushProperty name="color" value="#CC0066"/>
      <inkml:brushProperty name="inkEffects" value="pencil"/>
    </inkml:brush>
  </inkml:definitions>
  <inkml:trace contextRef="#ctx0" brushRef="#br0">1416 27 16383,'-10'-7'0,"0"1"0,4 6 0,-1 0 0,1 0 0,2-3 0,-2 2 0,2-2 0,-2 3 0,-1 0 0,0 0 0,1 0 0,-1 0 0,1 0 0,-1-3 0,0 2 0,1-1 0,-1 2 0,0 0 0,1 0 0,-1 0 0,1 0 0,-1 0 0,0 0 0,1 0 0,-1 0 0,-2 0 0,1 0 0,-4 0 0,4 0 0,-1 0 0,2 0 0,-2 0 0,1 0 0,-1 0 0,2 0 0,-2 0 0,1 0 0,-1 0 0,-1 0 0,3 0 0,-3 0 0,1 0 0,1 0 0,-7 0 0,4 0 0,-2 0 0,3 0 0,1 0 0,-1 0 0,-1 0 0,-1 0 0,2 0 0,-1 0 0,2 0 0,-1 0 0,0 0 0,0 0 0,-3 0 0,3 0 0,-12 2 0,7-1 0,-4 2 0,6-3 0,3 0 0,0 0 0,-3 0 0,3 0 0,0 0 0,-3 0 0,3 3 0,-3-2 0,2 2 0,-1-3 0,2 0 0,-3 0 0,2 0 0,-1 0 0,2 0 0,-4 0 0,1 0 0,3 3 0,-3-3 0,3 3 0,-3-3 0,3 0 0,-3 0 0,3 0 0,0 0 0,-3 0 0,3 3 0,0-2 0,-10 2 0,11-3 0,-7 0 0,6 0 0,3 0 0,-6 0 0,3 0 0,-3 0 0,3 0 0,-3 0 0,6 0 0,-6 0 0,6 0 0,-5 0 0,4 0 0,-4 0 0,4 0 0,-4 0 0,5 0 0,-6 0 0,6 0 0,-3 0 0,1 0 0,1 0 0,-1 0 0,-1 0 0,3 0 0,-3 0 0,4 0 0,-1 0 0,-2 0 0,1 0 0,-1 0 0,2 0 0,0 0 0,1 0 0,-4 0 0,3 0 0,-3 0 0,4 0 0,-1 0 0,1 0 0,-1 0 0,0 0 0,1 0 0,-1 0 0,-2 0 0,1 0 0,-1 0 0,2 0 0,0 0 0,1 0 0,-1 0 0,0-3 0,1 2 0,-1-2 0,1 3 0,-1 0 0,0 0 0,1 0 0,2-3 0,1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1:47.704"/>
    </inkml:context>
    <inkml:brush xml:id="br0">
      <inkml:brushProperty name="width" value="0.2" units="cm"/>
      <inkml:brushProperty name="height" value="1.2" units="cm"/>
      <inkml:brushProperty name="color" value="#CC0066"/>
      <inkml:brushProperty name="inkEffects" value="pencil"/>
    </inkml:brush>
  </inkml:definitions>
  <inkml:trace contextRef="#ctx0" brushRef="#br0">0 82 16383,'11'-3'0,"-2"3"0,-3-3 0,-1 3 0,-3-2 0,3 2 0,-2-3 0,2 3 0,0 0 0,-3-2 0,3 2 0,-2-3 0,2 3 0,0 0 0,0 0 0,0-2 0,0 2 0,0-3 0,0 3 0,0-2 0,0 1 0,0-1 0,0 0 0,0 1 0,0-3 0,0 3 0,0-1 0,0 2 0,0-2 0,0 1 0,0-1 0,-2 0 0,1 1 0,-1-1 0,2 2 0,0-2 0,0 1 0,0-1 0,0 2 0,0-2 0,0 1 0,0-1 0,0 2 0,0-3 0,0 3 0,1-2 0,-1 2 0,0 0 0,-3-3 0,3 3 0,-2-2 0,2 2 0,0 0 0,0 0 0,0 0 0,-2-3 0,1 3 0,-1-2 0,2 2 0,0 0 0,0 0 0,0 0 0,0 0 0,-2-3 0,1 3 0,-1-3 0,2 3 0,0 0 0,0 0 0,0 0 0,-2-2 0,1 2 0,-1-3 0,2 6 0,-2-1 0,-1 3 0,0-2 0,-1 2 0,3-3 0,-1 3 0,2 1 0,0-1 0,0-3 0,-2 3 0,2-5 0,-5 5 0,5-2 0,-3-1 0,1 3 0,2-5 0,-3 5 0,3-2 0,0-1 0,0 3 0,1-2 0,-1 0 0,-3 1 0,3-3 0,-5 3 0,5-1 0,-2 0 0,-1 1 0,3-3 0,-2 3 0,2-1 0,0 0 0,-2 1 0,1-3 0,-1 3 0,2-1 0,0 0 0,0 1 0,0-1 0,0 0 0,0 1 0,0-1 0,0 2 0,0-2 0,-2 1 0,1-3 0,-1 3 0,2-1 0,0 0 0,-2 1 0,1-3 0,-1 3 0,0-1 0,1 0 0,-1-1 0,0 1 0,1-1 0,-1 1 0,0 2 0,2-5 0,-3 2 0,3 3 0,0-4 0,-2 6 0,2-7 0,-5 5 0,7-3 0,-2 3 0,1 1 0,1-4 0,-7 3 0,5-5 0,-2 5 0,2-2 0,0 2 0,0-3 0,-3 3 0,3-5 0,-2 3 0,2-1 0,0-2 0,-2 5 0,1-5 0,-3 5 0,5-4 0,-2 3 0,3-3 0,-2 3 0,0-1 0,0 0 0,0 1 0,0-3 0,2 3 0,-3-1 0,2 0 0,-3 1 0,2-1 0,-2 2 0,1-2 0,-1-1 0,0 0 0,4 1 0,0 4 0,0-1 0,2-1 0,-7-3 0,3 0 0,0-1 0,-2 3 0,2-3 0,0 6 0,0-6 0,0 5 0,0-5 0,-2 3 0,2-3 0,-3 3 0,3-3 0,-2 4 0,2-3 0,0 1 0,-3 2 0,3-5 0,-2 5 0,2-3 0,0 3 0,0-2 0,-2 2 0,1-5 0,-3 5 0,8 0 0,-8 0 0,8 0 0,-6-2 0,0-1 0,1 1 0,1 2 0,-1 0 0,2-3 0,-3 3 0,2-2 0,0-1 0,0 3 0,-2-2 0,1 0 0,-3 1 0,3-3 0,-1 3 0,2 1 0,0-2 0,0 2 0,-2-3 0,2-1 0,-3 3 0,3-1 0,0 0 0,-2 1 0,2-3 0,-5 3 0,5-1 0,-3 0 0,1 1 0,2-3 0,-5 3 0,7-3 0,-6 3 0,6-1 0,-4 0 0,-1 1 0,3-3 0,-2 3 0,2-1 0,0 0 0,-2 1 0,1-3 0,-3 3 0,5-3 0,-5 3 0,6-3 0,-6 3 0,3-3 0,-1 4 0,2-5 0,-2 5 0,1-5 0,-3 5 0,5-5 0,-4 5 0,4-5 0,-5 5 0,3-5 0,-1 5 0,2-5 0,-2 5 0,1-5 0,-3 5 0,6-5 0,-6 5 0,5-5 0,-5 5 0,3-5 0,-1 5 0,0-2 0,1-1 0,-3 3 0,4-5 0,-3 5 0,1-2 0,2-1 0,-5 3 0,5-5 0,-3 5 0,1-2 0,2 0 0,-5 1 0,5-3 0,-3 5 0,3-5 0,-2 6 0,-1-4 0,1 0 0,0 1 0,2-1 0,0 0 0,-3 1 0,3-3 0,-5 3 0,5-1 0,-2 0 0,-1 1 0,3-3 0,-5 3 0,5-1 0,-5 2 0,5-2 0,-4 1 0,3-3 0,-1 3 0,0-1 0,1 0 0,-1 1 0,2-1 0,-2 2 0,1-2 0,-1 1 0,2-3 0,-2 4 0,1-5 0,-1 5 0,0-3 0,-1 3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1:52.889"/>
    </inkml:context>
    <inkml:brush xml:id="br0">
      <inkml:brushProperty name="width" value="0.2" units="cm"/>
      <inkml:brushProperty name="height" value="1.2" units="cm"/>
      <inkml:brushProperty name="color" value="#CC0066"/>
      <inkml:brushProperty name="inkEffects" value="pencil"/>
    </inkml:brush>
  </inkml:definitions>
  <inkml:trace contextRef="#ctx0" brushRef="#br0">11 1 16383,'-3'10'0,"1"0"0,2-5 0,0 0 0,0 0 0,0 0 0,0 0 0,0 0 0,0 0 0,0 0 0,0 0 0,0 0 0,0 0 0,0 0 0,0 0 0,-3 0 0,3 0 0,-2 0 0,2 0 0,0 0 0,0 0 0,0 0 0,0 0 0,0 0 0,0 0 0,0 0 0,0 0 0,0 3 0,0-3 0,0 2 0,0-2 0,0 0 0,0 0 0,0 3 0,0-3 0,0 3 0,0-3 0,0 0 0,0 0 0,0 0 0,0 0 0,0 0 0,0 0 0,0 0 0,0 0 0,0 0 0,0 0 0,0 0 0,0 0 0,0 0 0,0 0 0,0 0 0,0 0 0,0 0 0,0 0 0,0 0 0,0 0 0,0 0 0,0 0 0,0 0 0,0 0 0,0 0 0,0 0 0,0 0 0,0 0 0,0 0 0,0 0 0,0 0 0,0 0 0,0 0 0,2 0 0,-2 0 0,3 0 0,-3 0 0,0 1 0,0-1 0,0 0 0,0 0 0,0 0 0,2 0 0,-2 0 0,3 0 0,-3 0 0,0 0 0,0 0 0,0 0 0,0 0 0,0 0 0,2 0 0,-2 0 0,3 0 0,-3 0 0,0 0 0,0 0 0,0 0 0,0 0 0,0 0 0,0 0 0,0 2 0,2-1 0,-2 1 0,3-2 0,-3 0 0,0 0 0,0 0 0,0 0 0,0 0 0,0 3 0,0-3 0,0 2 0,0-2 0,2 3 0,-1-3 0,1 3 0,-2-3 0,0 0 0,0 0 0,0 2 0,0-2 0,0 3 0,0-1 0,0-1 0,0 1 0,0 0 0,0-1 0,0 1 0,0 0 0,0-1 0,0 1 0,0 0 0,0-1 0,0 1 0,0 0 0,0-1 0,0 1 0,0 1 0,0-3 0,0 2 0,0 1 0,0-3 0,0 2 0,0 1 0,0-3 0,0 3 0,0-1 0,0-2 0,0 3 0,0-1 0,0 1 0,0 0 0,0-1 0,0-2 0,0 2 0,0-1 0,0 1 0,0-2 0,0 0 0,0 0 0,0 0 0,0 2 0,0-1 0,0 1 0,0-2 0,0 0 0,0 0 0,0 0 0,0 0 0,0 0 0,0 0 0,0 0 0,0 0 0,2 0 0,-1 0 0,1 0 0,-2 0 0,0 1 0,0-1 0,0 0 0,0 0 0,0 0 0,0 2 0,0-2 0,0 3 0,0-3 0,0 0 0,2 0 0,-1 0 0,1 0 0,-2 0 0,0 0 0,0 0 0,0 0 0,0 0 0,0 2 0,0 1 0,2 0 0,-1 1 0,1-3 0,-2 1 0,0-2 0,0 0 0,0 0 0,0 0 0,0 3 0,0-3 0,0 2 0,2-2 0,-1 0 0,1 0 0,-2 3 0,0 0 0,0-1 0,0 1 0,0-1 0,0-2 0,0 3 0,0-1 0,0-1 0,2 1 0,-1 0 0,1-1 0,-2 1 0,0 0 0,0 1 0,0 0 0,0-1 0,0 0 0,0-1 0,0 1 0,0 0 0,0 1 0,0 0 0,0-1 0,0 1 0,0-3 0,0 5 0,0-5 0,0 5 0,0-5 0,0 5 0,0-5 0,0 5 0,0 0 0,0 1 0,0-1 0,0-3 0,0 0 0,0 1 0,0 0 0,0 1 0,0-3 0,0 3 0,0-3 0,0 1 0,0 0 0,0-1 0,0 4 0,0-5 0,0 7 0,0-6 0,0 6 0,0-7 0,0 3 0,0-3 0,0 2 0,-2-2 0,1 3 0,-1-3 0,2 2 0,0-1 0,0 1 0,0-2 0,0 0 0,-2 0 0,1 0 0,-1 2 0,2-1 0,0 1 0,0-2 0,0 0 0,0 0 0,0 0 0,0 0 0,-3 0 0,3 0 0,-2 0 0,2 0 0,0 2 0,0-1 0,0 1 0,0-2 0,0 0 0,0 0 0,0 0 0,0 0 0,0 0 0,0 0 0,0 1 0,-3-1 0,3 0 0,-2 0 0,2 0 0,0 0 0,0 0 0,0 0 0,0 2 0,0-1 0,0 1 0,0-2 0,0 0 0,0 0 0,0 0 0,0 0 0,0 0 0,0 0 0,0 0 0,0 0 0,0 0 0,0 0 0,0 0 0,0 0 0,0 0 0,0 0 0,0 0 0,0 0 0,0 2 0,0-1 0,0 1 0,0-2 0,0 0 0,0 0 0,0 0 0,0 3 0,0-3 0,0 3 0,0-3 0,0 2 0,0 1 0,0-1 0,0 1 0,2-3 0,-2 0 0,3 2 0,-3-1 0,0 1 0,0-2 0,0 0 0,0 0 0,0 0 0,0 2 0,0-1 0,0 1 0,0 0 0,0-1 0,0 1 0,0 0 0,0-1 0,0 1 0,0-2 0,0 0 0,0 0 0,0 0 0,0 0 0,0 0 0,0 0 0,0 0 0,0 0 0,0 1 0,0 5 0,0-4 0,0 7 0,0-9 0,0 5 0,0-4 0,0 1 0,0-2 0,0 0 0,0 0 0,0 9 0,0-7 0,0 7 0,0-9 0,0 0 0,0 0 0,0 0 0,0 0 0,0 0 0,0 0 0,0 0 0,0 7 0,0-5 0,0 4 0,0-6 0,0 0 0,0 1 0,0-1 0,0 0 0,0 0 0,0 0 0,0 0 0,0 0 0,0 0 0,0 9 0,0-7 0,0 9 0,0-10 0,0 1 0,0-2 0,0 0 0,0 0 0,0 2 0,0-1 0,0 1 0,0-2 0,2 16 0,-2-12 0,3 11 0,-1-12 0,-2-3 0,3 5 0,-3-2 0,0-1 0,0 3 0,0-5 0,0 5 0,0-4 0,0 3 0,2 12 0,-2-10 0,3 12 0,-3-17 0,0 3 0,0-1 0,0 0 0,0-1 0,0 1 0,0-1 0,0 1 0,0 2 0,0-5 0,0 14 0,0-12 0,0 10 0,0-10 0,0-1 0,0 1 0,0-2 0,0 2 0,0-1 0,0 1 0,0-2 0,0 0 0,0 0 0,0 11 0,0-8 0,0 8 0,0-9 0,0-1 0,0 1 0,0-2 0,0 0 0,0 0 0,0 0 0,0 0 0,0 0 0,0 0 0,0 3 0,0-3 0,0 3 0,0-1 0,0-2 0,0 3 0,0-3 0,0 0 0,0 0 0,0 0 0,0 0 0,0 0 0,0 0 0,0 0 0,0 0 0,0 0 0,0 0 0,0 0 0,0 0 0,0 0 0,0 0 0,0 0 0,0 0 0,0 0 0,0 0 0,2 0 0,-2 0 0,3 0 0,-3 0 0,0 0 0,0 0 0,0 0 0,0 0 0,0 0 0,0 0 0,0 0 0,0 0 0,0 0 0,0 3 0,0-3 0,0 3 0,0-3 0,0 0 0,0 0 0,0 0 0,0 0 0,0 0 0,0 0 0,0 0 0,0 0 0,0 2 0,0-1 0,0 1 0,0-2 0,0 0 0,0 0 0,0 0 0,0 0 0,-3 0 0,3 0 0,-2 0 0,2 0 0,0 0 0,0 0 0,0 0 0,0 0 0,0 0 0,0 3 0,0-1 0,-3 1 0,3 2 0,-2-5 0,2 2 0,0-1 0,0-1 0,0 0 0,0 2 0,0-2 0,0 3 0,0-3 0,0 0 0,-3 2 0,3 1 0,-3 0 0,3-1 0,0-2 0,0 0 0,0 2 0,0-1 0,0 1 0,0-2 0,0 0 0,0 0 0,0 2 0,-2 1 0,2 2 0,-3 0 0,3-2 0,0-1 0,0-2 0,0 0 0,0 0 0,0 0 0,0 0 0,0 0 0,0 1 0,0-1 0,0 0 0,0 0 0,0 0 0,0 0 0,0 0 0,0 0 0,0 0 0,0 0 0,0 0 0,-2 0 0,2 2 0,-3-1 0,3 1 0,0-2 0,0 0 0,0 0 0,0 0 0,0 0 0,0 2 0,0-1 0,0 1 0,0-2 0,0 0 0,0 0 0,0 0 0,0 0 0,0 0 0,0 0 0,0 0 0,0 0 0,0 0 0,0 0 0,0 0 0,0 0 0,0 0 0,0 1 0,0-1 0,0 0 0,0 0 0,0 0 0,0 0 0,0 0 0,0 0 0,3 0 0,-3 0 0,2 0 0,-2 0 0,0 0 0,0 0 0,0 0 0,0 0 0,0 0 0,0 0 0,0 0 0,3 2 0,-3-1 0,2 1 0,-2-2 0,0 0 0,0 0 0,0 0 0,0 0 0,0 0 0,0 0 0,0 0 0,0 0 0,0 0 0,0 0 0,3-2 0,-3 2 0,2-3 0,-2 3 0,0 0 0,0 3 0,0-3 0,0 3 0,0-3 0,0 0 0,0 0 0,0 0 0,0 0 0,0 0 0,0 0 0,0 0 0,0 0 0,0 0 0,0 0 0,0 0 0,0 0 0,0 0 0,0 0 0,0 0 0,0 0 0,0 0 0,0 0 0,0 0 0,0 0 0,0 0 0,0 0 0,0 0 0,0 0 0,0 0 0,0 0 0,0 0 0,0 3 0,0-3 0,0 2 0,0-2 0,0 0 0,0 3 0,0-3 0,0 3 0,0-3 0,0 0 0,0 0 0,3-3 0,-3 3 0,2-2 0,-2 2 0,0 0 0,0 0 0,0 0 0,0 0 0,0 0 0,0 0 0,0 0 0,0 0 0,0 0 0,0 0 0,0 0 0,0 0 0,0 4 0,0-2 0,0 2 0,0-4 0,0 0 0,0 0 0,0 2 0,0-1 0,0 1 0,0-2 0,0 0 0,0 0 0,0 0 0,0 0 0,0 0 0,0 0 0,0 0 0,0 1 0,0-1 0,0 0 0,0 0 0,0 0 0,0 0 0,0 0 0,0 0 0,0 0 0,0 2 0,0-1 0,0 1 0,0-2 0,0 0 0,0 0 0,0 0 0,0 0 0,0 0 0,0 0 0,0 2 0,0-1 0,0 1 0,0-2 0,0 0 0,0 0 0,0 0 0,0 0 0,0 0 0,0 0 0,0 0 0,0 0 0,0 0 0,0 0 0,0 0 0,0 0 0,0 0 0,0 0 0,0 0 0,-2-2 0,2-12 0,-3 4 0,3-9 0,0 9 0,-2 0 0,2 0 0,-3 0 0,3 0 0,0-7 0,0 7 0,0-4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2:25.502"/>
    </inkml:context>
    <inkml:brush xml:id="br0">
      <inkml:brushProperty name="width" value="0.2" units="cm"/>
      <inkml:brushProperty name="height" value="1.2" units="cm"/>
      <inkml:brushProperty name="color" value="#CC0066"/>
      <inkml:brushProperty name="inkEffects" value="pencil"/>
    </inkml:brush>
  </inkml:definitions>
  <inkml:trace contextRef="#ctx0" brushRef="#br0">1636 11 16383,'-10'0'0,"0"0"0,5 0 0,0 0 0,0 0 0,0 0 0,0 0 0,0 0 0,0 0 0,-1 0 0,1 0 0,0 0 0,0 0 0,0 0 0,0 0 0,-2 0 0,1 0 0,-1 0 0,2 0 0,0 0 0,-3 0 0,3 0 0,-3 0 0,-1 0 0,3 0 0,-6 0 0,6 0 0,-3 0 0,3 0 0,-3 0 0,-2 0 0,1 0 0,0 0 0,0 0 0,2 0 0,0 0 0,-1 0 0,1 0 0,-9 0 0,5 0 0,-5 0 0,7 0 0,0 0 0,0 0 0,0 0 0,0 0 0,0-3 0,0 3 0,0-3 0,0 3 0,-1 0 0,1 0 0,0 0 0,0 0 0,0 0 0,0 0 0,0 0 0,0 0 0,0 0 0,0-2 0,-1 2 0,-4-3 0,4 3 0,-5 0 0,6 0 0,0 0 0,0 0 0,0 0 0,0 0 0,-5 0 0,4 0 0,-9 0 0,8 0 0,-3 0 0,5 0 0,0 0 0,0 0 0,-1 0 0,1 0 0,-5 0 0,3 0 0,-1 0 0,-2 0 0,6 0 0,-6 0 0,0 0 0,4 0 0,-4 0 0,0 0 0,3 3 0,-3-3 0,7 2 0,-7-2 0,6 0 0,-7 0 0,6 3 0,0-3 0,0 2 0,0-2 0,0 0 0,0 0 0,0 0 0,-1 0 0,1 3 0,0-3 0,2 2 0,-1-2 0,1 0 0,-2 0 0,0 0 0,0 0 0,0 0 0,2 0 0,-2 0 0,2 0 0,-2 0 0,2 3 0,-6-3 0,8 2 0,-8-2 0,6 0 0,0 0 0,-2 0 0,5 0 0,-5 0 0,4 0 0,-3 0 0,1 0 0,0 0 0,1 0 0,0 0 0,1 0 0,-4 0 0,5 0 0,-3 0 0,3 0 0,-2 0 0,1 0 0,-1 0 0,2 0 0,-2 0 0,1 0 0,-1 0 0,2 0 0,0 0 0,0 0 0,-1 0 0,-1 0 0,2 0 0,-3 0 0,3 0 0,0 0 0,0 0 0,0 0 0,0 0 0,0 0 0,0 0 0,0 0 0,0 0 0,0 0 0,-1 0 0,1 0 0,0 0 0,0 0 0,-2 0 0,1 0 0,-1 0 0,2 0 0,0 0 0,0 0 0,0 0 0,0 0 0,-1 0 0,1 0 0,0 0 0,0 0 0,0 0 0,0 0 0,0 0 0,0 0 0,0 0 0,0 0 0,0 0 0,0 0 0,0 0 0,0 0 0,-1 0 0,1 0 0,0 0 0,0 0 0,0 0 0,0 0 0,0 0 0,0 0 0,0 0 0,2-2 0,-1 2 0,1-3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2:38.447"/>
    </inkml:context>
    <inkml:brush xml:id="br0">
      <inkml:brushProperty name="width" value="0.2" units="cm"/>
      <inkml:brushProperty name="height" value="1.2" units="cm"/>
      <inkml:brushProperty name="color" value="#CC0066"/>
      <inkml:brushProperty name="inkEffects" value="pencil"/>
    </inkml:brush>
  </inkml:definitions>
  <inkml:trace contextRef="#ctx0" brushRef="#br0">5 0 16383,'0'11'0,"0"-1"0,0-5 0,0 0 0,0 0 0,0 0 0,0 0 0,0 0 0,0 0 0,-2-2 0,1 1 0,-1-1 0,2 2 0,0 2 0,0-1 0,0 1 0,0-2 0,0 0 0,0 0 0,0 0 0,0 0 0,0 0 0,0 0 0,0 0 0,0 2 0,0-1 0,0 1 0,0-2 0,0 0 0,0 0 0,0 0 0,0 0 0,0 0 0,0 0 0,0 0 0,0 3 0,0-3 0,0 3 0,0-3 0,0 0 0,2 0 0,-1 0 0,1 0 0,-2 0 0,0 0 0,0 0 0,0 0 0,0 0 0,0 0 0,0 0 0,0 0 0,0 0 0,0 4 0,2-3 0,-1 4 0,1-5 0,-2 0 0,0 0 0,0 0 0,0 0 0,0 0 0,0 0 0,0 2 0,0-1 0,0 1 0,0-2 0,0 0 0,0 0 0,0 3 0,0-1 0,0 1 0,0-1 0,2-1 0,-1 1 0,1-2 0,-2 3 0,0-3 0,0 2 0,2-4 0,-1 6 0,1-5 0,-2 5 0,0-1 0,0 0 0,0-1 0,0 0 0,0-1 0,0 1 0,0-2 0,0 0 0,0 0 0,0 0 0,0 0 0,0 0 0,0 2 0,3-3 0,-3 2 0,2-3 0,-2 2 0,0 0 0,0 0 0,0 0 0,0 0 0,0 0 0,0 0 0,0 0 0,0 1 0,0-1 0,0 0 0,0 0 0,0 0 0,0 0 0,0 0 0,0 0 0,0 0 0,3 0 0,-3 0 0,2 0 0,-2 0 0,0 0 0,0 0 0,0 0 0,0 0 0,0 0 0,0 0 0,0 0 0,0 0 0,0 0 0,0 0 0,0 2 0,3-1 0,-3 1 0,2-2 0,-2 0 0,0 0 0,0 0 0,0 0 0,0 3 0,0-3 0,3 5 0,-3-5 0,2 2 0,-2-2 0,0 1 0,0-1 0,0 0 0,3 6 0,-3-2 0,2 4 0,-2-6 0,0 0 0,0-1 0,0 1 0,3-2 0,-3 2 0,2-1 0,-2 3 0,0-3 0,0 3 0,0-3 0,0 3 0,0-3 0,0 3 0,0-3 0,0 1 0,0 1 0,0-3 0,0 5 0,0-5 0,0 5 0,3-5 0,-3 5 0,2-5 0,-2 5 0,0-5 0,0 3 0,0-1 0,0-1 0,0 3 0,0-3 0,0 3 0,0-3 0,0 1 0,0 0 0,0-1 0,0 1 0,0 0 0,0-1 0,0 1 0,0 0 0,0-1 0,0 1 0,0-2 0,0 0 0,0 5 0,0-4 0,0 3 0,0-4 0,0 0 0,0 1 0,0-1 0,0 0 0,0 0 0,0 0 0,0 0 0,0 0 0,0 0 0,0 0 0,0 0 0,0 0 0,0 0 0,0 0 0,0 0 0,3-2 0,-3 3 0,2-2 0,-2 3 0,0-2 0,0 0 0,0 0 0,0 0 0,0 0 0,0 0 0,0 0 0,0 0 0,0 0 0,0 0 0,0 0 0,0 0 0,0 0 0,0 0 0,0 0 0,0 0 0,0 0 0,0 0 0,0 0 0,0 0 0,0 3 0,0-3 0,3 3 0,-3-1 0,2-2 0,-2 5 0,0-5 0,0 3 0,0-3 0,0 0 0,0 0 0,0 0 0,0 0 0,0 0 0,0 0 0,0 2 0,0-1 0,0 1 0,0-2 0,0 0 0,0 0 0,0 0 0,0 2 0,0-1 0,0 1 0,0-2 0,0 0 0,0 3 0,0-1 0,0 1 0,0-1 0,0-2 0,0 0 0,0 3 0,0-3 0,0 3 0,0-3 0,0 0 0,0 2 0,0-2 0,-2 3 0,2-3 0,-3 0 0,3 2 0,0-1 0,0 1 0,0 2 0,0-2 0,0 2 0,-2-4 0,2 2 0,-3 1 0,3 0 0,0-1 0,0-2 0,0 0 0,-2 0 0,2 3 0,-3-3 0,3 2 0,0-2 0,0 3 0,-2-3 0,1 5 0,-1-5 0,2 3 0,-2-1 0,1-2 0,-1 3 0,2-3 0,0 0 0,0 0 0,0 0 0,0 0 0,0 0 0,0 0 0,0 0 0,-2 0 0,1 0 0,-1 0 0,2 0 0,0 0 0,0 0 0,0 0 0,0 2 0,-2-3 0,1 2 0,-1-3 0,2 2 0,0 0 0,0 0 0,0 0 0,0 0 0,0 0 0,0 0 0,0 0 0,0 0 0,0 0 0,0 0 0,0 0 0,0 0 0,0 1 0,0-1 0,0 0 0,0 0 0,0 0 0,0 2 0,0-2 0,0 3 0,0-3 0,0 2 0,0-1 0,0 1 0,0-2 0,0 0 0,0 0 0,0 0 0,0 2 0,0-1 0,0 1 0,0-2 0,0 0 0,0 2 0,0-1 0,0 1 0,0 0 0,0-1 0,0 1 0,0-2 0,0 3 0,0-3 0,0 7 0,0-6 0,0 6 0,0-7 0,0 5 0,0-5 0,0 3 0,0-1 0,0-1 0,0 1 0,0 0 0,0-1 0,0 1 0,0 0 0,0-1 0,0 3 0,0-3 0,0 1 0,0 0 0,0-1 0,0 1 0,0 0 0,0-1 0,0 1 0,0-2 0,0 3 0,0-3 0,0 2 0,0-2 0,0 0 0,0 3 0,0-3 0,0 3 0,0-3 0,0 0 0,0 0 0,0 2 0,-2-2 0,1 3 0,-1-3 0,2 0 0,0 0 0,0 0 0,0 0 0,0 0 0,-2 0 0,1 0 0,-1 0 0,2 2 0,0-1 0,0 1 0,0-2 0,0 0 0,0 0 0,0 0 0,0 0 0,0 0 0,0 0 0,0 0 0,-2 0 0,1 0 0,-1 0 0,2 0 0,0 0 0,0 0 0,0 0 0,0 0 0,0 0 0,0 0 0,0 3 0,0-3 0,0 3 0,0-3 0,0 0 0,0 0 0,0 0 0,0 0 0,0 0 0,0 0 0,0 0 0,0 0 0,0 0 0,0 0 0,0 0 0,0 0 0,0 0 0,0 0 0,0 0 0,0 0 0,0 0 0,0 2 0,0 1 0,-2 0 0,1-1 0,-1 0 0,2-1 0,0 1 0,0-2 0,0 0 0,0 0 0,0 3 0,0-3 0,0 2 0,0 1 0,0-3 0,0 3 0,0-3 0,0 2 0,0-2 0,0 3 0,0-1 0,0-1 0,0 1 0,0-2 0,0 2 0,0-1 0,0 1 0,0-2 0,0 2 0,0-1 0,0 1 0,0 0 0,0-1 0,0 1 0,0-2 0,0 0 0,0 0 0,0 0 0,0 0 0,0 3 0,0-3 0,0 2 0,0-2 0,0 0 0,0 0 0,0 1 0,0-1 0,0 0 0,0 0 0,0 0 0,0 9 0,0-7 0,0 7 0,0-7 0,0-1 0,0 3 0,0-3 0,0 1 0,0-2 0,0 0 0,0 0 0,0 9 0,0-7 0,0 7 0,0-9 0,0 0 0,0 0 0,0 0 0,0 0 0,0 0 0,0 0 0,0 0 0,0 7 0,0-5 0,0 5 0,0-7 0,0 0 0,0 0 0,0 0 0,0 0 0,2 0 0,-2 6 0,3-4 0,-3 5 0,0 2 0,0-7 0,0 12 0,0-13 0,0 3 0,0-4 0,0 0 0,0 0 0,0 0 0,0 0 0,0 0 0,0 0 0,0 0 0,0 0 0,0 0 0,0 0 0,0 0 0,0 0 0,0 1 0,0-1 0,0 0 0,0 0 0,0 0 0,0 0 0,0 0 0,0 0 0,0 0 0,0 0 0,0 2 0,0-1 0,0 1 0,0-2 0,0 0 0,0 0 0,0 0 0,0 0 0,0 0 0,0 0 0,0 0 0,0 0 0,0 0 0,0 0 0,0 0 0,0 2 0,0-1 0,0 1 0,0-2 0,0 0 0,0 0 0,0 0 0,2 0 0,-1 3 0,1-3 0,-2 2 0,0-2 0,0 1 0,0-1 0,0 0 0,0 0 0,0 0 0,0 0 0,0 0 0,0 0 0,0 0 0,0 0 0,0 0 0,0 0 0,0 0 0,0 0 0,0 0 0,0 0 0,0 0 0,0 2 0,0-1 0,0 1 0,0-2 0,0 0 0,2 0 0,-1 0 0,1 0 0,-2 0 0,0 0 0,0 0 0,0 0 0,0 0 0,0 0 0,0 0 0,0 0 0,0 0 0,0 0 0,0 0 0,0 0 0,0 0 0,0 1 0,0-1 0,0 0 0,0 0 0,0 0 0,0 0 0,0 0 0,0 0 0,0 0 0,0 0 0,0 0 0,0 0 0,0 0 0,0 0 0,0 0 0,0 0 0,0 0 0,0 0 0,0 0 0,0 2 0,0-1 0,0 1 0,0-2 0,0 0 0,0 0 0,0 0 0,0 0 0,0 0 0,0 0 0,0 0 0,0 0 0,0 0 0,0 0 0,0 0 0,0 0 0,0 0 0,0 0 0,0 0 0,0 1 0,0-1 0,0 0 0,0 0 0,0 0 0,0 0 0,0 0 0,0 0 0,0 0 0,0 0 0,0 0 0,0 0 0,0 0 0,0 0 0,0 0 0,0 0 0,0 0 0,0 0 0,0 0 0,0 0 0,0 0 0,0 0 0,0 0 0,0 0 0,0 0 0,0 0 0,0 0 0,0 0 0,0 0 0,0 0 0,0 0 0,0 0 0,0 0 0,2-2 0,-1 2 0,1-3 0,-2 3 0,0 0 0,0 0 0,0 0 0,0 0 0,0 1 0,0-1 0,0 0 0,2 0 0,-1 0 0,1 0 0,-2 0 0,0 0 0,0 0 0,0 0 0,0 0 0,0 0 0,0 0 0,0 0 0,0 0 0,0 0 0,0 0 0,2 0 0,-1 0 0,1 0 0,-2 0 0,0 0 0,0 0 0,0 0 0,0 0 0,0 0 0,0 0 0,0 0 0,0 0 0,0 0 0,0 0 0,0 0 0,0 0 0,0 0 0,0 0 0,0 0 0,0 0 0,0 0 0,0 0 0,0 1 0,0-1 0,0 0 0,0 0 0,0 0 0,0 0 0,0 0 0,0 0 0,0 0 0,0 0 0,0 0 0,2 0 0,-1 0 0,1 0 0,-2 0 0,0 0 0,0 0 0,0 0 0,0 0 0,0 0 0,0 0 0,2-2 0,-1 1 0,1-1 0,-2 2 0,0 0 0,0 0 0,0 0 0,0 0 0,0 0 0,0 0 0,0 0 0,0 0 0,0 0 0,0 0 0,0 0 0,0 0 0,0 0 0,0 0 0,0 0 0,0 0 0,0 1 0,2-4 0,-1 3 0,1-2 0,-2 2 0,0 0 0,0 0 0,0 0 0,0 0 0,0 0 0,0 0 0,0 0 0,0 0 0,0 0 0,0 0 0,0 0 0,0 0 0,0 0 0,0 0 0,0 0 0,0 0 0,0 0 0,0 0 0,-2-2 0,1-19 0,-1 9 0,2-16 0,0 20 0,0-2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2:53.291"/>
    </inkml:context>
    <inkml:brush xml:id="br0">
      <inkml:brushProperty name="width" value="0.2" units="cm"/>
      <inkml:brushProperty name="height" value="1.2" units="cm"/>
      <inkml:brushProperty name="color" value="#CC0066"/>
      <inkml:brushProperty name="inkEffects" value="pencil"/>
    </inkml:brush>
  </inkml:definitions>
  <inkml:trace contextRef="#ctx0" brushRef="#br0">0 929 16383,'9'-11'0,"0"4"0,-9 2 0,5 5 0,-3-5 0,1 2 0,2 1 0,-3-3 0,1 2 0,2-2 0,-2 2 0,-1-1 0,3 1 0,-2 0 0,-1-1 0,3 3 0,-2-3 0,2 1 0,0-2 0,0 2 0,-3-2 0,3 5 0,-2-2 0,2-1 0,-2 1 0,1-1 0,-1-2 0,2 5 0,0-5 0,0 2 0,0-2 0,0 2 0,0-1 0,2 1 0,-1-2 0,1 0 0,-2 2 0,0-1 0,0 3 0,-2-3 0,1 3 0,-1-4 0,2 3 0,0-1 0,0-2 0,0 5 0,0-5 0,-2 2 0,2 1 0,-3-3 0,3 2 0,0 0 0,0-1 0,0 1 0,1 0 0,-1-1 0,0 1 0,0 0 0,2-1 0,-2 3 0,3-3 0,-3 1 0,0 0 0,0-2 0,0 3 0,0-1 0,0-2 0,0 2 0,0 1 0,0-3 0,2 2 0,-1 0 0,1-1 0,-2 3 0,0-3 0,0 1 0,0 0 0,0-1 0,0 3 0,0-3 0,0 1 0,2-2 0,-1 2 0,-1-2 0,2 3 0,-4-3 0,4-1 0,-2 4 0,0-3 0,0 5 0,1-5 0,-1 2 0,0 0 0,0-1 0,0 1 0,0-2 0,0 2 0,0-1 0,0 1 0,0-2 0,0 2 0,0-2 0,0 3 0,0-3 0,0 2 0,0-2 0,-2 2 0,3 1 0,-5-3 0,6 5 0,-4-5 0,4 2 0,-1-2 0,1 0 0,-2 2 0,0-1 0,2 1 0,-3-2 0,2 0 0,-1 0 0,1 2 0,-1-2 0,0 3 0,-3-4 0,3 4 0,3-5 0,-3 6 0,2-6 0,-2 4 0,1-2 0,-1 0 0,0 2 0,-3-1 0,3 3 0,-2-3 0,2 3 0,-3-3 0,3 3 0,-5-3 0,5 1 0,-2 0 0,2-2 0,0 3 0,0-1 0,-2-2 0,1 5 0,-3-5 0,3 2 0,-1 1 0,2-3 0,0 2 0,4-4 0,-5 1 0,5-1 0,-6 4 0,0-1 0,1 3 0,-3-3 0,3 1 0,-1 0 0,0-2 0,1 5 0,-1-5 0,0 2 0,1-2 0,-1 0 0,0 0 0,1 2 0,-1-1 0,0 1 0,2 0 0,-5-1 0,5 3 0,-3-3 0,1 1 0,2-2 0,-5 0 0,5 2 0,-5-2 0,5 5 0,-3-7 0,3 4 0,1-5 0,-1 3 0,-3 0 0,3 2 0,-2 1 0,-1 0 0,3-1 0,-5-2 0,5 2 0,-2 1 0,-1 0 0,3-1 0,-2 0 0,0-1 0,1 3 0,-3-4 0,5 3 0,-2-3 0,1-1 0,-1 4 0,-3-3 0,3 2 0,-1 1 0,0-3 0,1 4 0,-1-3 0,2 3 0,-2-3 0,1 1 0,-1-2 0,2 2 0,-2-1 0,1 3 0,-3-3 0,6 1 0,-4-2 0,4 0 0,-2 2 0,-2-2 0,1 5 0,-1-5 0,0 2 0,2 1 0,-3-1 0,1 1 0,2-1 0,-3 0 0,3-1 0,0 3 0,-2-3 0,2 3 0,-3-1 0,3 0 0,-2-1 0,2 0 0,-5-1 0,5 3 0,-2-3 0,-1 1 0,3 0 0,-5-2 0,5 5 0,-2-5 0,-1 3 0,3-1 0,-5-2 0,5 5 0,-2-5 0,-1 2 0,3 0 0,-2-1 0,0 1 0,1 0 0,-1 1 0,0 0 0,3-1 0,-2 0 0,1-1 0,-1 3 0,-3-3 0,5 3 0,-4-3 0,4 3 0,-3-4 0,2 5 0,0-2 0,-2-1 0,1 3 0,-1-2 0,2 2 0,0 0 0,-2-3 0,1 3 0,-1-3 0,2 3 0,0-2 0,0 2 0,0-3 0,0 3 0,0 0 0,0 0 0,0 0 0,0 0 0,0 0 0,0 0 0,1 0 0,-1 0 0,0 3 0,0-3 0,0 2 0,-3 1 0,3-3 0,-2 5 0,2-5 0,-3 5 0,3-5 0,-2 2 0,2 1 0,0 0 0,0-1 0,-2 3 0,1-5 0,-1 5 0,2-2 0,0-1 0,-2 3 0,1-5 0,-1 5 0,2-2 0,0-1 0,-2 3 0,1-5 0,-3 5 0,6-4 0,-6 3 0,8-1 0,-6 2 0,4 0 0,-2 0 0,0 0 0,0-2 0,-2 1 0,2-3 0,-3 5 0,3-4 0,-2 4 0,2-5 0,-5 3 0,5-1 0,-3 0 0,1 1 0,-1-1 0,3 4 0,-2-1 0,2 1 0,0-4 0,-5 1 0,5-3 0,0 8 0,-2-5 0,4 3 0,-7-2 0,3-3 0,-1 3 0,1-2 0,-1 2 0,3-3 0,-2 3 0,0 0 0,1-2 0,-3 2 0,3-5 0,-1 5 0,0-2 0,1-1 0,-3 3 0,3-5 0,1 7 0,-2-4 0,4 2 0,-6 0 0,3-5 0,-1 7 0,2-6 0,-2 6 0,1-6 0,-3 3 0,6 1 0,-4 1 0,4-1 0,-4-1 0,1-3 0,-1 3 0,0-1 0,1 2 0,-1-2 0,0 1 0,1-3 0,-3 3 0,4-1 0,-3 0 0,1 1 0,2-3 0,-5 3 0,7-1 0,-6 2 0,6-2 0,-7 1 0,5-3 0,-3 3 0,1-1 0,2 0 0,-5 1 0,5-1 0,-2 0 0,-1 2 0,3-3 0,-2 1 0,-1 2 0,3-3 0,-2 1 0,-1 2 0,3-5 0,-5 5 0,5-3 0,-2 1 0,0 2 0,3-2 0,-5 2 0,6-3 0,-6 3 0,3-5 0,-1 5 0,0-2 0,1-1 0,-3 3 0,3-5 0,-1 7 0,2-6 0,0 6 0,-2-4 0,1 0 0,-3 1 0,3-3 0,-1 3 0,0-1 0,1 0 0,-3 1 0,3-3 0,-1 3 0,0-1 0,1 0 0,-3 1 0,3-1 0,-1 0 0,0 1 0,1-3 0,-3 3 0,3-1 0,-1 2 0,2-2 0,-2 1 0,2-3 0,-3 3 0,1-1 0,2 0 0,-5 1 0,5-3 0,-3 3 0,1-1 0,2 0 0,-3 1 0,1-1 0,2 0 0,0 4 0,0-4 0,3 4 0,-3-2 0,0-2 0,-3 2 0,3-5 0,-5 5 0,5-3 0,2 8 0,-1-6 0,2 5 0,-4-9 0,-3 5 0,3-2 0,-1-1 0,2 3 0,0-2 0,-2 2 0,6 2 0,-5-1 0,5-1 0,-6-1 0,1-3 0,-3 3 0,3-1 0,-1 2 0,2-2 0,-2 1 0,1-3 0,-1 3 0,7 3 0,-6 0 0,5 0 0,-7-3 0,3-1 0,-2 2 0,2-2 0,-3 1 0,3-3 0,0 3 0,-2-1 0,2 0 0,2 4 0,-1-4 0,4 4 0,-5-4 0,0 2 0,0-5 0,0 5 0,0-3 0,0 1 0,0-1 0,4 3 0,-3-4 0,2 6 0,-4-7 0,-1 2 0,2 1 0,0-3 0,-2 5 0,1-5 0,-1 2 0,2-2 0,2 5 0,-1-4 0,1 4 0,-2-3 0,0-2 0,0 3 0,-2-1 0,2-2 0,-3 3 0,3-1 0,0 1 0,0-1 0,-2 3 0,2-5 0,-5 5 0,5-2 0,-3-1 0,1 3 0,2-5 0,-2 3 0,2-1 0,-3 1 0,3 0 0,-2 1 0,2-3 0,0 1 0,-3 0 0,3 1 0,-2 2 0,2-2 0,-2 1 0,-1-1 0,0 0 0,-1 3 0,3-4 0,-3 4 0,3-5 0,-3 3 0,3-1 0,-3 2 0,3-2 0,-1-1 0,2-2 0,0 0 0,-2 2 0,1-1 0,-1 1 0,2-2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3:39.243"/>
    </inkml:context>
    <inkml:brush xml:id="br0">
      <inkml:brushProperty name="width" value="0.2" units="cm"/>
      <inkml:brushProperty name="height" value="1.2" units="cm"/>
      <inkml:brushProperty name="color" value="#CC0066"/>
      <inkml:brushProperty name="inkEffects" value="pencil"/>
    </inkml:brush>
  </inkml:definitions>
  <inkml:trace contextRef="#ctx0" brushRef="#br0">11 9 16383,'-5'-9'0,"2"16"0,0-1 0,3 10 0,0-11 0,0 0 0,0 0 0,0 0 0,0 0 0,0 0 0,0 0 0,0 0 0,0 0 0,0 0 0,0 0 0,0 2 0,0-1 0,0 1 0,0-2 0,0 2 0,0 1 0,0 0 0,0-1 0,0-2 0,0 0 0,0 0 0,0 0 0,0 3 0,0-1 0,0 3 0,0-2 0,0 0 0,0-3 0,0 0 0,0 0 0,0 0 0,0 2 0,0-1 0,0 1 0,3-2 0,-3 0 0,3 0 0,-3 0 0,0 0 0,0 0 0,0 0 0,0 0 0,0 0 0,0 2 0,0-1 0,0 1 0,0 0 0,0-1 0,0 1 0,0-2 0,0 0 0,2 3 0,-2-3 0,3 2 0,-3-2 0,0 0 0,0 0 0,0 0 0,0 0 0,0 1 0,0-1 0,0 0 0,2-3 0,-2 3 0,3-2 0,-3 2 0,0 0 0,0 0 0,0 0 0,0 0 0,0 0 0,0 0 0,0 0 0,2-2 0,-2 1 0,3-1 0,-3 2 0,0 0 0,0 0 0,0 0 0,0 0 0,0 0 0,0 0 0,0 0 0,0 0 0,2-2 0,-2 1 0,3-1 0,-3 2 0,0 0 0,0 0 0,0 0 0,0 0 0,0 0 0,2 0 0,-2 0 0,3 0 0,-3 0 0,0 0 0,0 0 0,0 0 0,0 0 0,2 1 0,-2-1 0,3 0 0,-3 0 0,0 0 0,0 0 0,0 0 0,0 0 0,0 0 0,0 0 0,0 0 0,0 0 0,0 0 0,0 0 0,0 0 0,0 0 0,0 0 0,0 0 0,0 0 0,0 0 0,0 0 0,0 0 0,0 0 0,0 0 0,0 0 0,0 0 0,0 0 0,0 0 0,0 2 0,0-1 0,0 1 0,0-2 0,0 0 0,0 0 0,0 0 0,0 0 0,0 0 0,-3 0 0,3 1 0,-2-1 0,2 0 0,0 0 0,0 0 0,0 0 0,0 0 0,0 0 0,0 0 0,0 0 0,0 0 0,0 0 0,0 0 0,0 0 0,0 0 0,0 0 0,0 0 0,0 0 0,0 0 0,0 0 0,0 0 0,0 0 0,0 0 0,0 0 0,0 0 0,0 0 0,0 0 0,2 0 0,-2 0 0,3 0 0,-3 0 0,0 0 0,0 0 0,0 0 0,0 0 0,2-2 0,-2 2 0,3-3 0,-3 3 0,0 0 0,0 0 0,0 3 0,0-3 0,0 3 0,0-3 0,0 0 0,0 0 0,0 0 0,0 0 0,0 0 0,0 0 0,0 0 0,0 0 0,0 0 0,0 0 0,0 0 0,0 0 0,0 0 0,0 0 0,0 0 0,0 0 0,0 0 0,0 0 0,0 0 0,0 0 0,0 0 0,0 0 0,0 0 0,0 0 0,0 0 0,0 0 0,0 0 0,0 0 0,0 0 0,0 0 0,0 0 0,0 0 0,0 0 0,0 0 0,0 1 0,0-1 0,0 0 0,0 0 0,0 0 0,0 0 0,0 0 0,0 0 0,-3 0 0,3 0 0,-2 0 0,2 0 0,0 0 0,0 0 0,0 0 0,0 0 0,0 0 0,0 0 0,0 0 0,0 0 0,-3-2 0,3 3 0,-3-2 0,3 3 0,0-2 0,0 0 0,0 0 0,0 0 0,0 0 0,0 0 0,0 0 0,-2 0 0,2 0 0,-3 0 0,3 0 0,0 0 0,0 0 0,0 0 0,0 0 0,0 1 0,0-1 0,0 0 0,-2 0 0,2 0 0,-3 0 0,3 0 0,0 0 0,0 0 0,0 0 0,0 0 0,0 0 0,0 0 0,0 0 0,0 0 0,0 0 0,0 0 0,0 0 0,0 0 0,0 0 0,0 0 0,0 0 0,0 0 0,0 0 0,0 0 0,0 0 0,0 0 0,0 0 0,0 0 0,0 0 0,0 0 0,0 0 0,0 3 0,0-3 0,0 2 0,0-2 0,3-2 0,-3 2 0,2-3 0,-2 3 0,0 1 0,0-1 0,0 0 0,0 0 0,3-3 0,-3 3 0,2-2 0,-2 2 0,0 0 0,0 0 0,0 0 0,0 0 0,0 0 0,0 0 0,3-2 0,-3 1 0,2-1 0,-2 2 0,0 0 0,0 0 0,0 0 0,0 0 0,0 0 0,0 0 0,0 0 0,0 0 0,0 0 0,0 0 0,0 0 0,0 0 0,0 0 0,0 0 0,0 0 0,0 0 0,0 0 0,0 0 0,0 0 0,0 0 0,0 0 0,0 0 0,0 0 0,0 1 0,0-1 0,0 0 0,0 0 0,0 0 0,0 0 0,0 4 0,0-3 0,0 4 0,0-5 0,0 0 0,0 0 0,0 0 0,0 4 0,0-3 0,0 4 0,0-5 0,0 0 0,0 0 0,0 0 0,3 2 0,-3-1 0,2 1 0,-2-2 0,0 0 0,0 0 0,0 0 0,0 5 0,3-6 0,-3 5 0,2-7 0,-2 3 0,0 0 0,0 0 0,0 5 0,0-4 0,3 4 0,-3-5 0,2 0 0,-2 0 0,0 2 0,0-1 0,0 1 0,0-2 0,0 0 0,0 0 0,0 2 0,3-4 0,-3 4 0,3-4 0,-3 2 0,0 0 0,0 0 0,0 0 0,0 0 0,0 0 0,0 0 0,0 0 0,0 0 0,0 0 0,0 0 0,0 0 0,0 0 0,0 0 0,0 0 0,0 0 0,0 0 0,0 0 0,0 0 0,0 0 0,0 1 0,0-1 0,0 0 0,0 0 0,0 0 0,-3 0 0,3 0 0,-3 0 0,3 0 0,0 0 0,-2 0 0,2 0 0,-3 0 0,3 0 0,0 0 0,0 0 0,0 0 0,0 0 0,0 0 0,-2 0 0,2 0 0,-3 0 0,3 0 0,0 0 0,0 0 0,0 0 0,0 0 0,-2 0 0,1 0 0,-1 0 0,2 0 0,0 0 0,0 0 0,0 0 0,0 0 0,0 0 0,0 0 0,0 0 0,0 3 0,0-3 0,0 3 0,0-3 0,0 0 0,-2-3 0,1 3 0,-1-2 0,2 2 0,0 0 0,0 0 0,0 0 0,0 0 0,0 0 0,0 0 0,0 0 0,0 0 0,0 0 0,0 0 0,0 0 0,0 0 0,0 0 0,0 0 0,0 0 0,0 0 0,0 0 0,0 0 0,0 0 0,0 0 0,0 0 0,0 0 0,0 0 0,0 0 0,0 0 0,0 0 0,0 0 0,0 0 0,0 0 0,0 0 0,0 0 0,0 0 0,-2 1 0,1-1 0,-1 0 0,2 0 0,0 0 0,0 0 0,0 0 0,0 0 0,0 2 0,0 1 0,0 0 0,0-1 0,-2-2 0,1 0 0,-1 0 0,2 0 0,0 0 0,0 0 0,0 0 0,0 0 0,0 5 0,0-4 0,0 3 0,0-4 0,0 0 0,0 0 0,0 0 0,0 0 0,0 0 0,0 0 0,0 5 0,0-4 0,0 3 0,0-3 0,0-1 0,0 0 0,0 0 0,0 0 0,0 0 0,0 0 0,0 0 0,0 0 0,0 0 0,0 0 0,0 0 0,0 0 0,0 0 0,0 0 0,0 0 0,0 0 0,0 0 0,0 0 0,0 0 0,0 0 0,0 0 0,0 0 0,0 0 0,0 5 0,0-4 0,0 3 0,2-4 0,-1 0 0,1 0 0,-2 0 0,0 3 0,0-3 0,0 2 0,0-2 0,0 0 0,0 0 0,0 1 0,0-1 0,0 4 0,0-3 0,0 4 0,0-5 0,0 0 0,0 0 0,0 0 0,0 2 0,0-1 0,0 1 0,0-2 0,0 0 0,0 0 0,2 2 0,-1-1 0,1 1 0,-2-2 0,0 0 0,0 0 0,0 0 0,0 0 0,0 0 0,0 0 0,0 2 0,2-3 0,-1 3 0,1-5 0,-2 3 0,0 0 0,0 3 0,0-3 0,0 2 0,0-1 0,0-1 0,0 0 0,2-3 0,-1 5 0,1-4 0,-2 5 0,0-3 0,0 0 0,0 0 0,0 2 0,0-1 0,0 1 0,0-2 0,0 0 0,0 2 0,0-1 0,0 1 0,0-2 0,0 0 0,0 0 0,0 2 0,0-1 0,0 1 0,0-2 0,0 0 0,0 0 0,0 5 0,0-4 0,0 3 0,0-4 0,0 0 0,2-2 0,-1 2 0,1-3 0,-2 3 0,0 5 0,0-4 0,0 4 0,0-5 0,0 0 0,0 0 0,0 0 0,0 0 0,0 0 0,0 0 0,0 4 0,0-3 0,0 4 0,0-5 0,0 0 0,0 0 0,0 0 0,0 0 0,0 0 0,0 0 0,0 0 0,0 7 0,0-5 0,2 4 0,-1-6 0,1 3 0,-2-3 0,0 2 0,0-2 0,0 0 0,0 7 0,2-5 0,-1 5 0,1-7 0,-2 0 0,0 0 0,0 0 0,0 0 0,0 0 0,2 0 0,-1 0 0,1 0 0,-2 7 0,2-6 0,-1 6 0,1-7 0,-2 0 0,0 0 0,2 0 0,-1 0 0,1 0 0,-2 0 0,0 0 0,2 5 0,-1-4 0,1 3 0,-2-4 0,0 0 0,0 0 0,0 0 0,0 0 0,0 0 0,3 7 0,-3-5 0,2 5 0,-2-7 0,0 0 0,0 0 0,0 0 0,0 4 0,0-3 0,0 4 0,0-5 0,0 0 0,0 0 0,0 0 0,0 2 0,3-1 0,-3 1 0,2-2 0,-2 0 0,0 0 0,0 0 0,0 0 0,3 5 0,-3-4 0,2 3 0,-2-4 0,0 0 0,0 0 0,0 0 0,0 0 0,0 0 0,0 0 0,0 1 0,0-1 0,0 0 0,0 0 0,0 0 0,0 0 0,3 0 0,-3 0 0,2 0 0,-2 0 0,0 0 0,0 0 0,0 0 0,0 0 0,0 0 0,0 0 0,-2 0 0,2 0 0,-3 0 0,3 0 0,-2 2 0,1-1 0,-1 1 0,2-2 0,0 0 0,-2 0 0,1 0 0,-1 0 0,0 7 0,1-5 0,-1 4 0,2-6 0,0 0 0,-2 0 0,1 0 0,-1 1 0,2 7 0,0-5 0,0 6 0,0-9 0,0 0 0,0 0 0,-2 0 0,1 0 0,-1 0 0,2 0 0,0 0 0,0 0 0,0 0 0,0 4 0,0-2 0,0 2 0,0-4 0,0 2 0,0-1 0,0 1 0,0-2 0,0 0 0,0 0 0,0 0 0,0 0 0,0 0 0,0 0 0,0 0 0,0 0 0,0 0 0,0 0 0,0 0 0,0 1 0,0-1 0,0 0 0,0 0 0,0 0 0,0 0 0,0 0 0,0 0 0,0 0 0,0 0 0,0 0 0,0 0 0,0 0 0,0 0 0,0 0 0,0 0 0,0 0 0,0 0 0,0 0 0,2-2 0,-1 1 0,1-1 0,-2 2 0,0 0 0,0 0 0,2-2 0,-1 1 0,1-1 0,-2 2 0,0 0 0,0 0 0,0 0 0,0 0 0,0 0 0,0 0 0,0 0 0,0 0 0,0 0 0,0 0 0,0 0 0,0 0 0,0 1 0,2-4 0,-1 3 0,1-2 0,-2 2 0,0 0 0,0 0 0,0 0 0,0 0 0,0 0 0,0 0 0,0 2 0,0-1 0,0 1 0,0-2 0,0 0 0,0 0 0,0 0 0,0 0 0,0 0 0,0 0 0,0 0 0,0 0 0,0 0 0,0 0 0,0 0 0,0 0 0,0 0 0,-2 0 0,1 0 0,-1 0 0,2 0 0,-2-2 0,-3-7 0,1 0 0,0-6 0,4 5 0,-3 2 0,3-1 0,-2 1 0,-1-2 0,3 0 0,-2 0 0,-1 2 0,3-2 0,-3 2 0,3-2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3:46.878"/>
    </inkml:context>
    <inkml:brush xml:id="br0">
      <inkml:brushProperty name="width" value="0.2" units="cm"/>
      <inkml:brushProperty name="height" value="1.2" units="cm"/>
      <inkml:brushProperty name="color" value="#CC0066"/>
      <inkml:brushProperty name="inkEffects" value="pencil"/>
    </inkml:brush>
  </inkml:definitions>
  <inkml:trace contextRef="#ctx0" brushRef="#br0">0 10 16383,'11'0'0,"-1"0"0,4 0 0,-7 0 0,7 0 0,-9 0 0,0 0 0,0 0 0,0 0 0,0 0 0,0 0 0,0 0 0,0 0 0,0 0 0,0 0 0,0 0 0,0 0 0,0 0 0,0 0 0,0 0 0,0 0 0,-2-2 0,1 1 0,-1-1 0,2 2 0,0 0 0,0 0 0,0 0 0,0 0 0,0 0 0,0 0 0,0 0 0,0 0 0,0 0 0,1 0 0,-1 0 0,0 0 0,-3-2 0,3 1 0,-2-1 0,2 2 0,0 0 0,0 0 0,0 0 0,0 0 0,0 0 0,0 0 0,0 0 0,0 0 0,0 0 0,0 0 0,0 0 0,0 0 0,0 0 0,0 0 0,0 0 0,0 0 0,-2 2 0,-1 3 0,0 1 0,-1 1 0,1-2 0,0-2 0,-1 1 0,1-1 0,0 2 0,1-2 0,0 2 0,1-5 0,-3 5 0,3-3 0,-1 1 0,0 2 0,1-5 0,-3 5 0,3-3 0,-1 1 0,2-1 0,0-2 0,-2 3 0,2-3 0,-3 5 0,3-5 0,0 5 0,0-5 0,-2 5 0,2-5 0,-2 3 0,2-1 0,0-2 0,-3 5 0,3-5 0,-2 5 0,2-5 0,-3 5 0,3-5 0,-2 3 0,2-1 0,-2 1 0,1-1 0,-1 1 0,0-1 0,1 1 0,-1 0 0,0 1 0,1-3 0,-1 1 0,0 2 0,1-3 0,-1 4 0,0-3 0,1-1 0,-1 3 0,0-1 0,1 0 0,-3 1 0,3-3 0,-1 3 0,2-3 0,-2 3 0,1-3 0,-3 3 0,6-1 0,-4 0 0,2 1 0,-1-3 0,-3 3 0,3-1 0,-1 0 0,0 1 0,2-3 0,-5 3 0,5-1 0,-3 0 0,1 1 0,2-3 0,-5 3 0,5-1 0,-3 0 0,1 2 0,2-5 0,-5 5 0,5-3 0,-3 1 0,1 2 0,2-5 0,-5 5 0,5-3 0,-2 1 0,-1 2 0,5-3 0,-6 3 0,6-2 0,-7 2 0,5-5 0,-2 5 0,-1-2 0,5 2 0,-3 0 0,3-3 0,-4 3 0,1-5 0,-3 5 0,5-2 0,-2 2 0,3-2 0,-4 1 0,1-3 0,-1 3 0,2-1 0,0 0 0,-2 1 0,1-3 0,-3 3 0,6-3 0,-6 3 0,5-3 0,-5 3 0,3-3 0,-1 3 0,2-3 0,0 1 0,-2 0 0,1-1 0,-1 1 0,2 0 0,-2 1 0,2 0 0,-3 1 0,3-3 0,0 1 0,-2 0 0,2-1 0,-3 1 0,3 0 0,-2 1 0,2 0 0,-5 1 0,5-3 0,-2 3 0,2-1 0,0 0 0,-3 1 0,3-3 0,-5 3 0,5-1 0,-2 0 0,2 2 0,0-5 0,-2 5 0,1-5 0,-1 2 0,2 1 0,0-1 0,0 1 0,-2 2 0,1-5 0,-1 2 0,2 1 0,0-1 0,0 1 0,-2 2 0,1-5 0,-3 5 0,5-2 0,-2-1 0,1 3 0,-1-5 0,-3 5 0,6-5 0,-4 5 0,4-2 0,-2-1 0,-2 3 0,1-5 0,2 5 0,-1-2 0,0 2 0,0-3 0,-3 1 0,3-1 0,-2 1 0,2 0 0,-5 1 0,5-3 0,0 5 0,-2-2 0,4 1 0,-7-1 0,5-3 0,-2 3 0,2-1 0,0 0 0,-3 1 0,3-3 0,-5 3 0,5-1 0,-2 2 0,4 0 0,-4 0 0,4-2 0,-4 1 0,2-3 0,-2 3 0,1-1 0,-1 2 0,4 2 0,-1-3 0,-1 2 0,-1-5 0,-1 4 0,2-3 0,0 1 0,-2 2 0,12 6 0,-9-6 0,8 9 0,-9-11 0,-3-1 0,1 3 0,2-5 0,-5 5 0,5-2 0,-3-1 0,1 3 0,2-5 0,-5 5 0,5-2 0,-3-1 0,1 3 0,2-5 0,-5 5 0,7-2 0,-4 2 0,5-2 0,-3-1 0,-3 0 0,3-1 0,-2 3 0,2-3 0,-3 3 0,3-3 0,-5 3 0,7-3 0,-6 3 0,6-3 0,-6 3 0,3-3 0,-1 3 0,2-3 0,-2 3 0,1-3 0,-3 3 0,3-1 0,-1 0 0,0 1 0,1-3 0,-3 3 0,5-1 0,-2 2 0,3-2 0,-4 1 0,-1-1 0,0 0 0,1 1 0,2-1 0,-2 2 0,1-2 0,-1-1 0,0 1 0,1-1 0,-1 1 0,2 2 0,0-5 0,-2 5 0,2-5 0,-5 5 0,7-3 0,-6 3 0,6-2 0,-5-1 0,3-2 0,0 3 0,-2-1 0,2 1 0,-5 2 0,5-5 0,-5 7 0,3-4 0,-1 2 0,-2 0 0,3-2 0,1 4 0,-3-2 0,4 0 0,-5-2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3:56.639"/>
    </inkml:context>
    <inkml:brush xml:id="br0">
      <inkml:brushProperty name="width" value="0.2" units="cm"/>
      <inkml:brushProperty name="height" value="1.2" units="cm"/>
      <inkml:brushProperty name="color" value="#CC0066"/>
      <inkml:brushProperty name="inkEffects" value="pencil"/>
    </inkml:brush>
  </inkml:definitions>
  <inkml:trace contextRef="#ctx0" brushRef="#br0">36 1 16383,'0'10'0,"0"0"0,0-5 0,0 0 0,0 0 0,0 0 0,0 0 0,0 0 0,0 0 0,0 0 0,0 0 0,0 0 0,0 0 0,0 0 0,0 0 0,0 0 0,0 0 0,0 0 0,0 0 0,0 0 0,0 0 0,0 0 0,0 0 0,0 0 0,0 0 0,0 0 0,0 0 0,0 0 0,0 3 0,0-3 0,0 2 0,2-2 0,-1 0 0,1 1 0,-2-1 0,0 0 0,0 0 0,0 0 0,0 0 0,0 0 0,0 0 0,0 0 0,0 0 0,0 0 0,0 0 0,0 0 0,0 0 0,0 0 0,0 0 0,0 0 0,0 0 0,0 0 0,2 0 0,-1 2 0,1-1 0,-2 1 0,0-2 0,0 0 0,0 0 0,0 0 0,0 2 0,0-1 0,0 1 0,0 1 0,2-5 0,-1 4 0,1-5 0,-2 3 0,0 0 0,0 0 0,0 0 0,0 1 0,0-1 0,0 0 0,0 0 0,0 0 0,0 0 0,0 0 0,0 0 0,0 0 0,0 0 0,0 0 0,0 0 0,0 0 0,0 0 0,0 0 0,0 0 0,0 0 0,0 0 0,0 2 0,0-1 0,0 1 0,0-2 0,0 0 0,0 0 0,0 0 0,0 0 0,0 0 0,0 0 0,0 0 0,0 0 0,0 0 0,0 0 0,0 0 0,0 0 0,0 0 0,0 0 0,0 0 0,0 0 0,3-2 0,-3 2 0,2-2 0,-2 2 0,0 0 0,0 0 0,0 0 0,0 0 0,0 4 0,0-3 0,0 4 0,0-5 0,0 0 0,0 0 0,0 0 0,0 0 0,0 0 0,0 0 0,0 0 0,0 0 0,0 2 0,0-1 0,0 1 0,0-2 0,0 0 0,0 0 0,0 0 0,3 0 0,-3 0 0,2 0 0,-2 0 0,0 0 0,0 0 0,0 0 0,0 0 0,0 0 0,0 0 0,0 1 0,0-1 0,0 0 0,0 0 0,0 0 0,0 0 0,0 0 0,0 0 0,0 0 0,0 0 0,0 0 0,0 0 0,0 0 0,0 0 0,0 0 0,0 0 0,0 0 0,0 0 0,0 0 0,0 0 0,0 0 0,0 0 0,0 0 0,0 0 0,0 0 0,0 0 0,0 0 0,0 0 0,0 0 0,0 0 0,0 0 0,0 0 0,0 0 0,0 0 0,0 0 0,0 0 0,0 0 0,0 0 0,0 0 0,0 0 0,0 1 0,0-1 0,0 0 0,0 0 0,0 0 0,0 0 0,0 0 0,0 0 0,0 0 0,0 0 0,0 0 0,0 0 0,0 0 0,0 0 0,0 0 0,0 0 0,0 0 0,0 0 0,0 0 0,0 0 0,0 0 0,0 0 0,0 0 0,0 0 0,0 0 0,0 0 0,0 0 0,0 0 0,0 0 0,0 0 0,0 0 0,0 0 0,0 0 0,-2-2 0,2 2 0,-3-3 0,3 3 0,0 0 0,0 0 0,0 0 0,0 1 0,0-1 0,0 0 0,0 0 0,0 0 0,0 0 0,0 0 0,0 0 0,0 0 0,0 2 0,0-1 0,0 1 0,0-2 0,-2 0 0,1 0 0,-1 0 0,2 0 0,0 0 0,0 0 0,0 0 0,0 0 0,0 0 0,0 0 0,0 0 0,0 0 0,0 0 0,0 0 0,0 0 0,0 0 0,0 0 0,0 0 0,0 0 0,0 0 0,0 0 0,0 0 0,0 0 0,0 0 0,0 0 0,0 0 0,0 1 0,0-1 0,0 0 0,0 0 0,0 0 0,0 0 0,0 0 0,0 0 0,0 0 0,0 0 0,0 0 0,0 0 0,0 0 0,0 0 0,0 0 0,0 0 0,0 0 0,0 0 0,0 0 0,0 0 0,0 0 0,0 0 0,0 0 0,-2-2 0,1 4 0,-1-4 0,2 4 0,0-2 0,0 0 0,0 0 0,0 0 0,0 0 0,-2 0 0,1 0 0,-1 0 0,2 3 0,0-3 0,0 2 0,0-1 0,0-1 0,0 0 0,0 0 0,0 0 0,-2 0 0,1 0 0,-1 0 0,2 0 0,0 0 0,0 0 0,0 0 0,0 0 0,0 0 0,0 0 0,-2 0 0,1 0 0,-1 0 0,2 0 0,0 0 0,0 0 0,0 0 0,0 0 0,0 0 0,0 0 0,0 0 0,-2 0 0,1 0 0,-1 0 0,2 0 0,0 0 0,0 0 0,0 0 0,0 0 0,0 0 0,-2 0 0,1 0 0,-1 0 0,2 0 0,0 1 0,0-1 0,0 0 0,0 0 0,0 0 0,-3-3 0,3 3 0,-2-2 0,2 2 0,0 0 0,0 2 0,0-1 0,0 1 0,0-2 0,0 0 0,-3-2 0,3 1 0,-2-1 0,2 2 0,0 0 0,0 0 0,0 0 0,0 2 0,0-1 0,0 1 0,0 0 0,0-1 0,0 1 0,0-2 0,0 0 0,0 0 0,0 0 0,0 0 0,-3 9 0,3-6 0,-2 6 0,2-9 0,0 0 0,0 0 0,0 0 0,0 0 0,0 0 0,0 0 0,0 0 0,0 0 0,0 9 0,0-5 0,0 6 0,0-8 0,0-2 0,0 0 0,0 0 0,0 0 0,0 0 0,0 0 0,0 9 0,0-7 0,-3 7 0,3-9 0,-3 0 0,3 0 0,0 0 0,0 0 0,0 5 0,0-4 0,0 4 0,0-5 0,0 0 0,0 0 0,0 2 0,0-2 0,0 3 0,0-3 0,0 0 0,0 0 0,0 0 0,0 0 0,0 0 0,0 0 0,0 0 0,0 0 0,0 0 0,0 0 0,0 0 0,0 0 0,0 0 0,0 0 0,0 0 0,0 0 0,0 0 0,0 0 0,0 0 0,0 0 0,0 0 0,0 0 0,0 0 0,0 0 0,0 0 0,0 0 0,0 0 0,0 0 0,0 0 0,0 1 0,0-1 0,0 0 0,0 0 0,3 0 0,-3 0 0,2 0 0,-2 0 0,0 0 0,0 0 0,0 0 0,0 0 0,0 0 0,0 0 0,0 0 0,0 0 0,0 0 0,0 0 0,0 0 0,0 0 0,0 0 0,0 0 0,0 0 0,0 0 0,0 0 0,0 0 0,0 0 0,0 0 0,0 0 0,0 0 0,0 0 0,0 0 0,0 0 0,0 0 0,3 0 0,-3 0 0,3 0 0,-3 0 0,0 0 0,0 1 0,0-1 0,0 0 0,0 0 0,0 0 0,0 0 0,0 0 0,0 0 0,0 0 0,0 0 0,0 0 0,0 0 0,0 0 0,0 0 0,0 0 0,0 0 0,0 0 0,0 0 0,0 0 0,0 0 0,0 0 0,2-2 0,-2 1 0,3-1 0,-3 2 0,0 0 0,0 0 0,0 0 0,0 0 0,0 0 0,0 0 0,0 0 0,0 0 0,0 0 0,0 0 0,0 0 0,0 0 0,0 0 0,0 0 0,0 5 0,0-4 0,0 4 0,0-5 0,0 0 0,0 0 0,0 0 0,0 4 0,0-3 0,0 4 0,0-5 0,0 0 0,0 0 0,0 0 0,0 0 0,0 4 0,0-2 0,0 2 0,0-4 0,0 0 0,0 0 0,0 0 0,0 0 0,0 5 0,0-4 0,0 3 0,0-4 0,0 0 0,0 0 0,0 0 0,0 0 0,0 5 0,0-4 0,0 4 0,0-5 0,0 0 0,0 0 0,0 0 0,0 0 0,0 0 0,0 4 0,0-3 0,0 4 0,0-5 0,0 0 0,0 0 0,0 0 0,0 0 0,0 0 0,0 0 0,0 0 0,0 7 0,0-6 0,0 6 0,0-7 0,0 0 0,0 0 0,0 0 0,0 0 0,0 0 0,0 5 0,0-4 0,0 3 0,0-3 0,0-1 0,0 0 0,0 0 0,0 0 0,0 0 0,0 0 0,0 2 0,0-2 0,0 3 0,0-3 0,0 0 0,0 0 0,0 0 0,0 0 0,0 4 0,0-2 0,2 2 0,-2-4 0,3 0 0,-3 0 0,0 0 0,0 0 0,0 0 0,0 0 0,0 0 0,0 0 0,0 0 0,0 3 0,0-3 0,0 2 0,0-2 0,0 0 0,0 0 0,0 0 0,2 5 0,-2-4 0,3 4 0,-3-5 0,0 0 0,0 0 0,0 2 0,0-1 0,0 1 0,0-2 0,0 0 0,0 0 0,0 0 0,0 2 0,0-1 0,0 1 0,0-2 0,0 0 0,0 0 0,0 2 0,0-1 0,0 1 0,0-2 0,0 0 0,0 0 0,0 0 0,0 3 0,0-3 0,0 2 0,0-2 0,0 0 0,0 0 0,0 0 0,0 0 0,2 9 0,-2-6 0,3 6 0,-3-9 0,0 0 0,0 2 0,0-1 0,0 1 0,0-2 0,2 7 0,-2-6 0,3 6 0,-3-7 0,2 0 0,-2 0 0,3 0 0,-3 0 0,0 0 0,0 0 0,0 0 0,0 0 0,0 0 0,0 0 0,0 0 0,0 0 0,2-2 0,-2 2 0,3-3 0,-3 3 0,0 0 0,0 0 0,0 0 0,0 0 0,0 1 0,0-1 0,0 0 0,0 0 0,0 0 0,0 0 0,0 2 0,0-2 0,0 3 0,0-3 0,0 0 0,0 0 0,0 2 0,0-1 0,0 1 0,0-2 0,0 0 0,0 0 0,0 0 0,0 0 0,0 5 0,2-4 0,-2 3 0,3-4 0,-3 0 0,0 0 0,0 0 0,0 0 0,0 7 0,0-5 0,0 4 0,0-6 0,0 1 0,0-1 0,0 0 0,0 0 0,0 0 0,-3 0 0,3 6 0,-2-4 0,2 5 0,0-7 0,0 0 0,0 0 0,-3 0 0,3 0 0,-2 0 0,2 7 0,0-6 0,0 6 0,0-7 0,0 0 0,0 0 0,0 0 0,0 0 0,0 5 0,0-4 0,0 3 0,0-4 0,0 0 0,0 0 0,0 0 0,0 0 0,0 3 0,0-3 0,0 3 0,0-3 0,0 0 0,0 0 0,-3 0 0,3 4 0,-3-3 0,3 4 0,0-5 0,0 0 0,0 0 0,0 0 0,0 0 0,-2 4 0,2-2 0,-3 2 0,3-4 0,0 0 0,0 0 0,0 0 0,0 0 0,0 0 0,0 0 0,0 7 0,0-3 0,0 3 0,0-5 0,0-2 0,0 0 0,0 1 0,0-1 0,0 0 0,0 6 0,0-4 0,0 5 0,-2-9 0,2 1 0,-3 1 0,3 1 0,0 1 0,0-2 0,0 0 0,0 0 0,0 0 0,0 7 0,0-6 0,0 6 0,-2-7 0,2 0 0,-3 0 0,3 0 0,0 0 0,0 0 0,0 0 0,0 0 0,0 7 0,0-5 0,0 4 0,-2-6 0,1 1 0,-1-1 0,2 0 0,0 0 0,0 0 0,-2 2 0,1-2 0,-1 3 0,2-3 0,0 0 0,0 0 0,0 2 0,0-1 0,0 1 0,0-2 0,0 0 0,0 0 0,0 0 0,0 0 0,0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4:14.706"/>
    </inkml:context>
    <inkml:brush xml:id="br0">
      <inkml:brushProperty name="width" value="0.2" units="cm"/>
      <inkml:brushProperty name="height" value="1.2" units="cm"/>
      <inkml:brushProperty name="color" value="#CC0066"/>
      <inkml:brushProperty name="inkEffects" value="pencil"/>
    </inkml:brush>
  </inkml:definitions>
  <inkml:trace contextRef="#ctx0" brushRef="#br0">0 1 16383,'0'10'0,"0"0"0,0-5 0,0 0 0,0 0 0,0 0 0,0 0 0,0 0 0,0 0 0,0 0 0,0 0 0,0 0 0,0 0 0,0 0 0,0 0 0,0 0 0,0 0 0,0 2 0,0-1 0,0 1 0,0-2 0,0 2 0,0-1 0,0 1 0,0-2 0,0 3 0,0-3 0,0 5 0,0-5 0,0 7 0,0-6 0,0 6 0,0-7 0,0 5 0,0-4 0,0 3 0,2-1 0,-1 0 0,1 1 0,-2-3 0,0 3 0,0-3 0,0 3 0,0-1 0,2 0 0,-1 1 0,1-1 0,-2 0 0,2-1 0,-1 1 0,1-1 0,-2 1 0,0 2 0,0-3 0,0 1 0,0 2 0,0-5 0,0 5 0,0-5 0,0 5 0,0-4 0,2 3 0,-1-1 0,1 0 0,-2-1 0,0 0 0,0 1 0,0 0 0,0 1 0,0-3 0,0 1 0,0 0 0,2 1 0,-1 0 0,1 2 0,-2-5 0,0 2 0,0 1 0,2 2 0,-1-2 0,1 2 0,-2-3 0,0-2 0,0 5 0,0-5 0,0 3 0,0-1 0,0-1 0,0 3 0,0-3 0,0 3 0,2-3 0,-1 1 0,1 0 0,-2 3 0,0-1 0,0 2 0,0-5 0,0 3 0,0-1 0,0 0 0,0 2 0,0-5 0,0 5 0,0-3 0,2 1 0,-1 2 0,1-2 0,-2-1 0,0 3 0,0 0 0,0-2 0,0 4 0,0-4 0,2 2 0,-1-2 0,1 1 0,-2-3 0,0 3 0,0-1 0,2 0 0,-1 1 0,1-3 0,-2 4 0,0-3 0,3 6 0,-3-5 0,2 4 0,-2-4 0,0-1 0,3 3 0,-3-2 0,2 0 0,-2 1 0,0-3 0,3 3 0,-3-1 0,2 0 0,-2 1 0,0-3 0,0 3 0,0 1 0,3-1 0,-3 2 0,2-5 0,-2 4 0,0-5 0,0 5 0,0-3 0,0 1 0,0-1 0,0-1 0,0 1 0,0-2 0,0 5 0,0-2 0,0-1 0,0 1 0,0-3 0,0 2 0,0-1 0,0 1 0,0-2 0,0 2 0,0-1 0,0 1 0,0-2 0,0 0 0,0 0 0,0 2 0,0-1 0,0 1 0,0-2 0,0 2 0,0-1 0,0 1 0,0-2 0,0 0 0,0 0 0,0 0 0,0 0 0,0 0 0,0 0 0,0 0 0,0 1 0,0-1 0,0 0 0,0 0 0,0 0 0,0 0 0,0 0 0,0 0 0,0 0 0,0 0 0,0 0 0,0 0 0,0 0 0,0 0 0,0 0 0,0 0 0,0 0 0,0 0 0,0 0 0,-2 0 0,2 0 0,-3 0 0,3 0 0,0 0 0,0 0 0,0 0 0,0 0 0,-2 0 0,1 0 0,-1 0 0,2 0 0,0 0 0,0 0 0,0 0 0,0 0 0,0 0 0,0 0 0,0 0 0,-2 3 0,1-3 0,-1 3 0,2-3 0,-2 0 0,1 0 0,-1 0 0,2 0 0,0 0 0,0 0 0,0 0 0,-2 0 0,1 0 0,-1 0 0,2 0 0,0 0 0,0 0 0,0 0 0,0 0 0,0 0 0,-2-2 0,1 1 0,-1-1 0,2 2 0,0 0 0,0 0 0,0 0 0,0 0 0,0 0 0,0 0 0,0 0 0,0 0 0,0 0 0,0 0 0,0 0 0,-2 0 0,1 0 0,-1 0 0,2 0 0,0 0 0,0 0 0,0 1 0,0-1 0,0 0 0,0 0 0,0 0 0,0 0 0,0 0 0,0 0 0,0 0 0,0 0 0,0 0 0,0 0 0,-2-2 0,1 1 0,-1-1 0,2 2 0,0 0 0,0 0 0,0 0 0,0 0 0,0 0 0,0 0 0,0 2 0,0-1 0,0 1 0,0-2 0,0 0 0,0 0 0,0 0 0,0 0 0,0 0 0,0 0 0,0 0 0,0 0 0,0 0 0,0 0 0,0 0 0,0 0 0,0 0 0,0 1 0,0-1 0,0 0 0,0 0 0,0 0 0,0 0 0,0 0 0,0 0 0,0 0 0,0 0 0,0 0 0,0 0 0,0 0 0,0 0 0,0 0 0,2-2 0,-1 1 0,1-1 0,-2 2 0,0 0 0,0 0 0,0 0 0,0 0 0,0 0 0,0 0 0,0 0 0,0 0 0,0 0 0,0 0 0,0 0 0,0 0 0,0 0 0,0 0 0,0 0 0,0 0 0,0 0 0,0 0 0,0 0 0,0 0 0,0 0 0,0 1 0,2-1 0,-1 0 0,1 0 0,-2 0 0,0 0 0,0 2 0,0-2 0,0 3 0,0-3 0,0 0 0,0 0 0,0 0 0,0 0 0,0 0 0,0 0 0,2-2 0,-1 1 0,1-1 0,-2 2 0,0 0 0,0 0 0,0 0 0,0 0 0,0 0 0,0 0 0,0 0 0,0 0 0,0 0 0,0 0 0,0 0 0,0 0 0,0 0 0,0 0 0,0 0 0,0 0 0,0 0 0,0 0 0,0 0 0,0 0 0,0 1 0,0-1 0,0 0 0,0 0 0,0 0 0,-2-3 0,1 3 0,-1-2 0,2 2 0,0 0 0,0 0 0,0 0 0,0 0 0,0 0 0,0 0 0,0 0 0,0 0 0,0 0 0,0 0 0,0 0 0,0 0 0,0 0 0,0 0 0,0 0 0,0 0 0,0 0 0,0 0 0,0 0 0,0 0 0,0 0 0,0 0 0,0 0 0,0 0 0,0 5 0,2-4 0,-1 3 0,1-4 0,-2 0 0,0 1 0,0-1 0,0 0 0,0 0 0,2 4 0,-1-3 0,1 4 0,-2-5 0,0 0 0,2-2 0,-1 1 0,1-1 0,-2 2 0,0 7 0,0-6 0,0 6 0,0-7 0,0 0 0,0 0 0,0 0 0,0 5 0,0-4 0,0 3 0,0-4 0,0 0 0,0 0 0,0 0 0,0 0 0,0 0 0,0 5 0,0-4 0,0 3 0,0-3 0,0-1 0,0 0 0,0 0 0,-2 0 0,1 0 0,-1 0 0,2 6 0,0-4 0,0 5 0,0-7 0,0 0 0,0 0 0,0 0 0,0 0 0,0 0 0,0 0 0,0 0 0,0 11 0,0-8 0,0 8 0,0-11 0,0 0 0,0 0 0,0 0 0,0 0 0,0 0 0,0 0 0,0 0 0,0 3 0,0-3 0,0 3 0,0-3 0,0 0 0,0 0 0,0 0 0,0 0 0,0 0 0,0 0 0,0 0 0,0 0 0,0 0 0,0 0 0,0 0 0,0 0 0,0 0 0,0 0 0,0 0 0,0 0 0,0 0 0,0 0 0,0 0 0,0 0 0,0 0 0,0 0 0,0 0 0,0 0 0,0 0 0,0 0 0,0 0 0,0 0 0,0 0 0,0 0 0,0 0 0,0 0 0,0 0 0,0 0 0,0 0 0,0 0 0,0 0 0,0 1 0,0-1 0,0 0 0,0 0 0,0 0 0,0 0 0,0 0 0,0 0 0,0 0 0,0 0 0,0 0 0,0 0 0,0 0 0,0 0 0,0 0 0,0 0 0,0 0 0,0 0 0,0 0 0,0 0 0,0 0 0,0 0 0,0 0 0,0 0 0,0 0 0,0 0 0,0 0 0,0 0 0,0 0 0,0 0 0,0 0 0,0 0 0,0 0 0,0 0 0,-2 0 0,1 0 0,-1 0 0,2 0 0,0 0 0,0 1 0,0-1 0,0 0 0,0 0 0,0 0 0,0 0 0,0 0 0,0 0 0,0 0 0,0 0 0,-3 0 0,3 0 0,-2 0 0,2 0 0,0 0 0,0 0 0,0 0 0,0 0 0,0 0 0,0 0 0,0 0 0,-3 0 0,3 0 0,-2 0 0,2 0 0,0 0 0,0 0 0,0 0 0,0 2 0,0 1 0,-3 0 0,3-1 0,-3-2 0,3 0 0,0 0 0,0 0 0,0 0 0,0 3 0,0-3 0,0 3 0,0-3 0,0 0 0,0 0 0,0 0 0,0 0 0,0 0 0,0 0 0,0 2 0,0-1 0,0 1 0,0-2 0,0 0 0,0 0 0,0 2 0,0-1 0,0 3 0,0-3 0,0 3 0,0-3 0,0 1 0,0-2 0,0 0 0,0 0 0,0 0 0,0 0 0,0 0 0,0 0 0,0 0 0,0 12 0,0-10 0,0 10 0,0-12 0,0 0 0,0 0 0,0 0 0,0 0 0,0 0 0,3 0 0,-3 0 0,3 0 0,-3 7 0,0-6 0,0 6 0,2-7 0,-2 0 0,3 0 0,-3 0 0,0 0 0,0 0 0,0 2 0,0-1 0,0 1 0,0-2 0,2 0 0,-2 0 0,3 0 0,-3 0 0,0 0 0,0 0 0,0 0 0,0 0 0,0 3 0,0-3 0,0 3 0,0-3 0,0 0 0,0 0 0,0 0 0,0 0 0,0 6 0,0-4 0,0 5 0,0-7 0,0 0 0,0 0 0,0 0 0,0 0 0,0 9 0,0-7 0,0 7 0,0-9 0,0 0 0,0 0 0,0 0 0,0 0 0,0 0 0,0 0 0,0 0 0,0 0 0,0 0 0,0 0 0,2-2 0,-2 2 0,3-3 0,-3 3 0,0 1 0,0-1 0,0 0 0,0 0 0,0 0 0,0 0 0,0 0 0,0 0 0,0 0 0,0 0 0,0 0 0,0 0 0,2 0 0,-2 0 0,3 0 0,-3 0 0,0 0 0,0 0 0,0 0 0,0 0 0,0 0 0,2-2 0,-2 1 0,3-1 0,-3 2 0,0 0 0,0 0 0,0 0 0,0 0 0,0 0 0,0 0 0,2-2 0,-2 2 0,3-3 0,-3 3 0,0 0 0,0 0 0,0 0 0,0 0 0,2-2 0,-2 2 0,3-3 0,-3 4 0,0-1 0,0 0 0,0 0 0,0 0 0,0 0 0,0 0 0,2 0 0,-2 0 0,3 0 0,-3 0 0,0 0 0,0 0 0,0 0 0,0 0 0,0 2 0,2-4 0,-1 4 0,1-4 0,-2 2 0,0 0 0,0 0 0,0 0 0,0 0 0,0 0 0,2-2 0,-1 1 0,1-1 0,-2 2 0,0 0 0,0 0 0,0 0 0,0 0 0,0 0 0,0 0 0,0 0 0,0 0 0,0 0 0,0 0 0,0 0 0,0 0 0,0 1 0,0-1 0,2 0 0,-1 0 0,1 2 0,-2-2 0,0 3 0,0-3 0,0 0 0,0 0 0,0 0 0,0 0 0,0 0 0,0 0 0,0 2 0,0-1 0,0 1 0,0-2 0,0 0 0,0 0 0,0 0 0,0 0 0,0 0 0,2-2 0,-1 1 0,1-1 0,-2 2 0,0 0 0,0 0 0,0 0 0,0 0 0,0 0 0,2 3 0,-1-3 0,1 2 0,-2-2 0,0 0 0,0 1 0,0-1 0,0 0 0,2-3 0,-1 3 0,1-2 0,-2 2 0,0 0 0,0 2 0,0-1 0,0 1 0,-2-2 0,1 0 0,-1 0 0,0-2 0,1 1 0,-1-1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4:46.050"/>
    </inkml:context>
    <inkml:brush xml:id="br0">
      <inkml:brushProperty name="width" value="0.2" units="cm"/>
      <inkml:brushProperty name="height" value="1.2" units="cm"/>
      <inkml:brushProperty name="color" value="#CC0066"/>
      <inkml:brushProperty name="inkEffects" value="pencil"/>
    </inkml:brush>
  </inkml:definitions>
  <inkml:trace contextRef="#ctx0" brushRef="#br0">0 1 16383,'3'10'0,"-1"0"0,-2-5 0,0 0 0,0 0 0,0 0 0,2-2 0,-1 1 0,1-1 0,-2 2 0,0 0 0,0 0 0,0 0 0,0 0 0,0 0 0,0 0 0,0 0 0,0 0 0,2 0 0,-1 0 0,1 0 0,-2 0 0,0 0 0,0 0 0,0 0 0,0 0 0,0 0 0,0 0 0,0 1 0,0-1 0,0 0 0,0 0 0,0 2 0,0-2 0,0 3 0,0-3 0,0 2 0,2-1 0,-1 1 0,1-2 0,-2 2 0,0-1 0,0 1 0,0-2 0,0 2 0,2-1 0,-1 1 0,1 0 0,-2-1 0,0 1 0,2-2 0,-1 2 0,1-1 0,-2 1 0,0 1 0,2-1 0,-1 1 0,1-1 0,-2-2 0,0 3 0,2-3 0,-1 5 0,1-5 0,-2 5 0,0-2 0,2 2 0,-1-2 0,1 1 0,-2-3 0,0 3 0,2-3 0,-1 1 0,1 0 0,-2 1 0,0 0 0,0-1 0,3 0 0,-3 1 0,2 0 0,-2 2 0,0 0 0,3-2 0,-3 1 0,2-1 0,-2 0 0,0-1 0,0 3 0,0-5 0,0 5 0,3-5 0,-3 5 0,2-4 0,-2 3 0,0-3 0,0 3 0,0-3 0,3 12 0,-3-10 0,2 10 0,-2-12 0,0 3 0,3-3 0,-3 1 0,2-2 0,-2 3 0,0-3 0,0 5 0,0-5 0,0 5 0,3 4 0,-3-2 0,2 2 0,-2-6 0,0-3 0,3 2 0,-3-1 0,2 1 0,-2-2 0,0 2 0,0-1 0,0 1 0,0 0 0,0-1 0,3 17 0,-3-14 0,2 11 0,-2-15 0,0 0 0,0 3 0,0-3 0,3 2 0,-3-1 0,2 1 0,-2-2 0,0 3 0,0-1 0,0-2 0,0 5 0,0-4 0,3 3 0,-3-3 0,3 3 0,-3-3 0,0 1 0,0-2 0,0 0 0,0 0 0,0 0 0,0 0 0,0 2 0,0 1 0,0 0 0,0-1 0,0 0 0,0-1 0,0 1 0,0-2 0,0 0 0,0 0 0,0 0 0,0 0 0,0 0 0,0 1 0,2 3 0,-2-3 0,3 6 0,-3-7 0,0 3 0,0-1 0,0-1 0,0 1 0,0-2 0,0 0 0,0 0 0,0 0 0,0 0 0,-3 0 0,3 0 0,-3 0 0,3 0 0,0 0 0,0 0 0,0 0 0,0 0 0,0 0 0,0 0 0,-2 0 0,2 0 0,-3 0 0,3 0 0,0 0 0,0 0 0,0 0 0,0 0 0,0 0 0,0 0 0,0 0 0,-2 5 0,2-2 0,-3 2 0,3-2 0,0-3 0,0 0 0,0 0 0,0 0 0,0 0 0,0 0 0,0 2 0,0-1 0,0 1 0,0-2 0,0 0 0,0 0 0,0 0 0,0 0 0,0 0 0,0 0 0,0 0 0,0 0 0,0 0 0,0 0 0,0 0 0,0 0 0,0 0 0,0 0 0,0 0 0,0 0 0,0 0 0,0 3 0,0-3 0,0 2 0,0-2 0,0 1 0,0-1 0,0 0 0,0 0 0,0 0 0,0 0 0,0 0 0,0 0 0,0 0 0,0 0 0,0 0 0,0 0 0,0 0 0,0 0 0,0 0 0,0 0 0,0 0 0,0 0 0,0 0 0,0 0 0,0 0 0,0 0 0,0 0 0,0 0 0,0 0 0,0 0 0,0 0 0,0 0 0,0 0 0,0 0 0,0 0 0,0 0 0,0 0 0,0 0 0,0 0 0,0 0 0,-2-2 0,2 2 0,-3-3 0,3 3 0,0 0 0,0 3 0,0-3 0,0 3 0,0-3 0,0 0 0,-2 0 0,1 0 0,-1 0 0,2 0 0,0 2 0,0-1 0,0 1 0,-2-2 0,1 0 0,-1 0 0,2 0 0,0 0 0,0 0 0,0 0 0,0 0 0,0 0 0,0 0 0,0 0 0,0 0 0,0 0 0,0 0 0,0 0 0,0 0 0,-2 5 0,1-2 0,-1 2 0,2 0 0,0-5 0,0 3 0,0-3 0,0 0 0,0 0 0,0 0 0,0 0 0,0 0 0,0 0 0,0 0 0,-2 0 0,1 0 0,-1 0 0,2 0 0,0 0 0,0 0 0,0 0 0,0 0 0,0 0 0,0 2 0,0-1 0,-2-1 0,1-1 0,-1 1 0,2 1 0,0 1 0,0-2 0,0 0 0,0 0 0,0 0 0,0 0 0,0 0 0,-2 0 0,1 0 0,-1 0 0,2 0 0,0 0 0,0 0 0,0 0 0,0 1 0,0-1 0,0 0 0,0 0 0,0 0 0,0 0 0,0 0 0,0 0 0,0 0 0,0 0 0,0 0 0,0 0 0,0 0 0,0 4 0,0-3 0,0 4 0,0-5 0,0 0 0,0 0 0,0 0 0,0 0 0,0 7 0,0-6 0,0 6 0,0-7 0,0 0 0,2 0 0,-1 0 0,1 0 0,-2 0 0,0 0 0,0 0 0,0 12 0,0-10 0,0 10 0,0-12 0,0 0 0,2 0 0,-1 0 0,1 0 0,-2 6 0,0-4 0,0 5 0,0-7 0,0 0 0,0 0 0,0 0 0,0 0 0,0 0 0,0 0 0,2 5 0,-1 0 0,1 1 0,-2-2 0,0-4 0,0 0 0,0 0 0,0 0 0,0 0 0,0 0 0,0 3 0,0-3 0,0 3 0,0-3 0,0 0 0,0 0 0,0 0 0,0 0 0,0 0 0,0 0 0,0 0 0,0 0 0,0 2 0,0-1 0,0 1 0,0-2 0,0 0 0,0 4 0,2-2 0,-1 2 0,1-4 0,-2 0 0,0 0 0,0 0 0,0 0 0,0 0 0,0 5 0,0-4 0,0 3 0,0-4 0,0 0 0,0 0 0,0 0 0,0 0 0,0 0 0,0 0 0,0 1 0,0-1 0,0 0 0,0 2 0,0-2 0,0 3 0,0-3 0,0 0 0,0 2 0,0-1 0,0 1 0,2-2 0,-1 0 0,1 0 0,-2 0 0,0 0 0,0 0 0,0 0 0,0 0 0,0 0 0,0 0 0,0 0 0,0 0 0,0 0 0,0 0 0,2 0 0,-1 0 0,1 0 0,-2 0 0,0 0 0,0 0 0,0 0 0,0 0 0,0 7 0,0-5 0,0 5 0,2-7 0,-1 0 0,1 0 0,-2 0 0,0 6 0,0-4 0,0 5 0,0-7 0,0 0 0,0 0 0,0 0 0,0 0 0,0 0 0,0 0 0,0 2 0,0 3 0,0 1 0,0-1 0,0-3 0,0-2 0,0 0 0,0 0 0,0 0 0,0 0 0,0 3 0,0 2 0,0-2 0,0 1 0,0-3 0,0-1 0,0 0 0,0 0 0,0 0 0,0 0 0,0 0 0,0 0 0,0 2 0,0-1 0,0 10 0,0-7 0,0 8 0,0-9 0,0-1 0,0 0 0,0-1 0,0 1 0,0-2 0,0 0 0,0 0 0,0 9 0,-2-7 0,1 7 0,-1-9 0,2 0 0,0 0 0,0 1 0,0 1 0,0 1 0,0-1 0,0 1 0,0-3 0,0 2 0,0-1 0,0 1 0,0-2 0,0 2 0,0-1 0,0 1 0,0 0 0,0-1 0,0 1 0,0-2 0,0 0 0,0 0 0,0 0 0,0 7 0,0-5 0,0 4 0,0-3 0,0-3 0,0 2 0,0-2 0,0 0 0,0 0 0,0 0 0,0 1 0,0 1 0,0-2 0,0 5 0,0-5 0,2 3 0,-1-3 0,1 6 0,-2-4 0,0 5 0,0-7 0,0 0 0,0 0 0,2 0 0,-1 0 0,1 0 0,-2 0 0,0 5 0,0-2 0,0 2 0,0-3 0,0-2 0,0 0 0,0 0 0,2 0 0,-1 0 0,1 0 0,-2 0 0,0 0 0,0 0 0,0 0 0,0 0 0,0 7 0,0-5 0,0 5 0,2-7 0,-1 0 0,1 0 0,-2 0 0,0 0 0,0 0 0,0 0 0,0 0 0,0 0 0,2 2 0,-1-1 0,1 1 0,-2-2 0,0 0 0,0 0 0,0 0 0,0 0 0,0 0 0,0 0 0,0 0 0,0 0 0,0 2 0,0-1 0,0 1 0,0-2 0,0 0 0,0 0 0,2 0 0,-1 0 0,1 0 0,-2 0 0,0 1 0,0-1 0,0 0 0,0 0 0,0 0 0,0 0 0,0 0 0,0 0 0,0 0 0,0 0 0,0 0 0,0 0 0,0 0 0,0 0 0,0 0 0,0 0 0,0 0 0,0 0 0,0 0 0,2 0 0,-1 0 0,1 0 0,-2 0 0,0 0 0,0 0 0,0 0 0,0 0 0,0 0 0,0 0 0,0 0 0,0 0 0,0 0 0,0 0 0,0 0 0,0 0 0,0 0 0,0 0 0,0 0 0,0 0 0,2 0 0,-1 1 0,1-1 0,-2 0 0,0 0 0,0 0 0,0 0 0,0 0 0,0 0 0,0 0 0,0 2 0,0-1 0,2-1 0,-1-1 0,1-1 0,-2 2 0,0 0 0,0 2 0,0-1 0,0 1 0,0-2 0,2 0 0,-1 0 0,1 0 0,-2 5 0,0-4 0,2 1 0,-1-3 0,1-1 0,-2 7 0,0-4 0,0 3 0,0-4 0,0 0 0,0 0 0,2 7 0,-1-5 0,1 5 0,-2-7 0,0 0 0,0 0 0,0 2 0,0-1 0,0 1 0,0-2 0,0 0 0,0 0 0,0 0 0,0 7 0,0-6 0,0 6 0,0-7 0,0 0 0,0 0 0,0 2 0,0-1 0,0 1 0,0-2 0,0 0 0,0 0 0,0 0 0,0 0 0,0 0 0,0 0 0,0 0 0,0 0 0,0 0 0,0 0 0,0 1 0,0-1 0,0 0 0,0 0 0,0 0 0,2-3 0,-1 3 0,1-2 0,-2 2 0,0 0 0,0 0 0,2-2 0,-1 1 0,1-15 0,-2 8 0,3-8 0,-3 6 0,2 2 0,-2-2 0,0 0 0,3 0 0,-3 0 0,2 0 0,-2 0 0,0 0 0,0 0 0,0 0 0,0-3 0,3-4 0,-3 5 0,2-2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4:49.800"/>
    </inkml:context>
    <inkml:brush xml:id="br0">
      <inkml:brushProperty name="width" value="0.2" units="cm"/>
      <inkml:brushProperty name="height" value="1.2" units="cm"/>
      <inkml:brushProperty name="color" value="#CC0066"/>
      <inkml:brushProperty name="inkEffects" value="pencil"/>
    </inkml:brush>
  </inkml:definitions>
  <inkml:trace contextRef="#ctx0" brushRef="#br0">1 866 16383,'5'-9'0,"-2"0"0,1 6 0,-1-2 0,0 0 0,1 2 0,-1 1 0,0 0 0,1-1 0,-1-2 0,2 0 0,0 2 0,-2-2 0,1 5 0,-3-5 0,3 3 0,-1-1 0,2-2 0,-2 2 0,1 1 0,-1-3 0,0 2 0,1 0 0,-1-1 0,2 1 0,0-2 0,0 0 0,2-2 0,-1 1 0,1-1 0,-2 4 0,0-2 0,0 3 0,0-4 0,-2 1 0,4 0 0,-6 0 0,6 2 0,-4-1 0,4 1 0,-4-2 0,4 0 0,-4 0 0,2 0 0,0 0 0,0 0 0,0 0 0,0 0 0,-2-1 0,3 4 0,-5-3 0,8 0 0,-5 2 0,3-4 0,-2 4 0,-2-2 0,1 0 0,1 0 0,1 0 0,1 0 0,-4 0 0,1 2 0,-1-2 0,2 3 0,0-1 0,0-2 0,-2 2 0,1 1 0,-1-3 0,2 2 0,-2-2 0,2 2 0,-3-1 0,3 1 0,0-2 0,0 2 0,-2-1 0,2 1 0,-3 0 0,1-2 0,2 3 0,0-3 0,0-1 0,3 1 0,-3 0 0,0 0 0,0 0 0,0 0 0,0 0 0,0 2 0,-2-1 0,1 3 0,-1-3 0,2 1 0,0-2 0,0 0 0,0 0 0,0 0 0,0 2 0,-2-2 0,1 2 0,-1 1 0,2-3 0,0 2 0,0-2 0,0 0 0,0 2 0,-2-1 0,1 3 0,-1-3 0,2 1 0,2-4 0,-1 3 0,-1-3 0,2 7 0,-6-5 0,6 5 0,-5-5 0,3 2 0,0-2 0,0 3 0,0-3 0,0 2 0,1 0 0,-4-1 0,5 1 0,-4-2 0,5 2 0,-3-1 0,0 1 0,0 0 0,2-2 0,-4 3 0,4-1 0,-4-2 0,2 3 0,0-1 0,2-4 0,-1 4 0,1-3 0,-2 2 0,0 3 0,0-3 0,-2 1 0,1 0 0,6-3 0,-6 2 0,7-3 0,-8 4 0,2-2 0,0 3 0,0-3 0,0 2 0,0-2 0,0 5 0,-2-5 0,2 5 0,0-7 0,0 3 0,2-1 0,-1 1 0,-1 1 0,2-2 0,-2 0 0,5 0 0,-7 0 0,4 2 0,-4-2 0,2 3 0,0-3 0,0-1 0,0 4 0,0-3 0,0 2 0,0-2 0,-2 0 0,1 2 0,-1-1 0,2 3 0,0-3 0,0 1 0,0 0 0,0-1 0,0 1 0,0-2 0,2 0 0,-3 0 0,7-3 0,-9 3 0,6 0 0,-5 2 0,0 1 0,8-5 0,-9 0 0,10 0 0,-10 5 0,1 0 0,2-1 0,-3 0 0,1-1 0,2 3 0,-2-4 0,4 3 0,-4-3 0,4 2 0,-4-2 0,2 5 0,-3-5 0,3 5 0,-5-5 0,5 2 0,-2 0 0,2 1 0,-2 0 0,1 1 0,-1-3 0,0 1 0,1 0 0,-1 5 0,0 2 0,1 1 0,-3-1 0,3-3 0,-1 3 0,2 1 0,-2 1 0,3 1 0,-2-2 0,3 0 0,-2 0 0,0 0 0,-2 0 0,1-2 0,-1 2 0,2-3 0,0 3 0,0 0 0,0 0 0,0-2 0,-2 2 0,2-3 0,-3 1 0,1 2 0,2-5 0,-3 7 0,3-6 0,0 6 0,0-4 0,-2 2 0,2-3 0,2 7 0,-1-7 0,1 7 0,-2-6 0,-2 0 0,-1 1 0,3-3 0,-2 3 0,2-1 0,0 2 0,0 0 0,2 0 0,1 0 0,-3 0 0,4 0 0,-5 0 0,3 0 0,-2-2 0,-2 1 0,1-3 0,-1 3 0,2-1 0,0 0 0,-2 1 0,1-3 0,-1 3 0,0-1 0,1 0 0,-3 1 0,3-3 0,-1 3 0,2-1 0,0 0 0,0 2 0,0-3 0,0 3 0,0-2 0,-2 2 0,2-5 0,-3 5 0,6-3 0,-5 3 0,4-2 0,-4 2 0,2-3 0,2 4 0,-4-1 0,4-3 0,-4 3 0,2-2 0,-3 2 0,3-3 0,-2 1 0,0-1 0,3 1 0,-2 2 0,3-3 0,-4 3 0,1-5 0,-3 5 0,5-2 0,-2 0 0,1 1 0,-1-3 0,-3 3 0,5-3 0,-2 3 0,3-3 0,-4 3 0,1-1 0,-1 0 0,2 1 0,0-3 0,-2 3 0,4-3 0,-6 3 0,8-1 0,-6 0 0,2 1 0,0-3 0,-3 3 0,3-3 0,-2 3 0,2-3 0,-3 3 0,3-3 0,-2 3 0,2-3 0,-5 3 0,7-3 0,-6 3 0,6-3 0,-7 3 0,5-3 0,-2 3 0,2-1 0,0 0 0,2 4 0,-1-4 0,1 4 0,-2-4 0,-2 2 0,1-5 0,-3 5 0,3-3 0,-1 1 0,2 2 0,0-5 0,-2 5 0,1-5 0,-3 5 0,3-2 0,-1-1 0,0 3 0,1-5 0,-1 5 0,2-5 0,-2 5 0,1-5 0,-3 5 0,3-2 0,-1-1 0,2 3 0,0-5 0,-2 5 0,1-5 0,-3 5 0,3-2 0,-1 2 0,2-2 0,0 3 0,-2-2 0,2 3 0,-3-2 0,1 0 0,2-2 0,-3 1 0,1-1 0,2 0 0,-5 1 0,2-1 0,1 2 0,-1 0 0,1 0 0,2-2 0,-5 1 0,5-3 0,-2 3 0,-1-1 0,3 0 0,-5 1 0,5-3 0,-2 3 0,-1-1 0,3 0 0,-5 2 0,5-3 0,-2 1 0,0 2 0,1-5 0,-3 5 0,5-3 0,-5 3 0,6-2 0,-4-1 0,0 1 0,1-1 0,-1 1 0,0 2 0,1-5 0,-1 5 0,2-2 0,0-1 0,-2 3 0,1-5 0,-3 5 0,3-2 0,-1-1 0,2 3 0,0-5 0,-2 5 0,1-5 0,-1 5 0,2-2 0,0 0 0,-2 1 0,1-3 0,-1 3 0,2-3 0,-2 3 0,2-3 0,-5 3 0,5-1 0,-3 2 0,3-2 0,-2 1 0,2-1 0,-5 2 0,5-2 0,-5 1 0,2-1 0,1 2 0,0-2 0,-1 1 0,3-3 0,-5 3 0,5-1 0,-5 2 0,5-2 0,-5 1 0,5-3 0,-2 3 0,-1-1 0,3 2 0,-2 0 0,2-2 0,-2 2 0,1-5 0,-3 5 0,3-3 0,-8 3 0,1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2:09.514"/>
    </inkml:context>
    <inkml:brush xml:id="br0">
      <inkml:brushProperty name="width" value="0.2" units="cm"/>
      <inkml:brushProperty name="height" value="1.2" units="cm"/>
      <inkml:brushProperty name="color" value="#CC0066"/>
      <inkml:brushProperty name="inkEffects" value="pencil"/>
    </inkml:brush>
  </inkml:definitions>
  <inkml:trace contextRef="#ctx0" brushRef="#br0">0 31 16383,'11'-3'0,"-2"1"0,-4 2 0,0 0 0,0-3 0,1 3 0,-1-2 0,0 2 0,2 0 0,-2 0 0,3 0 0,-3 0 0,0 0 0,-2-3 0,1 3 0,-1-3 0,2 3 0,0 0 0,0 0 0,0 0 0,0 0 0,2 0 0,-1 0 0,3 0 0,-3-2 0,1 2 0,-2-3 0,0 3 0,0 0 0,0 0 0,0 0 0,2 0 0,-1 0 0,1 0 0,-2 0 0,0 0 0,3 0 0,-3 0 0,2 0 0,-2 0 0,3 0 0,-3 0 0,3 0 0,-3 0 0,2 0 0,1 0 0,0 0 0,-1 0 0,0 0 0,-1 0 0,1 0 0,-2 0 0,2 0 0,1 0 0,2 0 0,0 0 0,-2 0 0,1 0 0,-3-2 0,3 2 0,-3-3 0,4 3 0,-5 0 0,5 0 0,-5 0 0,5 0 0,-2 0 0,-1 0 0,1 0 0,-1 0 0,1 0 0,-1 0 0,3 0 0,-2 0 0,0 0 0,1 0 0,-3 0 0,3 0 0,-3 0 0,3 0 0,-1 0 0,0 0 0,1 0 0,-1 0 0,2 0 0,-2 0 0,2 0 0,-3 0 0,1 0 0,2 0 0,-3 0 0,1 0 0,2 0 0,-5 0 0,5 0 0,-2 0 0,0 0 0,1 0 0,-3 0 0,3 0 0,-3 0 0,9 0 0,-4 0 0,3 0 0,-3 0 0,-3 0 0,0 0 0,2 0 0,-3 0 0,1 0 0,2 0 0,-5 0 0,5 0 0,-5-2 0,5 1 0,-5-1 0,5 2 0,-4 0 0,3 0 0,-3 0 0,1 0 0,0 0 0,1 0 0,0 0 0,-1 0 0,-2 0 0,2 0 0,1 0 0,0 0 0,-1 0 0,0 0 0,-1 0 0,1 0 0,1 0 0,-3 0 0,2 0 0,1 0 0,-3 0 0,2 0 0,1 0 0,-3 0 0,3 0 0,-3 0 0,2 0 0,1 0 0,-1 0 0,1 0 0,-1 0 0,-1 0 0,1 0 0,-2 0 0,2 0 0,1 0 0,0 0 0,-1 0 0,-2 0 0,2 0 0,-1 0 0,3 0 0,-1 2 0,0-1 0,-1 1 0,-2-2 0,0 0 0,3 0 0,-3 0 0,2 0 0,-2 0 0,3 0 0,-3 0 0,3 0 0,-3 0 0,0 2 0,0-1 0,0 1 0,2-2 0,1 0 0,0 0 0,-1 0 0,-2 0 0,2 0 0,-1 0 0,1 0 0,-2 0 0,0 0 0,0 0 0,2 0 0,-1 0 0,1 0 0,-2 0 0,0 0 0,2 0 0,-1 0 0,1 0 0,-2 0 0,0 0 0,0 0 0,0 0 0,5 0 0,-4 0 0,6 0 0,-7 0 0,3 0 0,-3 0 0,0 0 0,0 0 0,0 0 0,0 0 0,0 0 0,0 0 0,0 0 0,0 0 0,0 0 0,0 0 0,0 0 0,0 0 0,0 0 0,0 0 0,0 0 0,0 0 0,0 0 0,0 0 0,0 0 0,0 0 0,0 0 0,0 0 0,0 0 0,0 0 0,0 0 0,2 0 0,-1 0 0,1 0 0,-2 0 0,0 0 0,0 0 0,3 0 0,-3 0 0,3 0 0,-3 0 0,0 0 0,2 0 0,-2 0 0,3 3 0,-3-3 0,0 2 0,0-2 0,0 0 0,0 0 0,0 0 0,0 0 0,0 0 0,0 0 0,0 0 0,0 0 0,0 0 0,0 0 0,0 0 0,0 0 0,0 0 0,0 0 0,0 0 0,0 0 0,0 0 0,0 0 0,0 0 0,0 0 0,3 0 0,-3 0 0,2 0 0,-2 0 0,0 0 0,0 0 0,0 0 0,0 0 0,1 0 0,-1 0 0,0 0 0,0 0 0,0 0 0,0 0 0,2 0 0,-2 0 0,3 0 0,-3 0 0,0 0 0,0 0 0,2 0 0,-1 0 0,1 0 0,-2 0 0,0 0 0,0 0 0,0 0 0,0 0 0,0 0 0,0 0 0,0 0 0,0 0 0,0 0 0,0 0 0,0 0 0,0 0 0,0 0 0,3 0 0,-3 0 0,2 0 0,-2 0 0,0 0 0,0 0 0,0 0 0,0 0 0,1 0 0,-1 3 0,0-3 0,0 2 0,0-2 0,2 0 0,-2 0 0,3 0 0,-3 0 0,2 0 0,-1 0 0,1 0 0,-2 0 0,0 0 0,0 0 0,0 0 0,0 0 0,0 0 0,0 0 0,0 0 0,0 0 0,0 0 0,0 0 0,0 0 0,0 0 0,2 0 0,-1 0 0,1 0 0,-2 0 0,0 0 0,0 0 0,0 0 0,0 0 0,0 0 0,0 0 0,0 0 0,1 0 0,-1 0 0,0 0 0,0 0 0,2 0 0,-2 0 0,3 0 0,-3 0 0,0 0 0,0 0 0,0 0 0,0 0 0,0 0 0,0 0 0,0 0 0,0 0 0,0 0 0,0 0 0,0 0 0,0 0 0,2 0 0,-1 0 0,1 0 0,-2 0 0,0 0 0,0 0 0,0 0 0,0 0 0,0 0 0,0 0 0,0 0 0,0-2 0,0 2 0,0-3 0,0 3 0,3 0 0,-3 0 0,3 0 0,-3 0 0,0 0 0,0 0 0,0 0 0,0 0 0,0 0 0,0 0 0,0 0 0,0 0 0,0 0 0,0 0 0,0 0 0,0 0 0,0 0 0,0 0 0,0 0 0,0 0 0,0 0 0,0 0 0,0 0 0,0 0 0,0 0 0,0 0 0,0 0 0,0 0 0,-2 2 0,4-1 0,-2 1 0,3-2 0,-1 0 0,-2 0 0,0 0 0,0 0 0,0 0 0,0 0 0,0 0 0,0 0 0,1 0 0,-1 0 0,0 0 0,0 0 0,0 0 0,0 0 0,0 0 0,0 0 0,0 0 0,0 0 0,0 0 0,0 0 0,0 0 0,0 0 0,0 0 0,2 0 0,-1 3 0,1-3 0,-2 2 0,0-2 0,0 0 0,0 0 0,0 0 0,0 0 0,0 0 0,0 0 0,0 0 0,0 0 0,0 0 0,0 0 0,0 0 0,0 0 0,0 0 0,0 0 0,0 0 0,3 0 0,-3 0 0,3 0 0,-3 0 0,0 0 0,0 0 0,0 0 0,0 0 0,0 0 0,0 0 0,0 0 0,0 0 0,0-2 0,0 1 0,0-1 0,0 2 0,0 0 0,0 0 0,2 0 0,-1 0 0,1 0 0,-2 0 0,0 0 0,0 0 0,0 0 0,0 0 0,2 0 0,-1 0 0,1 0 0,-2 0 0,0 0 0,0 0 0,0 0 0,0 0 0,0 0 0,0-2 0,0 1 0,0-1 0,0 2 0,0 0 0,1 0 0,-4 0 0,1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2:11.613"/>
    </inkml:context>
    <inkml:brush xml:id="br0">
      <inkml:brushProperty name="width" value="0.2" units="cm"/>
      <inkml:brushProperty name="height" value="1.2" units="cm"/>
      <inkml:brushProperty name="color" value="#CC0066"/>
      <inkml:brushProperty name="inkEffects" value="pencil"/>
    </inkml:brush>
  </inkml:definitions>
  <inkml:trace contextRef="#ctx0" brushRef="#br0">0 128 16383,'11'-3'0,"-2"1"0,-4 2 0,0 0 0,0 0 0,0-3 0,0 3 0,0-3 0,0 3 0,0 0 0,0 0 0,3 0 0,-3 0 0,2 0 0,-1 0 0,-1 0 0,0-2 0,0 2 0,0-3 0,2 3 0,1 0 0,-1 0 0,3 0 0,-4 0 0,1 0 0,0 0 0,-1 0 0,3 0 0,-3 0 0,3 0 0,-1 0 0,0 0 0,-1 0 0,0 0 0,-1 0 0,3 0 0,-3 0 0,1 0 0,1 0 0,-3 0 0,5-2 0,-5 2 0,7-3 0,-6 3 0,6 0 0,-4 0 0,-1 0 0,3 0 0,-2 0 0,0 0 0,-1 0 0,0 0 0,1 0 0,0 0 0,1 0 0,-1 0 0,0 0 0,1 0 0,-1 0 0,0 0 0,1 0 0,-1 0 0,2 0 0,-2 0 0,2 0 0,-3 0 0,4 0 0,-4 0 0,3 0 0,-2 0 0,2 0 0,-2 0 0,1 0 0,-1 0 0,4 0 0,4 0 0,-4 0 0,2 0 0,-8 0 0,9 0 0,-8 0 0,8 0 0,-7 0 0,2 0 0,0 0 0,-3 0 0,8 0 0,-8 0 0,8 0 0,-7 0 0,6 0 0,-2 0 0,2 0 0,-6 0 0,1 0 0,-1 0 0,2 0 0,0 0 0,0 0 0,0 0 0,-2 0 0,2 0 0,-2 0 0,2 0 0,0 0 0,-2 0 0,1 0 0,-1 0 0,2 0 0,-2 0 0,1 0 0,-1 0 0,0 0 0,1 0 0,-1 0 0,0 0 0,1 0 0,-1 0 0,0 0 0,2 0 0,-5 0 0,5 0 0,-3 0 0,1 0 0,2 0 0,-2 0 0,-1 0 0,3 0 0,-2 0 0,0 0 0,1 0 0,-3 0 0,3 0 0,-3 0 0,3 0 0,-1 0 0,0 0 0,-1 0 0,0 0 0,3 0 0,-1 0 0,0 0 0,-1 0 0,-3 0 0,5 0 0,-5 0 0,2 0 0,1 0 0,-3 0 0,5 0 0,-5 0 0,3 0 0,-3-2 0,2 1 0,-2-1 0,3 2 0,-1 0 0,-1 0 0,1 0 0,-2 0 0,0 0 0,2 0 0,1 0 0,0 0 0,-1 0 0,-2 0 0,0 0 0,0-2 0,0 1 0,2-1 0,1 2 0,0 0 0,-1 0 0,-2 0 0,0 0 0,0 0 0,0 0 0,0 0 0,0 0 0,0-2 0,3 1 0,0-1 0,-1 2 0,3 0 0,-5 0 0,3 0 0,-3 0 0,0 0 0,0 0 0,0 0 0,0 0 0,0 0 0,0 0 0,0 0 0,0 0 0,0 0 0,2 0 0,-1 0 0,1 0 0,-2 0 0,0 0 0,0 0 0,0 0 0,0 0 0,0 0 0,0 0 0,0 0 0,0 0 0,0 0 0,0 0 0,0 0 0,0 0 0,0 0 0,0 0 0,0 0 0,0 0 0,1 0 0,-1 0 0,0 0 0,0 0 0,0 0 0,2 0 0,-2 0 0,3 0 0,-3 0 0,0 0 0,0 0 0,0 0 0,0 0 0,0 0 0,0 0 0,0 0 0,0 0 0,0 0 0,0 0 0,0 0 0,0 0 0,0 0 0,0 0 0,0 0 0,0 0 0,0 0 0,0 0 0,0 0 0,0 0 0,0 0 0,0 0 0,0 0 0,0 0 0,0 0 0,0 0 0,0 0 0,0 0 0,0 0 0,0 0 0,1 0 0,-1 0 0,0 0 0,0 0 0,0-2 0,0 1 0,0-1 0,0 2 0,0 0 0,0 0 0,0 0 0,0 0 0,0 0 0,9 0 0,-7 0 0,7 0 0,-9 0 0,0 0 0,0 0 0,0 0 0,0 0 0,0 0 0,0 0 0,0-2 0,0 1 0,0-1 0,0 2 0,0 0 0,0 0 0,0 0 0,0 0 0,0 0 0,0 0 0,0 0 0,0 0 0,1 0 0,-1 0 0,0 0 0,0 0 0,0 0 0,0 0 0,0 0 0,0 0 0,0 0 0,0 0 0,0 0 0,0 0 0,0 0 0,0 0 0,0 0 0,0 0 0,0 0 0,0 0 0,0 0 0,2 0 0,-1 0 0,1 0 0,-2 0 0,0 0 0,0 0 0,0 0 0,0 0 0,0 0 0,0 2 0,2-1 0,-1 1 0,1-2 0,-2 0 0,0 0 0,0 0 0,0 0 0,0 0 0,0 0 0,3 0 0,-3 0 0,3 0 0,-3 0 0,0-2 0,0 1 0,0-1 0,0 2 0,0 0 0,0 0 0,0 0 0,0 0 0,0 0 0,0 0 0,0 0 0,0 0 0,0-2 0,0 1 0,0-1 0,0 2 0,0 0 0,0 0 0,0 0 0,0 0 0,0 0 0,0 0 0,0-2 0,0 1 0,0-1 0,0 2 0,0 0 0,0 0 0,0 0 0,0 0 0,0 0 0,0 0 0,0-3 0,0 3 0,3-2 0,-3 2 0,3 0 0,-3 0 0,0 0 0,2 0 0,-2-3 0,5 3 0,-2-2 0,2 2 0,-5-3 0,2 3 0,-4-2 0,2 2 0,0 0 0,0 0 0,0 0 0,0 0 0,0 0 0,0 0 0,0 0 0,0 0 0,0-3 0,0 3 0,0-3 0,0 3 0,0 0 0,0 0 0,0 0 0,0 0 0,0 0 0,0 0 0,0 0 0,0 0 0,0 0 0,-2-2 0,2 2 0,0-3 0,0 3 0,3 0 0,-3 0 0,0 0 0,0 0 0,0 0 0,0 0 0,0 0 0,0 0 0,0 0 0,0 0 0,0 0 0,0 0 0,0 0 0,0 0 0,0 0 0,0 0 0,0 0 0,0 0 0,0 0 0,0 0 0,0 0 0,0 0 0,0 0 0,0 0 0,0 0 0,0 0 0,0 0 0,0 0 0,0 0 0,0 0 0,0 0 0,0 0 0,0 0 0,0 0 0,0 0 0,0 0 0,1 0 0,-1 0 0,0 0 0,0 0 0,0 0 0,0 0 0,0 0 0,0 0 0,-3-2 0,3 2 0,-2-3 0,2 3 0,0 0 0,0 0 0,0 0 0,0 0 0,-2-2 0,1 1 0,-1-1 0,2 2 0,0 0 0,0 0 0,0 0 0,0 0 0,2-2 0,-1 1 0,1-1 0,-2 2 0,0 0 0,-2-2 0,1 1 0,-1-1 0,2 2 0,0 0 0,-15-4 0,6 0 0,-14-1 0,12 1 0,-1 3 0,2-1 0,-1 2 0,1 0 0,0 0 0,0-2 0,0 1 0,0-1 0,0 2 0,0 0 0,0 0 0,0 0 0,0 0 0,0 0 0,0 0 0,-7 2 0,5-1 0,-5 1 0,7 0 0,0-1 0,0 3 0,0-3 0,0 3 0,0-3 0,0 1 0,2-2 0,1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2:13.313"/>
    </inkml:context>
    <inkml:brush xml:id="br0">
      <inkml:brushProperty name="width" value="0.2" units="cm"/>
      <inkml:brushProperty name="height" value="1.2" units="cm"/>
      <inkml:brushProperty name="color" value="#CC0066"/>
      <inkml:brushProperty name="inkEffects" value="pencil"/>
    </inkml:brush>
  </inkml:definitions>
  <inkml:trace contextRef="#ctx0" brushRef="#br0">0 31 16383,'11'0'0,"-4"-2"0,-3 1 0,-1-1 0,2 2 0,0 0 0,0 0 0,0 0 0,0 0 0,0 0 0,0 0 0,0 0 0,1 0 0,-1 0 0,0 0 0,9-2 0,-7 1 0,7-1 0,-7 2 0,-1 0 0,1 0 0,0 0 0,-1 0 0,1 0 0,-2 0 0,0 0 0,0 0 0,7-2 0,-6 1 0,6-1 0,-7 2 0,2 0 0,1 0 0,0 0 0,-1 0 0,1 0 0,-3 0 0,5 0 0,-5 0 0,3 0 0,1 0 0,-3 0 0,6 0 0,-7 0 0,3 0 0,-1 0 0,-1 0 0,1-2 0,0 1 0,-1-1 0,3 2 0,-3 0 0,1 0 0,0 0 0,-1 0 0,1 0 0,3 0 0,-2 0 0,2 0 0,0 0 0,-5 0 0,2 0 0,1 0 0,-1 0 0,1 0 0,0 0 0,-1 0 0,1 0 0,-1 0 0,3 0 0,-5 0 0,3 0 0,-3 0 0,2 0 0,-1 0 0,3 0 0,-1 0 0,0 0 0,-1 0 0,0 0 0,-1 0 0,1 0 0,0 0 0,-1 0 0,3 0 0,-3 0 0,1 0 0,1 0 0,2 0 0,-2 0 0,4 0 0,-7 0 0,3 0 0,-1 0 0,-2 0 0,3 0 0,-1 0 0,-2 0 0,5 0 0,-4 0 0,1 0 0,0 0 0,-1 0 0,1 0 0,0 0 0,1 0 0,0 0 0,-1 0 0,0 0 0,-1 0 0,3 0 0,-3 0 0,1 0 0,0 0 0,-1 0 0,4 0 0,-5 0 0,2 0 0,-2 0 0,3 0 0,-3 0 0,5 0 0,-5 0 0,3 0 0,-3 0 0,2 0 0,1 0 0,0 0 0,-1 0 0,0 0 0,-1 0 0,1 0 0,-2 0 0,2 0 0,-1 0 0,1 0 0,-2 0 0,5 0 0,-2 0 0,2 0 0,-3 0 0,-2 0 0,0 0 0,3 0 0,-3 0 0,2 0 0,1 0 0,-3 0 0,2 0 0,-2 0 0,3 0 0,-3 0 0,3 0 0,1 0 0,-3 0 0,4 0 0,-3 0 0,1 0 0,0 0 0,-1 0 0,-2 0 0,0 0 0,2 0 0,-1-2 0,1 1 0,-2-1 0,2 2 0,-1 0 0,1 0 0,-2 0 0,0 0 0,0 0 0,0 0 0,0 0 0,0 0 0,0 0 0,0 0 0,3 0 0,-3 0 0,2 0 0,-2 0 0,1 0 0,-1 0 0,0 0 0,2 0 0,1 0 0,-1 0 0,1 0 0,-3 0 0,0-3 0,0 3 0,0-2 0,2 2 0,-1 0 0,1 0 0,-2 0 0,0 0 0,4 0 0,-2 0 0,2 0 0,-4 0 0,0 0 0,0 0 0,0 0 0,0 0 0,0 0 0,0 0 0,0 0 0,0 0 0,0 0 0,0 0 0,0 0 0,3 0 0,-3 0 0,3 0 0,-3 0 0,0 0 0,0 0 0,0 0 0,0 0 0,0 0 0,0 0 0,0 0 0,2 0 0,-1 0 0,1 0 0,-2 0 0,0 0 0,0 0 0,0 0 0,0 0 0,0 0 0,0 0 0,0 0 0,2 0 0,-1 0 0,1 0 0,-2 0 0,0 0 0,0 0 0,0 0 0,0 0 0,0 0 0,0 0 0,0 0 0,0 0 0,0 0 0,0 0 0,0 0 0,0 0 0,0 0 0,0 0 0,1 0 0,-1 0 0,0 0 0,0 0 0,0 0 0,0 0 0,0 0 0,0 0 0,2 0 0,-1 0 0,1 0 0,-2 0 0,0 0 0,0 0 0,0 0 0,0 0 0,0 0 0,0 0 0,0 0 0,0 0 0,0 0 0,0 0 0,0 0 0,0 0 0,0 0 0,0 0 0,0 0 0,0 0 0,0 0 0,0 0 0,0 0 0,0 0 0,0 0 0,0 0 0,0 0 0,0 0 0,3 0 0,-3 0 0,3 0 0,-1 0 0,1 0 0,-1 0 0,1 0 0,-1 0 0,-1 0 0,1 0 0,-2 0 0,0 0 0,0 0 0,0 0 0,0 0 0,0 0 0,2 0 0,-1 0 0,1 0 0,-2 0 0,0 0 0,0 0 0,2 0 0,-1 0 0,3 0 0,-3 0 0,1 0 0,-2 0 0,0 0 0,0 0 0,0 0 0,0 0 0,0 0 0,0 0 0,0 0 0,1 0 0,-1 0 0,0 0 0,0 0 0,0 0 0,0 0 0,2 0 0,-2 0 0,3 0 0,-3 0 0,0 0 0,0 0 0,0 0 0,0 0 0,2 0 0,1 0 0,0 0 0,-1 0 0,0 0 0,-1 0 0,1 0 0,-2 0 0,2 0 0,-1 0 0,1 0 0,-2 0 0,0 0 0,0 0 0,0 0 0,0 0 0,0 0 0,0 0 0,0 0 0,0 0 0,1 0 0,-1 0 0,0 0 0,0 0 0,0 0 0,2 0 0,-2 0 0,3 0 0,-3 0 0,0 0 0,0 0 0,0 0 0,0 0 0,0 0 0,0 0 0,0 0 0,0 0 0,0 0 0,0 0 0,0 0 0,2 0 0,-1 0 0,1 0 0,-2 0 0,0 0 0,2 0 0,-1 0 0,1 0 0,-2 0 0,3 0 0,-3 0 0,2 0 0,-2 0 0,0 0 0,0 0 0,0 0 0,1 0 0,-1 0 0,0 0 0,0 0 0,0 0 0,0 0 0,0 0 0,2 2 0,-1-2 0,1 3 0,-2-3 0,0 0 0,0 0 0,0 0 0,0 0 0,0 0 0,0 0 0,0 0 0,0 0 0,0 0 0,0 0 0,0 0 0,0 0 0,0 0 0,0 0 0,0 0 0,0 0 0,0 0 0,0 0 0,0 0 0,0 0 0,0 0 0,0 0 0,3 0 0,-3 0 0,2 0 0,-2 0 0,1 0 0,-1 0 0,0 0 0,0 0 0,0 0 0,0 0 0,0 0 0,2 2 0,-1-2 0,1 3 0,-2-3 0,0 0 0,0 0 0,0 0 0,0 0 0,0 0 0,0 0 0,0 0 0,4 0 0,-2 0 0,2 0 0,-4 0 0,0 0 0,0 0 0,0 0 0,0 0 0,0 0 0,5 0 0,-4 0 0,3 0 0,-6-3 0,2 3 0,-3-2 0,3 2 0,0 0 0,1 0 0,-1-3 0,0 3 0,0-2 0,0 2 0,0 0 0,0 0 0,0 0 0,0 0 0,0 0 0,0 0 0,-2 0 0,-1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3:03.649"/>
    </inkml:context>
    <inkml:brush xml:id="br0">
      <inkml:brushProperty name="width" value="0.2" units="cm"/>
      <inkml:brushProperty name="height" value="1.2" units="cm"/>
      <inkml:brushProperty name="color" value="#CC0066"/>
      <inkml:brushProperty name="inkEffects" value="pencil"/>
    </inkml:brush>
  </inkml:definitions>
  <inkml:trace contextRef="#ctx0" brushRef="#br0">127 1 16383,'0'10'0,"0"0"0,0-5 0,-2-3 0,2 3 0,-3-2 0,3 2 0,0 0 0,0 0 0,0 0 0,0 0 0,0 0 0,0 0 0,-2 0 0,1 0 0,-1 0 0,2 0 0,0 0 0,0 0 0,0 0 0,0 0 0,0 0 0,0 0 0,0 0 0,0 0 0,-2 0 0,1 0 0,-1 0 0,2 0 0,0 0 0,0 0 0,0 0 0,0 0 0,0 0 0,0 0 0,0 0 0,0 1 0,0-1 0,0 0 0,0 0 0,0 0 0,0 0 0,0 0 0,-2 0 0,1 0 0,-1 0 0,2 0 0,0 0 0,0 0 0,0 0 0,0 0 0,0 0 0,0 0 0,0 0 0,0 0 0,-2 0 0,1 0 0,-1 0 0,2 0 0,0 0 0,0 0 0,0 0 0,0 0 0,0 0 0,0 0 0,0 0 0,0 0 0,0 0 0,0 0 0,0 0 0,0 0 0,0 0 0,0 0 0,-2-2 0,1 2 0,-1-3 0,2 4 0,0-1 0,0 0 0,0 0 0,0 0 0,0 0 0,-2 0 0,1 0 0,-1 0 0,2 0 0,0 0 0,0 0 0,0 0 0,0 0 0,0 0 0,0 0 0,0 0 0,-2-2 0,1 1 0,-1-1 0,2 2 0,0 0 0,0 0 0,0 0 0,0 0 0,-3-2 0,3 1 0,-2-1 0,2 2 0,0 0 0,-3-2 0,3 4 0,-2-4 0,2 4 0,0-2 0,0 0 0,-3 0 0,3 0 0,-2 0 0,2 0 0,0 0 0,0 1 0,0-1 0,0 0 0,0 0 0,-3 2 0,3-2 0,-3 3 0,3-3 0,0 0 0,0 0 0,-2 0 0,2 0 0,-3 0 0,3 0 0,0 0 0,0 0 0,0 0 0,-2 0 0,2 0 0,-3 0 0,3 0 0,0 0 0,0 0 0,0 2 0,0-1 0,0 1 0,0-2 0,0 0 0,0 0 0,0 0 0,0 0 0,0 0 0,-2 0 0,1 0 0,-1 0 0,2 0 0,0 0 0,0 0 0,0 1 0,0-1 0,0 0 0,0 0 0,0 0 0,0 0 0,0 0 0,0 0 0,0 0 0,0 0 0,0 0 0,-2 0 0,1 0 0,-1 0 0,2 2 0,-2-4 0,1 4 0,-1-4 0,2 2 0,0 2 0,0-1 0,0 1 0,0-2 0,0 0 0,0 0 0,0 0 0,0 0 0,0 0 0,0 0 0,0 0 0,0 0 0,0 0 0,0 0 0,0 0 0,0 3 0,0-3 0,0 2 0,0-1 0,0-1 0,0 0 0,0 0 0,0 0 0,0 0 0,0 0 0,0 0 0,0 0 0,0 0 0,0 0 0,0 0 0,0 0 0,0 0 0,0 0 0,0 0 0,-2 0 0,1 0 0,-1 0 0,2 0 0,0 0 0,0 0 0,0 0 0,0 0 0,0 0 0,0 0 0,0 0 0,0 0 0,0 0 0,0 0 0,0 0 0,0 0 0,0 0 0,0 0 0,0 0 0,0 0 0,0 0 0,0 0 0,0 0 0,0 0 0,0 3 0,0-3 0,0 3 0,0-1 0,0-2 0,0 3 0,0-3 0,0 0 0,0 0 0,0 0 0,0 0 0,0 0 0,0 0 0,0 0 0,2-2 0,-1 3 0,1-2 0,-2 3 0,0-2 0,0 0 0,0 0 0,0 0 0,0 0 0,0 0 0,0 0 0,0 0 0,2 2 0,-1-1 0,1 1 0,-2-2 0,0 0 0,0 0 0,0 0 0,0 0 0,0 0 0,0 0 0,0 1 0,0-1 0,0 0 0,0 0 0,0 0 0,0 0 0,0 0 0,0 0 0,0 0 0,0 0 0,0 0 0,0 0 0,0 0 0,0 0 0,0 0 0,0 0 0,0 0 0,0 0 0,0 0 0,0 0 0,0 0 0,0 0 0,0 0 0,0 0 0,0 0 0,0 0 0,0 0 0,0 2 0,0-1 0,0 1 0,0-2 0,0 0 0,0 0 0,0 0 0,0 0 0,0 0 0,0 0 0,0 0 0,0 0 0,0 1 0,0 1 0,0-2 0,0 3 0,0-3 0,0 0 0,0 0 0,0 2 0,0-1 0,0 1 0,0 0 0,0-1 0,0 3 0,0-3 0,0 1 0,0-2 0,0 0 0,0 0 0,0 0 0,0 0 0,0 2 0,0-1 0,0 1 0,0-2 0,0 0 0,0 0 0,0 0 0,0 3 0,0-3 0,0 2 0,-2-2 0,1 3 0,-1-3 0,2 5 0,0-5 0,0 3 0,0-3 0,0 0 0,0 0 0,0 0 0,0 2 0,0-1 0,0 1 0,0-2 0,0 0 0,0 0 0,0 0 0,0 2 0,0-1 0,0 1 0,0-2 0,0 0 0,0 2 0,0-1 0,0 1 0,0-2 0,0 0 0,0 0 0,0 0 0,0 0 0,0 0 0,0 0 0,0 0 0,0 0 0,0 0 0,0 0 0,0 0 0,0 1 0,0-1 0,0 0 0,0 0 0,0 0 0,0 0 0,0 0 0,0 0 0,0 0 0,0 0 0,0 0 0,0 0 0,0 0 0,0 0 0,0 0 0,0 0 0,0 2 0,0-1 0,0 1 0,0-2 0,0 0 0,0 0 0,0 0 0,0 5 0,0-4 0,0 3 0,0-4 0,0 0 0,0 0 0,0 0 0,0 0 0,0 5 0,0-4 0,0 3 0,0-4 0,0 1 0,0-1 0,0 0 0,0 0 0,0 0 0,0 0 0,0 6 0,0-4 0,0 5 0,0-7 0,0 0 0,0 0 0,0 0 0,0 0 0,0 0 0,0 0 0,0 0 0,0 7 0,0-6 0,0 6 0,0-7 0,-2 0 0,1 0 0,-1 0 0,2 0 0,0 0 0,0 7 0,0-5 0,0 4 0,0-6 0,0 1 0,0-1 0,0 0 0,0 0 0,0 0 0,0 0 0,0 0 0,0 9 0,0-7 0,0 7 0,0-7 0,0-1 0,0 3 0,0-3 0,0 1 0,0-2 0,0 0 0,0 7 0,0-6 0,0 6 0,0-7 0,0 0 0,0 0 0,0 0 0,0 0 0,0 0 0,0 0 0,0 0 0,0 0 0,0 0 0,0 12 0,0-10 0,0 10 0,0-12 0,0 0 0,0 0 0,0 0 0,0 0 0,0 2 0,0 5 0,0-3 0,0 3 0,0-7 0,-2 0 0,1 0 0,-1 0 0,2 0 0,0 0 0,0 0 0,0 7 0,0-5 0,0 4 0,0-6 0,0 0 0,0 0 0,0 0 0,0 0 0,0 5 0,0-4 0,0 4 0,0-5 0,0 0 0,0 0 0,0 0 0,0 0 0,0 0 0,0 0 0,0 6 0,0-4 0,0 5 0,0-7 0,0 0 0,0 0 0,0 0 0,0 0 0,0 0 0,0 0 0,0 0 0,0 7 0,0-5 0,0 4 0,0-6 0,0 0 0,0 0 0,0 0 0,0 0 0,0 0 0,0 0 0,0 0 0,0 0 0,0 3 0,0-3 0,2 3 0,-1-3 0,1 0 0,-2 0 0,0 0 0,0 0 0,0 0 0,0 0 0,0 0 0,0 0 0,0 0 0,0 2 0,0-1 0,0 1 0,0-2 0,0 0 0,0 0 0,0 0 0,2 0 0,-1 0 0,1 0 0,-2 0 0,0 0 0,0 0 0,0 0 0,0 0 0,0 0 0,0 0 0,0 0 0,2 0 0,-1 0 0,1 0 0,-2 0 0,0 0 0,0 0 0,0 1 0,0-1 0,0 0 0,0 0 0,0 0 0,0 0 0,0 0 0,2 0 0,-1 0 0,1 0 0,-2 0 0,0 0 0,0 0 0,0 0 0,0 0 0,0 0 0,0 0 0,0 0 0,0 0 0,2 0 0,-1 0 0,1 0 0,-2 0 0,0 0 0,0 0 0,0 0 0,0 0 0,0 0 0,0 0 0,0 0 0,0 0 0,0 0 0,0 0 0,0 0 0,0 0 0,0 0 0,0 0 0,0 0 0,0 0 0,0 1 0,0-1 0,0 0 0,0 0 0,0 0 0,2 0 0,-1 0 0,1 0 0,-2 0 0,0 0 0,0 0 0,0 0 0,0 0 0,0 0 0,0 0 0,0 0 0,0 0 0,0 0 0,0 0 0,0 0 0,0 0 0,0 0 0,0 0 0,0 0 0,0 0 0,0 0 0,0 0 0,0 0 0,0 0 0,0 0 0,0 0 0,0 0 0,0 0 0,0 0 0,0 0 0,0 0 0,0 0 0,0 0 0,0 0 0,0 0 0,0 1 0,0-1 0,0 0 0,0 0 0,0 0 0,0 0 0,0 2 0,0-2 0,0 3 0,0-3 0,0 0 0,0 0 0,0 0 0,0 0 0,0 0 0,0 0 0,0 0 0,-2-2 0,1 1 0,-1-1 0,2 2 0,0 0 0,0 0 0,0 0 0,0 0 0,0 0 0,0 0 0,0 0 0,0 0 0,0 0 0,0 0 0,-2 0 0,1 0 0,-1 0 0,2 0 0,0 0 0,0 0 0,0 0 0,0 0 0,0 1 0,0-1 0,0 0 0,-2 0 0,1 2 0,-1-2 0,2 3 0,0-3 0,0 0 0,0 2 0,0-1 0,0 1 0,0-2 0,0 0 0,0 0 0,0 0 0,0 0 0,-2 0 0,1 0 0,-1 0 0,2 0 0,0 0 0,0 0 0,0 0 0,0 0 0,0 2 0,0-1 0,-3 1 0,3-2 0,-2 0 0,2 0 0,0 0 0,0 0 0,0 0 0,0 3 0,0-3 0,0 3 0,0-3 0,0 0 0,0 0 0,0 0 0,0 0 0,0 0 0,-3 0 0,3 0 0,-2 0 0,2 0 0,0 0 0,0 0 0,0 0 0,0 0 0,0 0 0,-3-2 0,3 1 0,-3 3 0,3 0 0,0 2 0,0-4 0,0 0 0,0 0 0,0 0 0,-2-2 0,2 1 0,-3-1 0,3 7 0,0-4 0,0 3 0,0-4 0,0 0 0,0 0 0,0 3 0,0-3 0,0 3 0,0-3 0,0 0 0,0 0 0,0 4 0,0-3 0,0 4 0,0-5 0,0 0 0,0 2 0,0-1 0,0 1 0,0-2 0,0 0 0,0 0 0,0 2 0,0-1 0,0 1 0,0-2 0,0 0 0,-2 2 0,2-1 0,-3 1 0,3-2 0,0 0 0,0 0 0,0 3 0,0-3 0,0 2 0,0-2 0,0 0 0,0 0 0,0 0 0,0 1 0,0-1 0,0 2 0,0-2 0,0 3 0,3-3 0,-3 0 0,2 0 0,-2 0 0,0 0 0,0 0 0,0 0 0,0 0 0,0 0 0,0 0 0,0 2 0,0-1 0,0 1 0,0-2 0,0 0 0,0 0 0,0 0 0,0 0 0,0 0 0,0 0 0,0 0 0,3-2 0,-3 1 0,2-1 0,-2 2 0,0 0 0,0 0 0,0 0 0,0 0 0,0 0 0,0 0 0,0 3 0,0-3 0,0 3 0,0-3 0,0 0 0,0 0 0,0 0 0,0 0 0,0 0 0,0 0 0,0 0 0,0 0 0,0 0 0,0 0 0,0 0 0,0 0 0,0 0 0,0 0 0,0 2 0,0-1 0,0 1 0,0-2 0,-4-16 0,0 10 0,-1-15 0,3 14 0,2-4 0,0 1 0,0 0 0,-2 0 0,1 0 0,-1 0 0,2 0 0,0-2 0,-2 1 0,1-1 0,-1 2 0,2 0 0,0 0 0,0-1 0,0 1 0,0 3 0,0-1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3:06.396"/>
    </inkml:context>
    <inkml:brush xml:id="br0">
      <inkml:brushProperty name="width" value="0.2" units="cm"/>
      <inkml:brushProperty name="height" value="1.2" units="cm"/>
      <inkml:brushProperty name="color" value="#CC0066"/>
      <inkml:brushProperty name="inkEffects" value="pencil"/>
    </inkml:brush>
  </inkml:definitions>
  <inkml:trace contextRef="#ctx0" brushRef="#br0">22 0 16383,'0'11'0,"0"-2"0,0-4 0,0 0 0,0 1 0,0-1 0,0 0 0,0 2 0,0 1 0,0-1 0,0 1 0,0-3 0,0 0 0,0 0 0,0 0 0,0 0 0,0 0 0,0 0 0,-2 0 0,1 0 0,-1 0 0,2 0 0,0 2 0,0-1 0,0 1 0,0-2 0,0 0 0,0 0 0,0 0 0,0 0 0,-2 0 0,1 0 0,-1 0 0,2 0 0,0 0 0,0 0 0,0 0 0,0 0 0,0 0 0,0 0 0,0 0 0,0 1 0,0-1 0,0 0 0,0 0 0,0 0 0,0 0 0,0 0 0,0 0 0,0 0 0,0 0 0,0 2 0,0-1 0,0 1 0,0-2 0,0 0 0,0 0 0,0 0 0,0 0 0,0 0 0,0 0 0,0 0 0,0 0 0,0 0 0,0 0 0,0 0 0,0 0 0,0 0 0,0 0 0,2 0 0,-1 0 0,1 0 0,-2 0 0,0 0 0,0 0 0,2 0 0,-1 0 0,1 3 0,-2 0 0,0-1 0,0 1 0,0-3 0,0 0 0,2 0 0,-1 0 0,1 2 0,-2-1 0,0 1 0,0-2 0,0 0 0,0 2 0,0-1 0,2 1 0,-1-2 0,1 2 0,-2-1 0,0 1 0,0 0 0,0-1 0,0 6 0,2-4 0,-1 2 0,1-3 0,-2-2 0,0 3 0,0-3 0,0 5 0,0-5 0,0 5 0,0-5 0,0 3 0,2-1 0,-1-2 0,1 5 0,-2-4 0,0 3 0,0-3 0,0 1 0,0 0 0,0-1 0,0 1 0,0-2 0,0 2 0,0-1 0,0 3 0,0-3 0,0 1 0,0-2 0,0 0 0,0 2 0,0-1 0,0 1 0,0-2 0,0 3 0,-2-3 0,1 2 0,-1-2 0,2 0 0,0 1 0,0-1 0,0 0 0,0 0 0,0 0 0,0 0 0,0 0 0,0 0 0,0 0 0,-2 0 0,1 2 0,-1-1 0,2 1 0,0-2 0,0 0 0,0 0 0,0 0 0,0 0 0,0 0 0,0 0 0,0 0 0,0 0 0,0 0 0,0 2 0,0-1 0,0 1 0,-3-2 0,3 0 0,-2 0 0,2 0 0,0 0 0,0 0 0,0 3 0,0-3 0,0 2 0,0-2 0,0 1 0,0-1 0,0 0 0,0 0 0,0 0 0,0 0 0,0 0 0,0 0 0,0 0 0,0 0 0,0 0 0,0 0 0,0 0 0,0 0 0,0 0 0,0 0 0,0 0 0,0 0 0,0 0 0,0 0 0,0 0 0,0 0 0,0 0 0,0 0 0,0 0 0,0 0 0,0 0 0,0 0 0,0 0 0,0 2 0,0-1 0,0 1 0,0-2 0,0 0 0,0 0 0,0 0 0,0 0 0,0 0 0,0 0 0,0 1 0,0-1 0,0 0 0,0 0 0,0 0 0,0 0 0,0 0 0,0 0 0,0 0 0,0 0 0,0 0 0,0 0 0,0 0 0,0 0 0,0 0 0,-3 0 0,3 0 0,-2 0 0,2 0 0,0 0 0,0 0 0,0 0 0,0 0 0,-3 0 0,3 0 0,-2 0 0,2 0 0,0 0 0,0 0 0,0 0 0,0 0 0,0 0 0,0 0 0,0 0 0,0 0 0,-3 0 0,3 0 0,-3 0 0,3 0 0,0 1 0,0-1 0,0 0 0,0 0 0,0 0 0,0 0 0,0 0 0,0 0 0,0 0 0,0 0 0,0 0 0,0 0 0,0 0 0,0 0 0,0 0 0,0 0 0,0 0 0,0 0 0,0 0 0,0 0 0,0 0 0,0 0 0,0 0 0,0 0 0,0 0 0,0 0 0,0 0 0,0 2 0,0-1 0,0 1 0,0-2 0,0 0 0,0 0 0,0 0 0,0 0 0,0 0 0,0 0 0,0 3 0,0-3 0,0 3 0,0-3 0,0 0 0,0 2 0,0-2 0,0 3 0,0-1 0,0-1 0,0 1 0,0-2 0,0 0 0,0 0 0,0 0 0,0 0 0,0 0 0,0 0 0,-2 0 0,2 0 0,-3 0 0,3 0 0,0 0 0,0 0 0,0 0 0,0 0 0,0 0 0,0 0 0,0 0 0,0 0 0,0 3 0,0-3 0,0 2 0,0-2 0,0 0 0,0 0 0,0 0 0,0 1 0,3-1 0,-3 0 0,2 0 0,-2 0 0,0 0 0,0 0 0,0 0 0,0 0 0,0 0 0,0 0 0,0 0 0,0 0 0,0 0 0,0 0 0,0 0 0,0 0 0,0 0 0,0 0 0,0 0 0,3 0 0,-3 0 0,2 0 0,-2 0 0,0 0 0,0 0 0,0 0 0,0 0 0,0 0 0,0 0 0,0 0 0,0 0 0,0 0 0,3 0 0,-3 0 0,2 0 0,-2 3 0,0-3 0,0 3 0,0-1 0,0 1 0,0-1 0,3 1 0,-3-3 0,2 0 0,-2 0 0,0 0 0,0 0 0,0 0 0,3 7 0,-3-6 0,2 6 0,-2-7 0,0 0 0,0 0 0,3 0 0,-3 0 0,3 0 0,-3 0 0,0 0 0,0 0 0,0 2 0,0 6 0,0-4 0,0 2 0,0-6 0,0 0 0,0 0 0,0 0 0,2-2 0,-2 2 0,3-2 0,-3 8 0,0-4 0,0 5 0,0-7 0,0 0 0,0 0 0,0 0 0,0 0 0,0 0 0,0 0 0,0 4 0,0-2 0,0 2 0,0-4 0,0 0 0,2 0 0,-2 0 0,3 0 0,-3 0 0,0 0 0,0 9 0,0-7 0,0 7 0,0-9 0,0 0 0,0 0 0,0 0 0,0 0 0,0 1 0,0 5 0,0-4 0,0 5 0,0-7 0,0 0 0,0 0 0,0 0 0,2 0 0,-2 0 0,3 0 0,-3 4 0,0-3 0,0 4 0,0-5 0,0 0 0,0 0 0,0 0 0,0 0 0,0 0 0,0 2 0,0-1 0,0 1 0,0-2 0,0 0 0,0 0 0,2 0 0,-2 0 0,3 5 0,-3-4 0,0 3 0,0-4 0,0 1 0,0-1 0,0 0 0,0 0 0,0 0 0,2 4 0,-2-3 0,3 4 0,-3-5 0,0 0 0,0 0 0,0 0 0,0 0 0,0 2 0,0 8 0,0-6 0,0 5 0,0-9 0,0 0 0,2 0 0,-2 0 0,3 9 0,-3-7 0,0 7 0,0-9 0,0 0 0,0 0 0,0 0 0,0 1 0,0 3 0,0-3 0,0 4 0,0-5 0,0 0 0,0 0 0,0 0 0,0 0 0,0 4 0,0-3 0,0 4 0,0-5 0,0 0 0,-3 0 0,3 0 0,-2 0 0,2 0 0,0 7 0,0-6 0,0 6 0,0-7 0,0 0 0,0 0 0,0 0 0,0 0 0,0 0 0,0 0 0,0 0 0,0 3 0,0-3 0,-3 2 0,3-1 0,-2-1 0,2 0 0,0 2 0,0-2 0,0 3 0,0-3 0,0 0 0,0 0 0,0 0 0,0 0 0,-3-2 0,3 3 0,-3-2 0,3 3 0,0-2 0,0 0 0,0 0 0,0 0 0,0 0 0,0 0 0,0 0 0,-2 0 0,2 0 0,-3 0 0,3 0 0,0 2 0,0 1 0,0 0 0,0-1 0,0-2 0,0 0 0,0 0 0,0 0 0,-2 0 0,2 0 0,-3 1 0,3-1 0,0 0 0,0 2 0,0-2 0,0 3 0,0-3 0,0 0 0,0 0 0,0 0 0,-2-2 0,1 1 0,-1-1 0,2 2 0,0 0 0,0 0 0,0 0 0,0 0 0,0 2 0,0-1 0,0 1 0,0-2 0,0 0 0,0 0 0,0 0 0,0 0 0,0 0 0,0 0 0,0 2 0,0-1 0,0 1 0,0-2 0,0 0 0,0 0 0,0 0 0,0 0 0,0 0 0,0 1 0,0-1 0,0 0 0,0 0 0,0 0 0,0 0 0,0 0 0,0 0 0,0 0 0,0 0 0,0 0 0,0 0 0,0 0 0,0 0 0,0 0 0,0 0 0,0 0 0,0 0 0,0 0 0,0 2 0,0-1 0,0 1 0,0-2 0,0 0 0,0 0 0,0 0 0,0 0 0,0 0 0,0 0 0,0 0 0,0 0 0,0 0 0,0 0 0,0 0 0,0 0 0,0 0 0,0 0 0,0 0 0,0 0 0,0 1 0,0-1 0,0 0 0,0 0 0,0 0 0,0 0 0,0 0 0,0 0 0,0 0 0,0 0 0,-2 0 0,1 0 0,-1 0 0,2 0 0,0 0 0,0 0 0,0 0 0,0 0 0,0 0 0,0 0 0,0 0 0,0 0 0,0 0 0,0 0 0,0 0 0,0 0 0,2 0 0,-1 0 0,1 0 0,-2 0 0,0 0 0,0 0 0,0 0 0,0 0 0,0 0 0,0 0 0,0 0 0,0 0 0,0 0 0,0 1 0,0-1 0,0 0 0,0 0 0,0 0 0,-2-3 0,1 3 0,-1-2 0,2 2 0,0 0 0,0 0 0,0 0 0,0 0 0,0 0 0,0 0 0,0 0 0,0 0 0,0 0 0,0 0 0,0 0 0,-2-2 0,1 1 0,-1-1 0,2 2 0,0 0 0,0 0 0,0 0 0,0 0 0,0 2 0,0-1 0,0 1 0,0-2 0,0 0 0,0 0 0,0 0 0,0 0 0,0 0 0,0 0 0,0 0 0,0 0 0,0 0 0,0 1 0,0-1 0,0 0 0,0 0 0,0 0 0,0 0 0,0 0 0,0 0 0,0 0 0,0 0 0,0 0 0,0 0 0,0 0 0,0 0 0,0 0 0,0 0 0,0 0 0,0 0 0,0 0 0,0 0 0,0 0 0,0 0 0,0 0 0,0 0 0,0 0 0,0 0 0,0 0 0,0 0 0,0 0 0,0 0 0,0 0 0,0 0 0,0 0 0,0 0 0,0 0 0,0 0 0,0 0 0,0 0 0,0 0 0,0 1 0,0-1 0,0 0 0,0 0 0,0 0 0,0 0 0,0 0 0,0 0 0,0 0 0,0 0 0,0 0 0,0 0 0,0 0 0,0 0 0,0 0 0,0 0 0,0 0 0,0 0 0,0 0 0,0 0 0,0 0 0,0 0 0,0 0 0,0 0 0,0 0 0,0 0 0,0 0 0,0 0 0,0 0 0,0 0 0,0 0 0,0 0 0,0 0 0,0 0 0,0 0 0,0 0 0,0 0 0,0 0 0,0 0 0,0 1 0,2-1 0,-1 0 0,1 0 0,-2 0 0,0 0 0,0 4 0,0-3 0,0 4 0,0-5 0,0 0 0,0 0 0,0 0 0,0 0 0,0 0 0,0 0 0,0 0 0,0 0 0,0 0 0,0 7 0,0-6 0,0 6 0,0-7 0,0 0 0,0 0 0,-7-13 0,6 5 0,-8-11 0,8 9 0,-3 2 0,3-2 0,-1 3 0,-1-3 0,1-1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3:12.178"/>
    </inkml:context>
    <inkml:brush xml:id="br0">
      <inkml:brushProperty name="width" value="0.2" units="cm"/>
      <inkml:brushProperty name="height" value="1.2" units="cm"/>
      <inkml:brushProperty name="color" value="#CC0066"/>
      <inkml:brushProperty name="inkEffects" value="pencil"/>
    </inkml:brush>
  </inkml:definitions>
  <inkml:trace contextRef="#ctx0" brushRef="#br0">1 46 16383,'10'-3'0,"0"1"0,-5 2 0,0 0 0,0 0 0,0 0 0,0 0 0,0 0 0,0 0 0,0 0 0,0 0 0,0 0 0,0 0 0,0 0 0,0 0 0,0 0 0,-2-2 0,1 1 0,-1-1 0,2 2 0,0 0 0,0 0 0,0 0 0,0 0 0,0 0 0,0 0 0,0 0 0,0 0 0,0 0 0,0 0 0,0 0 0,1 0 0,-1 0 0,0 0 0,-3-2 0,3 1 0,-2-1 0,2 2 0,0 0 0,0 0 0,-3-3 0,3 3 0,-2-2 0,2 2 0,0 0 0,0 0 0,0-3 0,0 3 0,0-2 0,0-1 0,0 3 0,0-3 0,0 3 0,2-2 0,-1 2 0,1-3 0,-2 1 0,0 2 0,0-3 0,0 3 0,0-2 0,0 2 0,0-3 0,0 3 0,0 0 0,0 0 0,0 0 0,0 0 0,0 0 0,0 0 0,0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3:14.725"/>
    </inkml:context>
    <inkml:brush xml:id="br0">
      <inkml:brushProperty name="width" value="0.2" units="cm"/>
      <inkml:brushProperty name="height" value="1.2" units="cm"/>
      <inkml:brushProperty name="color" value="#CC0066"/>
      <inkml:brushProperty name="inkEffects" value="pencil"/>
    </inkml:brush>
  </inkml:definitions>
  <inkml:trace contextRef="#ctx0" brushRef="#br0">8 1 16383,'-5'10'0,"2"0"0,4-5 0,1 0 0,0-2 0,-1 1 0,1-1 0,0 2 0,-1 0 0,3 0 0,-3 0 0,3-2 0,1 6 0,-1-5 0,2 5 0,-5-4 0,4 0 0,-3 2 0,3-3 0,-2 3 0,2-5 0,-3 3 0,1 0 0,2 0 0,-3 0 0,3-2 0,3 6 0,-5-5 0,4 6 0,-4-5 0,2 0 0,-3 0 0,3-3 0,-2 5 0,2-6 0,-3 6 0,3-4 0,-2 2 0,2 0 0,-2 0 0,1-2 0,1 3 0,-2-2 0,6 3 0,-5-2 0,3 0 0,-2 0 0,0 0 0,0 0 0,-2 0 0,1 0 0,-1-2 0,2 1 0,-2-1 0,1 0 0,-1 1 0,2-1 0,0 2 0,-2 0 0,1 0 0,-1-2 0,0 2 0,4-3 0,-6 3 0,6-2 0,-5 2 0,1-3 0,2 1 0,-5 2 0,5-3 0,-3 3 0,3-2 0,-2 2 0,2-5 0,-5 5 0,5-2 0,-3-1 0,1 3 0,2-5 0,-5 5 0,5-2 0,-2 2 0,2 0 0,0-3 0,-3 3 0,3-5 0,-2 5 0,-1-2 0,3 0 0,-5 1 0,5-3 0,-2 3 0,2-1 0,-2 2 0,1-2 0,-1 1 0,0-1 0,1 0 0,-3 1 0,5-1 0,-5 2 0,6-2 0,-6 1 0,3-1 0,-1 0 0,2 1 0,0-1 0,-2 2 0,4 0 0,-6 0 0,5-2 0,-3 1 0,0-1 0,1 2 0,-1-2 0,2 1 0,0-1 0,0 0 0,-2 2 0,2-3 0,-3 3 0,3 0 0,0 0 0,0-2 0,0 2 0,-2-3 0,2 3 0,-3 0 0,3 1 0,1-4 0,-1 3 0,-3-2 0,3-1 0,-2 3 0,2-5 0,-3 5 0,3-2 0,-2-1 0,-1 3 0,3-2 0,-2 2 0,2 0 0,0-2 0,-2 1 0,1-1 0,-1 2 0,2 0 0,0 0 0,0 0 0,0 0 0,0 0 0,0 0 0,-2 0 0,1-2 0,-3 1 0,3-3 0,-1 3 0,0-1 0,1 2 0,-1 0 0,2 0 0,0 0 0,-2 0 0,1-2 0,-3 1 0,3-3 0,-1 3 0,0-1 0,1 0 0,1 6 0,1-7 0,-1 7 0,0-9 0,-5 5 0,5-3 0,-3 3 0,3 0 0,0 1 0,0-4 0,-2 3 0,2-2 0,-2 2 0,-1 0 0,3-3 0,-2 3 0,2-2 0,0 2 0,-3 0 0,3-2 0,-5 1 0,5-3 0,-5 5 0,5-5 0,-5 6 0,5-6 0,-2 3 0,2-3 0,-2 3 0,1-1 0,-3 2 0,3-2 0,-1 1 0,0-1 0,1 0 0,-3 1 0,3-3 0,-1 3 0,0-1 0,1 0 0,-3 1 0,3-3 0,-1 3 0,0-1 0,1 0 0,-3 1 0,3-1 0,-3 2 0,3-2 0,-3 1 0,3-3 0,-3 6 0,3-6 0,-1 3 0,0-1 0,1-3 0,-1 5 0,0-3 0,1 1 0,-1-1 0,2-2 0,0 3 0,-2-1 0,2 1 0,-3 2 0,1-3 0,2 1 0,-5 2 0,5-5 0,-3 5 0,3-5 0,-2 5 0,2-5 0,-5 5 0,5-2 0,-5 2 0,5-3 0,-5 3 0,3-2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3:16.713"/>
    </inkml:context>
    <inkml:brush xml:id="br0">
      <inkml:brushProperty name="width" value="0.2" units="cm"/>
      <inkml:brushProperty name="height" value="1.2" units="cm"/>
      <inkml:brushProperty name="color" value="#CC0066"/>
      <inkml:brushProperty name="inkEffects" value="pencil"/>
    </inkml:brush>
  </inkml:definitions>
  <inkml:trace contextRef="#ctx0" brushRef="#br0">0 31 16383,'9'2'0,"0"-1"0,-6 1 0,2-2 0,0 0 0,0 0 0,0 0 0,0 0 0,0 0 0,0 0 0,0 0 0,6 0 0,-4 0 0,5 0 0,-7 0 0,0 0 0,0 0 0,0 0 0,0 0 0,0 0 0,0 0 0,0 0 0,11-2 0,-8 1 0,8-1 0,-8 2 0,-1 0 0,1 0 0,-1-3 0,-1 3 0,-1-2 0,0 2 0,2 0 0,3 0 0,0 0 0,1 0 0,-4 0 0,0 0 0,-1-3 0,1 3 0,-2-2 0,2 2 0,-1 0 0,1 0 0,-2 0 0,2 0 0,-1 0 0,3 0 0,-1 0 0,0 0 0,2 0 0,-5 0 0,5 0 0,-3 0 0,1 0 0,2 0 0,-5 0 0,3 0 0,-1 0 0,-2 0 0,3 0 0,-1 0 0,5 0 0,-3 0 0,5 0 0,-8 0 0,3 0 0,-3 0 0,3 0 0,-3 0 0,1 0 0,0 0 0,-1 0 0,3 0 0,-1 0 0,0 0 0,-1 0 0,1 0 0,-1 0 0,1 0 0,-1 0 0,1 0 0,0 0 0,-1 0 0,1 0 0,-1 0 0,-2 0 0,5 0 0,-4 0 0,3 0 0,-3 0 0,3 0 0,-3 0 0,3 0 0,-3 0 0,3 0 0,-3 0 0,3 0 0,-3 0 0,1 0 0,0 0 0,1 0 0,0 0 0,2 0 0,-5 0 0,5 0 0,-5-3 0,2 3 0,1-3 0,-3 3 0,7 0 0,-6 0 0,6 0 0,-7 0 0,5 0 0,-4 0 0,1 0 0,0 0 0,-1 0 0,1 0 0,-2 0 0,2 0 0,-1 0 0,1 0 0,0 0 0,-1 0 0,1 0 0,0 0 0,-1 0 0,1 0 0,1 0 0,-3 0 0,2 0 0,-2 0 0,3 0 0,-3 0 0,2 0 0,-1 0 0,-1 0 0,2 0 0,-2 0 0,3 0 0,-3 0 0,2 0 0,-1 0 0,1 0 0,-2 0 0,2 0 0,-1 0 0,1 0 0,-2-2 0,0 2 0,2-3 0,-1 3 0,1 0 0,-2 0 0,0 0 0,0 0 0,2 0 0,1 0 0,0 0 0,-1 0 0,-2 0 0,0 0 0,3 0 0,-1 0 0,1 0 0,-1 0 0,-1 0 0,-1 0 0,0 0 0,0 0 0,0 0 0,2 0 0,-2 0 0,3 0 0,-3-2 0,0 2 0,0-3 0,0 3 0,0 0 0,0 0 0,0 0 0,0 0 0,0 0 0,0 0 0,0 0 0,2 0 0,-1 0 0,1 0 0,-2 0 0,0 0 0,0 0 0,0-2 0,0 1 0,0-1 0,0 2 0,0 0 0,0 0 0,0 0 0,0 0 0,0 0 0,0 0 0,0 0 0,0 0 0,0 0 0,1 0 0,-1 0 0,0 0 0,0 0 0,0 0 0,0 0 0,0 0 0,2 0 0,-1 0 0,1 0 0,-2 0 0,0 0 0,0 0 0,0 0 0,0 0 0,0 0 0,0 0 0,0 0 0,0 0 0,0 0 0,0 0 0,0 0 0,0 0 0,0 0 0,0 0 0,0 0 0,0 0 0,0 0 0,0 0 0,0 0 0,0 0 0,0 0 0,0 0 0,0 0 0,0 0 0,0 0 0,0 0 0,0 0 0,3 0 0,-3 0 0,3 0 0,-3 0 0,0 0 0,0 0 0,2 0 0,-1 0 0,3 0 0,-3 0 0,1 0 0,0 0 0,-1 0 0,1 0 0,-2 0 0,0 0 0,0 0 0,2 0 0,-1 0 0,1 0 0,0 0 0,-1 0 0,1 0 0,-2 0 0,0 0 0,0 0 0,0 0 0,0 0 0,0 0 0,0 0 0,0 0 0,0 0 0,0 0 0,0 0 0,1 0 0,-1 0 0,0 0 0,0 0 0,0 0 0,0 0 0,0 0 0,0 0 0,0 0 0,2 0 0,-1 0 0,3 0 0,-3 0 0,1 0 0,0 0 0,-1 0 0,1 0 0,-2 0 0,0 0 0,0 0 0,0 0 0,0 0 0,0 0 0,0 0 0,0 0 0,2 0 0,1 0 0,0 0 0,-1 0 0,-2 0 0,0 0 0,0 0 0,3 0 0,-3 0 0,3 2 0,-3-1 0,0 1 0,0-2 0,0 0 0,0 0 0,0 0 0,0 0 0,0 0 0,0 0 0,0 0 0,0 0 0,0 0 0,0 0 0,0 3 0,0-3 0,2 2 0,-1-2 0,1 0 0,-2 0 0,0 0 0,0 0 0,0 0 0,0 0 0,0 3 0,0-3 0,2 2 0,-1-2 0,1 0 0,-2 0 0,3 0 0,-3 0 0,2 0 0,-2 0 0,0 0 0,3 0 0,-3 0 0,3 0 0,-3 0 0,0 3 0,0-3 0,0 2 0,0-2 0,11 0 0,-8 0 0,8 0 0,-9 0 0,-1 0 0,1 3 0,-2-3 0,0 2 0,0-2 0,0 0 0,0 0 0,0 0 0,0 0 0,14 0 0,-11 0 0,10 0 0,-13 0 0,0 0 0,0 0 0,1 0 0,-1 0 0,0 0 0,0 0 0,0 0 0,9 0 0,-7 0 0,7 0 0,-9 0 0,0 0 0,0 0 0,0 0 0,0 0 0,0 0 0,0 0 0,0 0 0,0 0 0,0 0 0,0 0 0,0 0 0,0 0 0,0 0 0,0 0 0,0 0 0,0 0 0,0 0 0,0 0 0,0 0 0,0 0 0,0 0 0,0 0 0,0 0 0,3 0 0,-3 0 0,3 0 0,-3 0 0,0 0 0,0 0 0,0 0 0,0 0 0,0 0 0,0 0 0,0 0 0,0 0 0,0 0 0,0 0 0,0 0 0,0 0 0,0 0 0,0 0 0,0 0 0,0 0 0,0 3 0,0-3 0,0 2 0,0-2 0,0 0 0,0 0 0,0 0 0,0 0 0,0 0 0,0 0 0,0 0 0,0 0 0,0 0 0,0 0 0,0 0 0,0 0 0,0 0 0,0 0 0,0 0 0,0 0 0,7 0 0,-5 0 0,5 0 0,-7 0 0,0 0 0,0 0 0,0 0 0,0 0 0,0 0 0,2 0 0,-1 0 0,1 0 0,-2 0 0,0 0 0,0 0 0,0 0 0,0 0 0,0 0 0,0 0 0,0 0 0,0 0 0,0 0 0,0 0 0,0 0 0,0 0 0,0 0 0,0 0 0,0 0 0,0 0 0,0 0 0,0 0 0,0 0 0,0 0 0,0 0 0,0-2 0,0 2 0,0-3 0,1 3 0,-1 0 0,0 0 0,-3-2 0,3 2 0,-2-3 0,2 3 0,0 0 0,-3-2 0,3 1 0,-2-1 0,2 2 0,0 0 0,0 0 0,0 0 0,0 0 0,0 0 0,0 0 0,0 0 0,0 0 0,0 0 0,0 0 0,0 0 0,0 0 0,0 0 0,0 0 0,0 2 0,0-1 0,0 1 0,0-2 0,0 0 0,0 0 0,0 0 0,0 0 0,0 0 0,0 0 0,0 0 0,0 0 0,-15 0 0,6 0 0,-12 0 0,11 0 0,0 0 0,0 0 0,-3 0 0,5 2 0,-6-1 0,6 1 0,-2-2 0,2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3:18.599"/>
    </inkml:context>
    <inkml:brush xml:id="br0">
      <inkml:brushProperty name="width" value="0.2" units="cm"/>
      <inkml:brushProperty name="height" value="1.2" units="cm"/>
      <inkml:brushProperty name="color" value="#CC0066"/>
      <inkml:brushProperty name="inkEffects" value="pencil"/>
    </inkml:brush>
  </inkml:definitions>
  <inkml:trace contextRef="#ctx0" brushRef="#br0">0 92 16383,'11'-6'0,"-1"2"0,-5 4 0,0 0 0,-3-2 0,3 1 0,-2-1 0,2 2 0,0 0 0,0 0 0,0 0 0,0 0 0,0 0 0,2 0 0,-1-2 0,1 1 0,-2-1 0,0 2 0,0 0 0,2 0 0,-1 0 0,1 0 0,-2 0 0,0 0 0,5 0 0,-4-2 0,5 1 0,-5-1 0,1 2 0,-2 0 0,3 0 0,-3 0 0,2 0 0,-2 0 0,3 0 0,-3 0 0,3 0 0,-3 0 0,2 0 0,3 0 0,-2 0 0,4-3 0,-6 3 0,1-2 0,0 2 0,-1 0 0,1 0 0,0 0 0,1 0 0,0 0 0,-1 0 0,0 0 0,-1 0 0,1 0 0,0 0 0,1 0 0,2 0 0,0 0 0,-2 0 0,2 0 0,-5 0 0,5 0 0,-5 0 0,3 0 0,-1 0 0,1 0 0,0 0 0,1 0 0,-3 0 0,3 0 0,-3 0 0,5 0 0,-2 0 0,1 0 0,-1 0 0,-3 0 0,3 0 0,-3 0 0,3-3 0,-1 3 0,0-2 0,-1 2 0,1 0 0,-3 0 0,5 0 0,-5 0 0,9 0 0,-7 0 0,7 0 0,-6 0 0,0 0 0,-1 0 0,0 0 0,-1 0 0,3 0 0,-3 0 0,3 0 0,-3 0 0,3 0 0,-1 0 0,0 0 0,-1 0 0,5 0 0,-5 0 0,4 0 0,-3 0 0,-1 0 0,1 0 0,-1 0 0,1 0 0,0 0 0,-1 0 0,1 0 0,-1 0 0,1 0 0,0 0 0,-1 0 0,0-3 0,-1 3 0,3-3 0,-3 3 0,3 0 0,-3 0 0,3 0 0,-3 0 0,3 0 0,-3 0 0,1 0 0,0 0 0,-1 0 0,4 0 0,-3 0 0,1 0 0,2 0 0,-3-2 0,1 2 0,0-3 0,-1 3 0,-2 0 0,5 0 0,-5 0 0,5 0 0,-4 0 0,3 0 0,-3 0 0,1 0 0,0 0 0,-1 0 0,1 0 0,0 0 0,-1-2 0,1 2 0,0-3 0,-1 3 0,1 0 0,-2 0 0,2 0 0,-1 0 0,1 0 0,1 0 0,-3 0 0,2 0 0,-2 0 0,0 0 0,3 0 0,-3 0 0,7 0 0,-6 0 0,4 0 0,-5 0 0,0 0 0,0-2 0,2 2 0,-1-3 0,1 3 0,-2 0 0,0 0 0,2 0 0,-1 0 0,1 0 0,-2 0 0,4 0 0,0 0 0,1 0 0,-3 0 0,-2 0 0,0 0 0,0 0 0,0 0 0,0 0 0,3-2 0,-3 1 0,5-1 0,-5 2 0,2 0 0,-1 0 0,1 0 0,-2 0 0,3 0 0,-1 0 0,-2 0 0,3 0 0,-3 0 0,0 0 0,0 0 0,0 0 0,0 0 0,0 0 0,0 0 0,0 0 0,0-2 0,7 1 0,-6-1 0,6 2 0,-7 0 0,0 0 0,0 0 0,0 0 0,0 0 0,0 0 0,0 0 0,0 0 0,0 0 0,0 0 0,12 0 0,-10 0 0,10 0 0,-12 0 0,0 0 0,0 0 0,0 0 0,0 0 0,0 0 0,0 0 0,6 0 0,-4 0 0,5 0 0,-7 0 0,0 0 0,0 0 0,0 0 0,0 0 0,0 0 0,0 0 0,0 0 0,0 0 0,0 0 0,0 0 0,0 0 0,0 0 0,0 0 0,0 0 0,0 0 0,0 0 0,0 0 0,0 0 0,0 0 0,0 0 0,0 0 0,0 0 0,0 0 0,1 0 0,-1 0 0,0 0 0,0 0 0,0 0 0,0 0 0,0 0 0,0 0 0,0 0 0,0 0 0,0 0 0,2-2 0,-1 1 0,1-1 0,-2 2 0,0 0 0,0 0 0,0 0 0,0 0 0,0 0 0,0 0 0,0 0 0,0 0 0,0 0 0,0 0 0,0 0 0,0 0 0,2 0 0,-1 0 0,4 0 0,-5 0 0,2 0 0,-2 0 0,0 0 0,3 0 0,-3 0 0,3 0 0,-3 0 0,2 0 0,-2 0 0,3 0 0,-3 0 0,0 0 0,0 0 0,0 0 0,2 0 0,-1 0 0,1 0 0,-2 0 0,0 0 0,2 0 0,-1 0 0,1 0 0,-2 0 0,0 0 0,2 0 0,-1-2 0,1 1 0,-2-1 0,5 2 0,-4 0 0,3 0 0,-4 0 0,0 0 0,0 0 0,3 0 0,-1-2 0,1 1 0,2-1 0,-5 2 0,3 0 0,-3 0 0,0 0 0,0 0 0,0 0 0,0 0 0,0 0 0,0-2 0,0 1 0,0-1 0,0 2 0,0 0 0,0 0 0,0 0 0,0 0 0,0 0 0,0 0 0,0 0 0,0 0 0,0 0 0,0 0 0,0-2 0,0 1 0,0-1 0,0 2 0,0 0 0,0 0 0,0 0 0,0 0 0,0 0 0,0 0 0,0 0 0,0 0 0,0 0 0,0 0 0,1 0 0,-1 0 0,0 0 0,0 0 0,0 0 0,0 0 0,0 0 0,0 0 0,0 0 0,0 0 0,0 2 0,2-1 0,-1 1 0,1-2 0,-2 0 0,0 0 0,0 0 0,0 0 0,2 0 0,-1 0 0,1 0 0,-2 0 0,0 0 0,0 0 0,0 0 0,0 0 0,0 0 0,0 0 0,3 0 0,-3 0 0,2 0 0,-2 0 0,0 0 0,0 0 0,-2-2 0,2 1 0,-3-1 0,3 2 0,5 0 0,-4 0 0,4 0 0,-5 0 0,0 0 0,0 0 0,0 0 0,0 0 0,4 0 0,-3 0 0,4 0 0,-5 0 0,0 0 0,0 0 0,0 0 0,0 0 0,2 0 0,-1 0 0,1 0 0,-2 0 0,0 0 0,0 0 0,0 0 0,0 0 0,0 0 0,0 0 0,0 0 0,5 2 0,-4-1 0,3 1 0,-4-2 0,0 0 0,1 0 0,-1 0 0,0 0 0,0 0 0,0 0 0,0 0 0,9 0 0,-7 0 0,7 0 0,-9 0 0,0 0 0,0 0 0,0 0 0,0 0 0,0 0 0,7 2 0,-6-1 0,6 1 0,-7-2 0,0 0 0,0 0 0,0 0 0,0 0 0,0 0 0,0 0 0,5 0 0,-4 0 0,3 0 0,-4 0 0,0 0 0,1 0 0,-1 0 0,0 0 0,0 0 0,0 0 0,0 0 0,0 0 0,0 0 0,0 0 0,0 0 0,0 0 0,0 0 0,0 0 0,0 0 0,0 0 0,0 0 0,0 0 0,0 0 0,0 0 0,0 0 0,0 0 0,0 0 0,0 0 0,0 0 0,0 0 0,0 0 0,0 0 0,-16 4 0,8-3 0,-13 6 0,11-6 0,0 1 0,2 0 0,-2-1 0,2 3 0,-2-3 0,0 1 0,0-2 0,0 2 0,-2 1 0,-1 0 0,0 1 0,1-3 0,2 3 0,0-3 0,-3 3 0,5-3 0,-2 1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3:20.411"/>
    </inkml:context>
    <inkml:brush xml:id="br0">
      <inkml:brushProperty name="width" value="0.2" units="cm"/>
      <inkml:brushProperty name="height" value="1.2" units="cm"/>
      <inkml:brushProperty name="color" value="#CC0066"/>
      <inkml:brushProperty name="inkEffects" value="pencil"/>
    </inkml:brush>
  </inkml:definitions>
  <inkml:trace contextRef="#ctx0" brushRef="#br0">0 117 16383,'8'-2'0,"1"1"0,-6-1 0,2 2 0,0 0 0,0 0 0,0 0 0,0 0 0,-2-2 0,1 1 0,-1-1 0,2 2 0,0 0 0,0 0 0,0 0 0,0 0 0,0-2 0,0 1 0,0-1 0,1 2 0,-1 0 0,0 0 0,-3-3 0,3 3 0,-2-2 0,2 2 0,0 0 0,0 0 0,0 0 0,0 0 0,0 0 0,2 0 0,-4-3 0,6 3 0,-3-2 0,2 2 0,-1 0 0,-2 0 0,2 0 0,1-3 0,0 3 0,-1-3 0,-2 3 0,0 0 0,2 0 0,-1 0 0,1 0 0,1 0 0,-3 0 0,2 0 0,-2 0 0,3-2 0,-3 2 0,5-3 0,-5 3 0,3 0 0,-1 0 0,-2 0 0,5 0 0,-4 0 0,1 0 0,0 0 0,-1 0 0,1-2 0,0 2 0,-1-3 0,3 3 0,-3 0 0,1 0 0,0 0 0,-1 0 0,1 0 0,0 0 0,-1-2 0,3 2 0,-3-3 0,1 3 0,1 0 0,-3 0 0,5 0 0,-3 0 0,1 0 0,0 0 0,-1 0 0,-2-2 0,5 1 0,-5-1 0,3 2 0,-1 0 0,-1 0 0,3 0 0,-1 0 0,0 0 0,-1 0 0,-2 0 0,2 0 0,-1 0 0,3 0 0,-3 0 0,3 0 0,-3-2 0,3 1 0,-3-1 0,1 2 0,3 0 0,-2 0 0,2 0 0,-2 0 0,-1 0 0,-2 0 0,5 0 0,-5 0 0,5 0 0,-4 0 0,1 0 0,-2 0 0,2 0 0,-1 0 0,3 0 0,-3 0 0,3 0 0,-3 0 0,1 0 0,0 0 0,-1 0 0,1 0 0,-2 0 0,2 0 0,-1 0 0,4 0 0,-5 0 0,2 0 0,1 0 0,-3 0 0,2 0 0,-2 0 0,3 0 0,-3 0 0,3 0 0,-3 0 0,2-2 0,-2 1 0,3-1 0,-3 2 0,0 0 0,2 0 0,-1 0 0,1 0 0,-2 0 0,2 0 0,-1 0 0,1 0 0,-2 0 0,0-2 0,0 1 0,2-1 0,-1 2 0,1 0 0,-2 0 0,0 0 0,0 0 0,0 0 0,0 0 0,3 0 0,-3 0 0,2 0 0,-2 0 0,0 0 0,0 0 0,0 0 0,1 0 0,-1 0 0,0 0 0,2 0 0,1 0 0,-1 0 0,1 0 0,-3 0 0,0 0 0,0 0 0,0 0 0,0 0 0,0 0 0,0 0 0,2-2 0,-1 1 0,1-1 0,-2 2 0,0 0 0,0 0 0,0 0 0,0 0 0,2 0 0,-1 0 0,1 0 0,-2 0 0,0 0 0,0 0 0,0 0 0,3 0 0,-1 0 0,3 0 0,-2 0 0,0 0 0,-3 0 0,0 0 0,0 0 0,0 0 0,2 0 0,-2 0 0,3 0 0,-3 0 0,0 0 0,0 0 0,0 0 0,0 0 0,2 0 0,-1 0 0,1 0 0,-2 0 0,0 0 0,2 0 0,-1 0 0,1 0 0,-2 0 0,0 0 0,2 0 0,-1 0 0,1 0 0,-2 0 0,0 0 0,0 0 0,3 0 0,-1 0 0,1 0 0,-1 0 0,1 0 0,-3 0 0,3 0 0,-3 0 0,0 0 0,0 0 0,2 0 0,1 0 0,0 0 0,-1 0 0,-2 0 0,0 0 0,4-2 0,-2 1 0,2-1 0,-4 2 0,0 0 0,0 0 0,0 0 0,2 0 0,-1 0 0,1 0 0,0 0 0,-1 0 0,1 0 0,-2 0 0,0 0 0,0 0 0,0 0 0,0 0 0,0 0 0,0 0 0,1 0 0,-1 0 0,0 0 0,0 0 0,0 0 0,0 0 0,0-2 0,0 1 0,0-1 0,2 2 0,-1 0 0,1 0 0,-2 0 0,0 0 0,0 0 0,0 0 0,0 0 0,0 0 0,0 0 0,0 0 0,0 0 0,2 0 0,-1 0 0,1 0 0,-2 0 0,0 0 0,0 0 0,0 0 0,0 0 0,0 0 0,0 0 0,0 0 0,0-3 0,0 3 0,0-2 0,0 2 0,3 0 0,-3 0 0,3 0 0,-3 0 0,0 0 0,0 0 0,0 0 0,0 0 0,-3-3 0,3 3 0,-2-2 0,2 2 0,0 0 0,0 0 0,0 0 0,0 0 0,0-3 0,0 3 0,0-2 0,0 2 0,0 0 0,0 0 0,0 0 0,2-3 0,-1 3 0,1-3 0,-2 3 0,2 0 0,-1 0 0,1 0 0,-2 0 0,0 0 0,0 0 0,0 0 0,0 0 0,0 0 0,0-2 0,3 2 0,-3-3 0,3 3 0,-3 0 0,0 0 0,0 0 0,0 0 0,0 0 0,0 0 0,0 0 0,0 0 0,0 0 0,0 0 0,0 0 0,0 0 0,0 0 0,0 0 0,0 0 0,0 0 0,0 0 0,0 0 0,0 0 0,0 0 0,0 0 0,0 0 0,0 0 0,2 0 0,-1 0 0,1 0 0,-2 0 0,0 0 0,0 0 0,3 0 0,-3 0 0,2 0 0,-2 0 0,5 0 0,-4 0 0,4 0 0,-5 0 0,0 0 0,0 0 0,0 0 0,0 0 0,0 0 0,0 0 0,0 0 0,0 0 0,7 0 0,-6 0 0,6 0 0,-7 0 0,0 0 0,0 0 0,0 0 0,0-2 0,0 2 0,0-3 0,0 3 0,0 0 0,0 0 0,5 0 0,-4 0 0,3 0 0,-4 0 0,0 0 0,0 0 0,0 0 0,0 0 0,0 0 0,0 0 0,1 0 0,-1 0 0,0 0 0,4 0 0,-3 0 0,4 0 0,-5 0 0,0-2 0,0 1 0,0-1 0,0 2 0,0 0 0,0 0 0,0 0 0,0 0 0,4 0 0,-2 0 0,2 0 0,-4 0 0,0 0 0,0 0 0,0 0 0,0 0 0,0 0 0,0 0 0,0 0 0,0 0 0,5 0 0,-4 0 0,3 0 0,-4 0 0,0 0 0,0 0 0,0 0 0,1 0 0,-1 0 0,0 0 0,4 0 0,-3 0 0,4 0 0,-5 0 0,0 0 0,0 2 0,0-1 0,0 1 0,0-2 0,0 0 0,0 0 0,0 0 0,0 0 0,0 0 0,0 0 0,0 0 0,0 0 0,0 0 0,0 0 0,0 0 0,0 0 0,0 0 0,0 0 0,0 0 0,0 0 0,0 0 0,0 0 0,0 0 0,0 0 0,0 0 0,0 0 0,0 0 0,0 0 0,0 0 0,1 0 0,-1 0 0,0 0 0,0 0 0,0 0 0,2 0 0,-2 0 0,3 0 0,-3 0 0,0 0 0,0 0 0,0 0 0,0 0 0,2 0 0,-1 0 0,1 0 0,-2 0 0,2 2 0,-1-1 0,1 1 0,-2-2 0,0 0 0,0 0 0,0 0 0,0 0 0,2 0 0,-1 0 0,1 0 0,-2 0 0,0 0 0,0 0 0,0 0 0,-2 3 0,2-3 0,-3 2 0,3-2 0,1 0 0,-1 0 0,0 0 0,0 0 0,0 0 0,-3 3 0,3-3 0,-2 2 0,2-2 0,0 0 0,0 0 0,0 0 0,-2 3 0,-1-1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3:25.328"/>
    </inkml:context>
    <inkml:brush xml:id="br0">
      <inkml:brushProperty name="width" value="0.2" units="cm"/>
      <inkml:brushProperty name="height" value="1.2" units="cm"/>
      <inkml:brushProperty name="color" value="#CC0066"/>
      <inkml:brushProperty name="inkEffects" value="pencil"/>
    </inkml:brush>
  </inkml:definitions>
  <inkml:trace contextRef="#ctx0" brushRef="#br0">0 0 16383,'0'11'0,"0"-2"0,0-3 0,0-1 0,0 0 0,0 0 0,3-3 0,-3 3 0,2-2 0,-2 2 0,0 2 0,0-1 0,0 1 0,0-2 0,0 0 0,0 0 0,3 0 0,-3 0 0,2 0 0,-2 0 0,0 0 0,0 0 0,0 0 0,3 0 0,-3 0 0,2 0 0,-2 2 0,0-1 0,0 1 0,3-2 0,-3 0 0,2 3 0,1-3 0,-3 2 0,2 1 0,-2-3 0,0 2 0,3-2 0,-3 3 0,2-3 0,-2 5 0,3-5 0,-3 3 0,3-1 0,-3-1 0,0 3 0,0-3 0,0 3 0,2-3 0,-2 1 0,3 0 0,-3 1 0,0 0 0,0-1 0,2 0 0,-2-1 0,3 1 0,-3 0 0,0 3 0,2-1 0,-2 0 0,3-1 0,-3-3 0,0 5 0,0-5 0,0 5 0,2-5 0,-2 3 0,3-1 0,-3-2 0,0 3 0,0-1 0,0-1 0,0 3 0,2-3 0,-2 1 0,3 0 0,-3-1 0,0 1 0,0 0 0,0-1 0,0 1 0,0 0 0,0-1 0,0 1 0,2 0 0,-2-1 0,3 1 0,-3 1 0,0-3 0,0 5 0,0-5 0,0 2 0,0-2 0,0 3 0,0-3 0,0 5 0,0-5 0,2 3 0,-2-1 0,3-1 0,-3 1 0,0 0 0,0-1 0,0 1 0,0 0 0,0-1 0,0 5 0,0-4 0,0 4 0,0-5 0,0 3 0,0-3 0,0 3 0,0-3 0,0 4 0,0-5 0,0 5 0,0-5 0,0 5 0,0-5 0,0 5 0,0-2 0,0 11 0,0-7 0,0 7 0,0-9 0,-3-2 0,3 1 0,-2-1 0,2 2 0,0 0 0,0 0 0,0 0 0,0 0 0,0 0 0,-3-2 0,3 7 0,-2-6 0,2 7 0,0-6 0,0 0 0,0 0 0,-3 0 0,3 0 0,-3 0 0,3 0 0,0 0 0,0 5 0,0-3 0,0 3 0,0-5 0,0 0 0,0 10 0,-2-7 0,2 12 0,-3-13 0,3 3 0,0-5 0,0 0 0,0 0 0,0 0 0,0 6 0,0-5 0,0 4 0,0-4 0,0-1 0,-2 0 0,2 0 0,-3 0 0,3 0 0,0 0 0,0 0 0,0 0 0,0 0 0,0-2 0,-3 7 0,2-8 0,-2 7 0,3-6 0,0 2 0,0-2 0,0 2 0,0-5 0,0 5 0,0-5 0,0 5 0,0-5 0,0 5 0,0-5 0,0 3 0,-2-1 0,1-1 0,-1 1 0,2-2 0,0 2 0,0-1 0,0 3 0,0-3 0,-2 1 0,1-2 0,-1 2 0,2-1 0,0 1 0,0-2 0,0 0 0,0 0 0,0 0 0,0 0 0,0 0 0,0 0 0,0 0 0,-3 0 0,3 0 0,-2 0 0,2 0 0,0 0 0,0 1 0,0-1 0,0 0 0,0 0 0,0 0 0,0 0 0,0 0 0,0 0 0,0 0 0,0 0 0,0 0 0,0 0 0,-3 0 0,3 0 0,-2 0 0,2 0 0,0 0 0,0 2 0,0 1 0,0 0 0,0-1 0,0-2 0,0 0 0,0 0 0,0 0 0,0 0 0,0 0 0,0 0 0,0 0 0,0 0 0,0 0 0,0 3 0,0-3 0,0 2 0,0-2 0,0 3 0,0-3 0,0 3 0,0-3 0,0 0 0,0 0 0,0 2 0,0-2 0,0 3 0,0-1 0,-3-1 0,3 1 0,-2 0 0,2-1 0,0 1 0,0-2 0,0 2 0,0-1 0,0 1 0,0 0 0,0-1 0,0 1 0,0-2 0,0 2 0,0-1 0,0 4 0,0-3 0,0 1 0,0-1 0,0-2 0,0 0 0,0 3 0,0-3 0,0 3 0,0-3 0,0 2 0,0-2 0,0 3 0,0-3 0,0 0 0,0 0 0,0 0 0,0 0 0,0 2 0,0-1 0,0 3 0,0-3 0,0 1 0,0-2 0,0 0 0,0 0 0,0 0 0,0 0 0,0 0 0,0 0 0,0 0 0,0 0 0,0 0 0,0 0 0,0 0 0,0 0 0,0 0 0,0 0 0,0 0 0,0 0 0,0 0 0,0 0 0,0 1 0,0-1 0,0 0 0,0 0 0,0 0 0,0 0 0,0 0 0,0 0 0,0 0 0,0 0 0,0 0 0,0 0 0,0 0 0,0 0 0,0 0 0,0 0 0,0 0 0,0 0 0,0 0 0,0 0 0,0 0 0,0 0 0,0 0 0,0 2 0,0-1 0,0 1 0,0-2 0,0 0 0,0 0 0,0 0 0,0 3 0,0-3 0,0 2 0,0 1 0,0-3 0,0 2 0,0-2 0,2 1 0,-2-1 0,3 0 0,-3 0 0,0 0 0,0 0 0,0 2 0,0-2 0,0 3 0,0-3 0,2 0 0,-2 2 0,3-1 0,-3 1 0,0-2 0,0 0 0,0 0 0,0 2 0,0-1 0,0 1 0,0-2 0,0 0 0,0 2 0,0-1 0,0 1 0,0-2 0,0 3 0,2-3 0,-2 2 0,3 1 0,-3-3 0,0 2 0,0-2 0,0 5 0,0-4 0,0 4 0,0-5 0,0 0 0,0 0 0,0 2 0,0-1 0,2 1 0,-2-2 0,3 2 0,-3-1 0,0 1 0,0-2 0,0 0 0,0 0 0,0 0 0,0 0 0,0 0 0,2 0 0,-2 0 0,3 0 0,-3 0 0,0 0 0,0 0 0,0 0 0,0 0 0,0 0 0,0 0 0,0 0 0,0 0 0,0 0 0,0 0 0,2 0 0,-2 0 0,3 3 0,-3-3 0,0 3 0,0-3 0,0 0 0,0 0 0,0 0 0,0 0 0,0 0 0,0 0 0,0 2 0,0-1 0,0 1 0,0-2 0,0 0 0,2 0 0,-2 0 0,3 0 0,-3 0 0,0 0 0,0 0 0,0 0 0,0 0 0,0 0 0,0 0 0,0 0 0,0 0 0,0 0 0,0 0 0,0 0 0,0 0 0,0 0 0,0 0 0,0 0 0,0 0 0,0 0 0,0 0 0,0 0 0,0 1 0,0-1 0,0 0 0,0 0 0,0 0 0,0 2 0,0-2 0,0 3 0,0-3 0,0 0 0,-3 2 0,3-1 0,-2 1 0,2-2 0,0 0 0,0 0 0,0 2 0,0-1 0,0 1 0,0-2 0,0 2 0,0 1 0,0 0 0,0-1 0,0-2 0,0 5 0,0-4 0,0 3 0,0-4 0,0 0 0,0 0 0,0 3 0,0-3 0,0 3 0,0-3 0,0 0 0,0 0 0,0 0 0,0 2 0,0-2 0,0 3 0,0-3 0,0 0 0,0 0 0,0 0 0,0 0 0,0 0 0,0 0 0,0 0 0,0 0 0,0 2 0,0-1 0,0 1 0,0-2 0,0 0 0,0 0 0,0 5 0,0-4 0,0 3 0,0-4 0,2 0 0,-2 0 0,3 0 0,-3 0 0,0 0 0,0 0 0,0 0 0,0 1 0,0 3 0,0-3 0,0 4 0,0-5 0,0 0 0,0 0 0,0 0 0,0 6 0,0-4 0,0 5 0,0-7 0,0 0 0,0 0 0,0 0 0,0 0 0,0 7 0,0-6 0,0 6 0,0-7 0,0 0 0,0 0 0,0 0 0,0 0 0,0 0 0,0 3 0,0-3 0,0 2 0,0-2 0,0 0 0,0 1 0,0-1 0,0 0 0,0 0 0,0 0 0,0 0 0,0 0 0,0 0 0,0 0 0,0 0 0,0 0 0,0 0 0,0 2 0,0-1 0,2 1 0,-2-2 0,3 0 0,-3 0 0,0 0 0,0 0 0,0 0 0,0 0 0,0 0 0,0 0 0,0 0 0,0 0 0,0 5 0,0-2 0,0 4 0,0-4 0,0-1 0,0-2 0,0 0 0,0 0 0,0 0 0,0 1 0,0-1 0,0 0 0,0 0 0,0 0 0,0 0 0,0 0 0,0 0 0,0 0 0,0 0 0,0 0 0,0 0 0,0 0 0,0 0 0,2 0 0,-2 0 0,3 0 0,-3 0 0,0 0 0,0 0 0,2-2 0,-2 1 0,3-1 0,-3 2 0,0 0 0,2-2 0,-1 1 0,1-1 0,-2 2 0,0 0 0,0 0 0,0 0 0,0 0 0,0 0 0,0 0 0,0 0 0,0 0 0,0 0 0,0 0 0,0 0 0,0 0 0,0 1 0,0-1 0,0 0 0,0 0 0,0 0 0,0 0 0,0 0 0,0 0 0,0 0 0,0 0 0,0 0 0,0 0 0,0 0 0,0 0 0,0 0 0,0 0 0,0 7 0,0-6 0,0 6 0,0-7 0,0 0 0,0 0 0,0 0 0,0 0 0,0 9 0,0-7 0,0 7 0,0-9 0,0 0 0,2 0 0,-1 0 0,1 0 0,-2 9 0,0-6 0,0 6 0,0-9 0,0 0 0,0 0 0,0 0 0,0 0 0,0 2 0,0-1 0,0 1 0,0-2 0,2 0 0,-1 0 0,1 0 0,-2 0 0,0 2 0,0-1 0,0 1 0,0 0 0,0-1 0,0 1 0,0-2 0,0 0 0,0 0 0,0 0 0,0 0 0,2 0 0,-1 0 0,1 0 0,-2 0 0,0 0 0,0 0 0,0 1 0,0-1 0,0 0 0,0 0 0,0 0 0,0 0 0,0 0 0,0 0 0,0 0 0,0 0 0,0 0 0,0 2 0,0-1 0,0 1 0,0-2 0,0 0 0,0 0 0,0 0 0,0 0 0,0 0 0,0 0 0,0 0 0,0 0 0,0 0 0,0 0 0,0 0 0,0 0 0,0 0 0,0 0 0,0 0 0,2-2 0,-1 2 0,1-3 0,-2 3 0,0 0 0,0 0 0,2 0 0,-1 0 0,1 0 0,-2 1 0,0-1 0,0 0 0,2-3 0,-1 3 0,1-2 0,0 2 0,-1 0 0,1 0 0,0-3 0,1-8 0,0 1 0,-1-7 0,-2 7 0,0 0 0,0 0 0,0 0 0,0 0 0,0 0 0,0 0 0,0 0 0,0 0 0,0 0 0,0 0 0,0-1 0,0 1 0,0-2 0,0 1 0,0-1 0,0 2 0,0 0 0,0 0 0,0-5 0,0 4 0,0-1 0,0 5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3:26.987"/>
    </inkml:context>
    <inkml:brush xml:id="br0">
      <inkml:brushProperty name="width" value="0.2" units="cm"/>
      <inkml:brushProperty name="height" value="1.2" units="cm"/>
      <inkml:brushProperty name="color" value="#CC0066"/>
      <inkml:brushProperty name="inkEffects" value="pencil"/>
    </inkml:brush>
  </inkml:definitions>
  <inkml:trace contextRef="#ctx0" brushRef="#br0">1 1086 16383,'2'-11'0,"-2"2"0,5 4 0,-5 0 0,5 2 0,-5-2 0,5 5 0,-2-5 0,-1 2 0,3 0 0,-2-1 0,-1 1 0,3 0 0,-4-1 0,3 3 0,-1-3 0,0 1 0,1-2 0,-1 2 0,0-1 0,1 1 0,-1 0 0,0-2 0,1 3 0,-1-1 0,0-2 0,1 2 0,-1-2 0,2 0 0,0 0 0,0 2 0,-2-1 0,1 1 0,-3-2 0,6 0 0,-6 0 0,5 2 0,-3-1 0,2 1 0,-2-2 0,1 0 0,-1 2 0,0-2 0,2 2 0,-3-2 0,3 0 0,-2 0 0,2 0 0,-3 2 0,3-1 0,0-1 0,0-1 0,0-1 0,1 2 0,-1 0 0,-3 0 0,3 2 0,-2-4 0,2 6 0,0-8 0,0 8 0,0-6 0,-3 4 0,3-2 0,-2 0 0,2 0 0,0 0 0,-2 0 0,1 0 0,-1 2 0,2-2 0,-2 3 0,3-3 0,-5-1 0,8 1 0,-7 0 0,4 2 0,-3-3 0,2 5 0,-2-6 0,1 4 0,-1-2 0,2-2 0,0 3 0,0-3 0,0 5 0,0-3 0,0 0 0,0-1 0,0 1 0,0 0 0,0 0 0,0 0 0,0 0 0,0 2 0,-2-1 0,4 1 0,-6-2 0,6 2 0,-4-1 0,2 1 0,0-2 0,0 0 0,0-1 0,0 4 0,-3-3 0,3 2 0,-2-2 0,2 2 0,0-1 0,0 1 0,0 0 0,-2-1 0,1 3 0,-1-3 0,2 1 0,0 0 0,0-1 0,0 1 0,0-2 0,0 2 0,0-2 0,0 5 0,-2-5 0,1 2 0,-1 1 0,2-3 0,2 2 0,-1-2 0,1 2 0,-2-1 0,0 1 0,0-2 0,0 2 0,0-1 0,0 1 0,0 0 0,-2-1 0,2 3 0,-3-4 0,3 3 0,1-1 0,-4-2 0,3 5 0,-2-5 0,2 5 0,0-5 0,0 2 0,0-2 0,0 2 0,0-1 0,-2 1 0,1 0 0,-1 1 0,2 0 0,-2-1 0,1 0 0,-1-1 0,2 3 0,-2-3 0,1 3 0,-1-3 0,0 1 0,1 0 0,-1 1 0,0-1 0,1 1 0,-1-4 0,2 4 0,0-3 0,-2 2 0,1-2 0,-1 0 0,2 2 0,-2-1 0,1 1 0,-1-2 0,2 0 0,-2 0 0,1 2 0,-1-2 0,0 3 0,2-3 0,-3 0 0,3 2 0,-2-2 0,2 2 0,-3-2 0,3 0 0,-2 0 0,2 0 0,-3 0 0,1 0 0,2 2 0,-5-1 0,5 3 0,-2-6 0,-1 4 0,3-2 0,-5 0 0,3 2 0,-1-2 0,1 0 0,-1 0 0,3 2 0,-5-1 0,5 1 0,-5-2 0,5 2 0,-2-6 0,2 8 0,-2-9 0,1 8 0,-3-3 0,3 2 0,-3-2 0,3 5 0,-1-5 0,2-2 0,0 3 0,-2-5 0,1 8 0,-3-3 0,3 1 0,-1 0 0,2-4 0,0 6 0,0-5 0,0 3 0,0 0 0,-2-2 0,1 5 0,-3-5 0,3 2 0,-1 1 0,2-3 0,0 5 0,-2-5 0,1 5 0,-3-5 0,4 2 0,-3 0 0,1-1 0,2 3 0,-5-3 0,5 1 0,-3-2 0,3 0 0,0 2 0,-2-2 0,-1 3 0,1-1 0,-1-2 0,1 3 0,2-1 0,-5-2 0,5 2 0,-2 1 0,-1-3 0,3 4 0,-5-3 0,5 1 0,-2 0 0,2 1 0,-3 0 0,3 1 0,-2-1 0,2 0 0,-2-1 0,1 0 0,-1-1 0,2 3 0,-2-3 0,1 3 0,-1-1 0,2-1 0,-2 1 0,1-1 0,-1-2 0,2 5 0,-2-5 0,1 5 0,-3-5 0,1 2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3:29.906"/>
    </inkml:context>
    <inkml:brush xml:id="br0">
      <inkml:brushProperty name="width" value="0.2" units="cm"/>
      <inkml:brushProperty name="height" value="1.2" units="cm"/>
      <inkml:brushProperty name="color" value="#CC0066"/>
      <inkml:brushProperty name="inkEffects" value="pencil"/>
    </inkml:brush>
  </inkml:definitions>
  <inkml:trace contextRef="#ctx0" brushRef="#br0">0 0 16383,'9'8'0,"0"-3"0,-6 0 0,2-3 0,-3 3 0,3-2 0,-2 2 0,2-5 0,-3 5 0,3-5 0,-5 5 0,5-3 0,-2 1 0,-1 2 0,3-5 0,-2 5 0,2-2 0,0 2 0,0-3 0,-2 3 0,1-5 0,-3 5 0,5-2 0,-5 2 0,6-3 0,-2 5 0,1-4 0,1 3 0,-4-2 0,1-3 0,-3 3 0,3-1 0,-1 0 0,2 1 0,0-1 0,0 0 0,-2 1 0,1-1 0,-1 0 0,0 1 0,1-1 0,-1 0 0,2 1 0,-2-1 0,2 0 0,-3 1 0,1-1 0,2 0 0,-3 1 0,3-1 0,0 2 0,0 0 0,-2 0 0,2-2 0,-2 1 0,2-1 0,0 2 0,0 0 0,0 0 0,0-2 0,-3 2 0,5-3 0,-6 3 0,6-2 0,-6 2 0,3-5 0,-1 5 0,2-3 0,0 3 0,0 1 0,0-1 0,0-3 0,-2 3 0,1-2 0,-1-1 0,2 3 0,-2-2 0,1-1 0,-1 3 0,2-2 0,0 2 0,0-2 0,-2 1 0,1-1 0,-1 0 0,0 1 0,1-3 0,-1 3 0,2-3 0,-2 3 0,1-1 0,-3 2 0,4-2 0,-3 1 0,3-3 0,0 3 0,-2-1 0,2 0 0,-3 1 0,3-1 0,0 2 0,0 0 0,1-2 0,-4 1 0,3-1 0,0 2 0,-2 0 0,4 0 0,-4-2 0,2 1 0,0-1 0,-3 2 0,3-2 0,-2 2 0,0-3 0,1 1 0,-1 2 0,2-3 0,-2 3 0,1-2 0,-1 2 0,2-3 0,0 3 0,0 1 0,0-1 0,0 0 0,0 0 0,0-3 0,-2 3 0,1-5 0,-3 5 0,3-2 0,-1-1 0,0 3 0,1-5 0,-1 5 0,2-2 0,0 2 0,0-2 0,0 1 0,0-3 0,-2 3 0,2-3 0,-5 3 0,9-1 0,-5 2 0,5-2 0,-4 1 0,0-3 0,-2 3 0,2-3 0,-2 1 0,2 0 0,0-1 0,-3 3 0,3-3 0,-2 1 0,2 0 0,0-1 0,0 1 0,-2 0 0,1-1 0,-1 1 0,2-2 0,0 2 0,0-1 0,0 3 0,0-3 0,0 1 0,-2 0 0,1-1 0,-1 1 0,2-2 0,0 2 0,0-1 0,-2 3 0,1-3 0,-1 3 0,2-3 0,0 1 0,-2 0 0,1-1 0,-1 3 0,2-3 0,-2 3 0,1-3 0,-3 4 0,6-3 0,-4 1 0,2 2 0,0-5 0,-3 5 0,3-5 0,-2 5 0,2-5 0,-3 5 0,3-5 0,1 5 0,-1-3 0,0 1 0,0 2 0,0-5 0,-3 5 0,3-5 0,-2 5 0,2-2 0,0-1 0,0 1 0,-2-1 0,1-2 0,-1 5 0,2-5 0,0 5 0,0-5 0,-2 5 0,1-5 0,-1 3 0,2-1 0,0-2 0,-2 5 0,1-4 0,-1 1 0,2 0 0,0-1 0,-2 3 0,1-3 0,-1 3 0,2-3 0,-2 3 0,1-3 0,-1 1 0,2 0 0,-2 1 0,1 0 0,-1-1 0,2-2 0,0 2 0,0 1 0,0 0 0,0 1 0,0-3 0,-2 3 0,2-3 0,-3 1 0,3 0 0,1 1 0,-1 0 0,0 1 0,0-3 0,-3 3 0,3-3 0,-2 3 0,2-1 0,0 0 0,-3 1 0,3-3 0,-4 3 0,3-1 0,-1 2 0,2-2 0,-2 1 0,1-1 0,-1 2 0,0 0 0,1-2 0,-1-1 0,0 1 0,3-1 0,-4 3 0,4-2 0,-3 2 0,2-3 0,0 1 0,-2 2 0,1-5 0,-3 5 0,3-2 0,-1-1 0,0 3 0,1-2 0,-3 2 0,3-3 0,-3 3 0,3-5 0,-1 5 0,0-2 0,1-1 0,-3 3 0,4-4 0,-3 3 0,1-1 0,2 0 0,-5 1 0,5-3 0,-3 3 0,1-1 0,2 0 0,-5 1 0,2-1 0,-2 2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4:03.464"/>
    </inkml:context>
    <inkml:brush xml:id="br0">
      <inkml:brushProperty name="width" value="0.2" units="cm"/>
      <inkml:brushProperty name="height" value="1.2" units="cm"/>
      <inkml:brushProperty name="color" value="#CC0066"/>
      <inkml:brushProperty name="inkEffects" value="pencil"/>
    </inkml:brush>
  </inkml:definitions>
  <inkml:trace contextRef="#ctx0" brushRef="#br0">1 16 16383,'10'0'0,"0"0"0,-5 0 0,0 0 0,0 0 0,0 0 0,0 0 0,0 0 0,0 0 0,0 0 0,0 0 0,0 0 0,0 0 0,0 0 0,0 0 0,0 0 0,0 0 0,0 0 0,0 0 0,2 0 0,-1 0 0,1 0 0,-2 0 0,0 0 0,3 0 0,-3 0 0,2 0 0,3 0 0,-4 0 0,4 0 0,-3 0 0,-2 2 0,5-1 0,-4 1 0,3-2 0,-3 0 0,1 0 0,0 0 0,-1 0 0,3 0 0,-3 0 0,1 0 0,0 0 0,3 0 0,1 0 0,-1 0 0,-3 0 0,1 0 0,-1 0 0,1 0 0,-1 0 0,1 0 0,-3 0 0,5 0 0,-5 0 0,5 0 0,-2 0 0,-1 0 0,1 0 0,-1 0 0,-1 0 0,1 0 0,0 0 0,-1 0 0,3 0 0,-3 0 0,1 0 0,0 0 0,-1 0 0,1 0 0,0 0 0,-1 0 0,1 0 0,0 0 0,-1 0 0,6 2 0,-6-1 0,6 1 0,-7-2 0,2 0 0,1 0 0,-3 0 0,3 0 0,-1 0 0,-2 0 0,3 0 0,-1 0 0,-1 0 0,1 0 0,-2 2 0,2-1 0,3 1 0,-2-2 0,4 0 0,-6 0 0,3 0 0,-3 0 0,3 2 0,-3-1 0,3 1 0,-3-2 0,4 0 0,-5 0 0,5 2 0,-5-1 0,5 1 0,-3-2 0,1 0 0,2 0 0,-5 3 0,5-3 0,-2 2 0,2-2 0,-2 0 0,1 0 0,-1 0 0,2 3 0,-2-3 0,1 2 0,-1-2 0,2 0 0,-2 0 0,1 0 0,4 0 0,-4 0 0,5 3 0,-7-3 0,3 2 0,1-2 0,-4 0 0,8 0 0,-6 0 0,5 0 0,0 0 0,-7 0 0,8 0 0,-7 0 0,8 0 0,-7 0 0,19 0 0,-17 0 0,13 0 0,-14 0 0,-3 0 0,3 0 0,3 0 0,-1 0 0,3 0 0,-5 0 0,0 0 0,0 0 0,0 0 0,0 0 0,0 0 0,0 0 0,0 0 0,0 0 0,1 0 0,-1-2 0,-3 2 0,8-3 0,-6 3 0,5 0 0,1 0 0,-9 0 0,9 0 0,-7 0 0,2-2 0,0 1 0,0-1 0,0 2 0,0 0 0,-2 0 0,2 0 0,-2 0 0,2 0 0,0 0 0,0 0 0,0-2 0,0 1 0,-2-1 0,1 2 0,-1 0 0,2 0 0,-2 0 0,1 0 0,-1 0 0,2 0 0,-2-2 0,1 1 0,-1-1 0,0 2 0,2 0 0,-3 0 0,1 0 0,2 0 0,-5 0 0,5 0 0,-2 0 0,-1 0 0,3 0 0,-5 0 0,5 0 0,-4 0 0,3 0 0,-3 0 0,3 0 0,-3 0 0,3 0 0,-3 0 0,3 0 0,-3 0 0,3 0 0,-3 0 0,1 0 0,0 0 0,-1 0 0,1 0 0,1 0 0,-1 0 0,1 0 0,-1 0 0,1 0 0,-3 0 0,3 0 0,-1 0 0,-2 0 0,5 0 0,-5 0 0,3 0 0,-1 0 0,-1 0 0,1 0 0,0 0 0,-1 0 0,3 0 0,-3 0 0,1 0 0,0 0 0,-1 0 0,1 0 0,0 0 0,-1 0 0,1 0 0,-2 0 0,3 0 0,-3 0 0,2 0 0,-2 0 0,0 0 0,0 0 0,0 0 0,0 0 0,1 0 0,-1 0 0,0 0 0,2 0 0,-2 0 0,3 0 0,-3 0 0,0 0 0,0 0 0,0 0 0,0 0 0,0 0 0,0 0 0,0 0 0,0 0 0,0 0 0,0 0 0,0 0 0,-2 2 0,1-1 0,-1 1 0,2-2 0,0 0 0,0 0 0,0 0 0,0 0 0,0 0 0,0 0 0,0 0 0,0 0 0,0 0 0,0 0 0,0 0 0,0 0 0,0 0 0,0 0 0,0 0 0,0 0 0,0 0 0,0 0 0,1 0 0,-1 0 0,0 0 0,0 0 0,0 0 0,0 0 0,0 0 0,0 0 0,0 0 0,0 0 0,0 0 0,0 0 0,0 0 0,0 0 0,0 0 0,7-2 0,-6 1 0,8-1 0,-8 2 0,1 0 0,-2 0 0,0-2 0,0 1 0,0-1 0,0 2 0,-2-2 0,1 1 0,-1-1 0,2 2 0,0 0 0,0 0 0,0 0 0,0 0 0,0 0 0,3-2 0,-3 1 0,3-1 0,-3 2 0,0 0 0,0 0 0,0 0 0,0 0 0,0-2 0,0 1 0,0-1 0,0 2 0,0 0 0,0 0 0,0 0 0,0 0 0,0 0 0,0 0 0,0 0 0,0 0 0,0 0 0,0 0 0,0 0 0,0 0 0,0 0 0,0 0 0,0 0 0,0 0 0,0 0 0,0 0 0,0 0 0,0 0 0,3 0 0,-3 0 0,2 0 0,-2 0 0,0 0 0,0 0 0,0 0 0,0 0 0,1 0 0,-1 0 0,-3-3 0,3 3 0,-2-2 0,2 2 0,0 0 0,0 0 0,0 0 0,0 0 0,0 0 0,0 0 0,0 0 0,0 0 0,0 0 0,0 0 0,0 0 0,0-3 0,0 3 0,0-2 0,0 2 0,0 0 0,0 0 0,0 0 0,0 0 0,0 0 0,0 0 0,0 0 0,0 0 0,0 0 0,0 0 0,0 0 0,0 0 0,0 0 0,0 0 0,0 0 0,0 0 0,0 0 0,0 0 0,0 0 0,1 0 0,-1 0 0,0 0 0,0 0 0,0 0 0,0 0 0,0 0 0,0 0 0,0 0 0,0 0 0,0 0 0,0 0 0,0 0 0,0 0 0,0 0 0,0 0 0,0 0 0,0 0 0,0 0 0,0 0 0,0 0 0,-2-3 0,1 3 0,-1-3 0,2 3 0,0 0 0,0 0 0,0 0 0,0 0 0,-2 3 0,-1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4:05.080"/>
    </inkml:context>
    <inkml:brush xml:id="br0">
      <inkml:brushProperty name="width" value="0.2" units="cm"/>
      <inkml:brushProperty name="height" value="1.2" units="cm"/>
      <inkml:brushProperty name="color" value="#CC0066"/>
      <inkml:brushProperty name="inkEffects" value="pencil"/>
    </inkml:brush>
  </inkml:definitions>
  <inkml:trace contextRef="#ctx0" brushRef="#br0">0 1 16383,'11'2'0,"-2"1"0,-4-3 0,0 0 0,0 0 0,0 0 0,-2 2 0,2-2 0,-3 3 0,3-3 0,0 0 0,3 0 0,-3 0 0,2 0 0,-2 0 0,1 0 0,-1 0 0,0 0 0,0 0 0,6 0 0,-2 0 0,4 0 0,-6 0 0,0 0 0,-1 0 0,3 0 0,-3 0 0,1 0 0,0 0 0,-1 0 0,3 0 0,-1 0 0,0 0 0,1 0 0,8 0 0,-5 0 0,7 0 0,-8 0 0,-1 0 0,0 0 0,-3 0 0,3 0 0,3 0 0,-4 0 0,6 0 0,-7 0 0,2 0 0,0 0 0,5 0 0,-4 0 0,3 0 0,-4 0 0,0 0 0,0 0 0,0 0 0,1 0 0,4 0 0,-4 0 0,5 0 0,-6 0 0,0 0 0,0 0 0,0 0 0,10 0 0,-8 0 0,8 0 0,-10 0 0,0 0 0,1-3 0,4 3 0,-4-2 0,5 2 0,-6 0 0,0 0 0,0 0 0,0 0 0,0 0 0,0 0 0,0 0 0,-2 0 0,7 0 0,-8 0 0,8 0 0,-8 0 0,4 0 0,-1 0 0,0 0 0,-3 0 0,3 0 0,-2 0 0,2 0 0,-2 0 0,7 0 0,-9 0 0,9 0 0,-7 0 0,2 0 0,-2 0 0,1 0 0,-1 0 0,2 0 0,-2 0 0,2 0 0,-3 0 0,1 0 0,2 0 0,-2 0 0,2 0 0,-3 2 0,3-2 0,-2 3 0,0-3 0,6 0 0,-5 0 0,3 0 0,-3 0 0,-1 0 0,0 0 0,1 0 0,-1 0 0,2 0 0,-2 0 0,2 0 0,-5 0 0,5 0 0,-3 0 0,1 0 0,2 0 0,4 0 0,-4 0 0,6 0 0,-8 0 0,0 0 0,1 0 0,-1 0 0,0 0 0,-1 0 0,0 0 0,1 0 0,0 0 0,1 0 0,-1 0 0,0 0 0,2 0 0,-3 0 0,1 0 0,-1 0 0,1 0 0,0 0 0,-1 0 0,3 0 0,-2 0 0,-1 0 0,1 0 0,-1 0 0,-1 0 0,3 0 0,-3 0 0,3 0 0,1 0 0,-1 0 0,0 2 0,-2-2 0,-1 3 0,1-3 0,0 0 0,-1 0 0,1 0 0,0 0 0,-1 0 0,4 0 0,-5 0 0,2 0 0,-2 0 0,3 0 0,-3 0 0,5 0 0,-5 0 0,3 0 0,-3 0 0,2 0 0,-2 0 0,3 0 0,-3 0 0,0 0 0,2 0 0,-1 0 0,1 0 0,-2 0 0,0 0 0,0 0 0,2 0 0,-1 0 0,1 0 0,-2 0 0,0 0 0,0 0 0,0 0 0,2 0 0,-1 0 0,1 0 0,-2 0 0,0 0 0,0 0 0,0 0 0,0 0 0,0 2 0,0-2 0,3 3 0,-3-3 0,3 0 0,-3 0 0,0 0 0,0 0 0,0 0 0,0 0 0,0 0 0,0 0 0,0 0 0,0 0 0,0 0 0,0 0 0,0 0 0,7 0 0,-6 0 0,6 0 0,-7 0 0,0 0 0,0 0 0,0 0 0,0 0 0,0 0 0,0 0 0,0 0 0,0 0 0,0 0 0,5 0 0,-4 0 0,3 0 0,-4 0 0,0 0 0,0 0 0,0 0 0,1 0 0,-1 0 0,0 0 0,6 0 0,-4 0 0,5 0 0,-7 0 0,0 0 0,0 0 0,0 0 0,0 0 0,0 0 0,0 0 0,4 0 0,-2 0 0,2-3 0,-4 3 0,0-2 0,0 2 0,0 0 0,0 0 0,0 0 0,5-3 0,-4 3 0,3-3 0,-4 3 0,0 0 0,0 0 0,7 0 0,-5 0 0,5 0 0,-7 0 0,0 0 0,0 0 0,0 0 0,2 0 0,-2 0 0,3 0 0,-3 0 0,0 0 0,0 0 0,0 0 0,2 0 0,-1 0 0,1 0 0,-2 0 0,-2 3 0,1-3 0,-1 2 0,4-2 0,-1 0 0,8 0 0,-7 3 0,4-3 0,-6 2 0,0-2 0,0 0 0,0 0 0,0 0 0,0 0 0,0 0 0,0 0 0,12 0 0,-10 0 0,12 0 0,-14 0 0,5 0 0,-4 0 0,1 0 0,-2 0 0,0 0 0,0 0 0,0 0 0,7 0 0,-6 0 0,6 0 0,-7 0 0,0 0 0,2 0 0,-1 0 0,1 0 0,-2 0 0,0 0 0,0 0 0,0 0 0,0 0 0,9 0 0,-6 0 0,6 0 0,-9 0 0,0 0 0,0 0 0,0 0 0,0 0 0,0 0 0,0 0 0,0 0 0,0 0 0,0 0 0,6 0 0,-4 0 0,5 0 0,-7 0 0,0 0 0,0 0 0,0 0 0,0-2 0,0 2 0,0-3 0,0 3 0,5 0 0,-4 0 0,3 0 0,-4 0 0,0 0 0,0 0 0,0 0 0,0 0 0,3 0 0,-3 0 0,2 0 0,-2 0 0,1-2 0,-1 2 0,0-3 0,0 3 0,0 0 0,0 0 0,0 0 0,0 0 0,0 0 0,0 0 0,0 0 0,0 0 0,0 0 0,0 0 0,0 0 0,0 0 0,0 0 0,0 0 0,0 0 0,0 0 0,0 0 0,0 0 0,0-2 0,0 2 0,0-3 0,0 3 0,0 0 0,0 0 0,0 0 0,0 0 0,0 0 0,0 0 0,0 0 0,0 0 0,-2-2 0,2 1 0,-3-1 0,3 2 0,0 0 0,-15 0 0,6 0 0,-12 0 0,11 0 0,0 0 0,0 0 0,-3 0 0,5 0 0,-1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4:06.969"/>
    </inkml:context>
    <inkml:brush xml:id="br0">
      <inkml:brushProperty name="width" value="0.2" units="cm"/>
      <inkml:brushProperty name="height" value="1.2" units="cm"/>
      <inkml:brushProperty name="color" value="#CC0066"/>
      <inkml:brushProperty name="inkEffects" value="pencil"/>
    </inkml:brush>
  </inkml:definitions>
  <inkml:trace contextRef="#ctx0" brushRef="#br0">0 56 16383,'11'-2'0,"-2"-1"0,-4 3 0,0 0 0,0 0 0,1 0 0,-1 0 0,0 0 0,0 0 0,0 0 0,0 0 0,0 0 0,0 0 0,0 0 0,0 0 0,0 0 0,0 0 0,0 0 0,0 0 0,0 0 0,0 0 0,0 0 0,0 0 0,0 0 0,0 0 0,0-2 0,0 1 0,2-1 0,-1 2 0,1 0 0,-2 0 0,0 0 0,2 0 0,1 0 0,0 0 0,-1 0 0,-2 0 0,0 0 0,0 0 0,3 0 0,-3 0 0,5 0 0,-5 0 0,3-2 0,-1 1 0,-2-1 0,5 2 0,-4 0 0,1 0 0,0 0 0,-1 0 0,3 0 0,-1 0 0,0 0 0,-1 0 0,0 0 0,1 0 0,0 0 0,1 0 0,-3 0 0,3 0 0,-3 0 0,4 0 0,-5 0 0,9-2 0,-7 1 0,7-1 0,-6 2 0,-1 0 0,3 0 0,-2 0 0,0 0 0,1 0 0,-3 0 0,3 0 0,-3 0 0,3 0 0,-1 0 0,0 0 0,1 0 0,-3 0 0,3 0 0,-3 0 0,3 0 0,-3 0 0,4 0 0,-5 0 0,5 0 0,-5 0 0,5 0 0,-5 0 0,5 0 0,-5 0 0,5 0 0,-5 0 0,5 0 0,-5 0 0,7 0 0,-3 0 0,1 0 0,-1 0 0,-3 0 0,1 0 0,0 0 0,-1 0 0,3 0 0,-3 0 0,3 0 0,-3 0 0,1 0 0,0 0 0,-1 0 0,6 0 0,-6 0 0,6 0 0,-7 0 0,5 0 0,-5 0 0,3 0 0,-1 0 0,-2 0 0,3 2 0,-3-1 0,2 1 0,-1-2 0,1 0 0,0 0 0,-1 0 0,5 0 0,-4 0 0,4 0 0,-5 0 0,1 0 0,-2 0 0,2 0 0,-1 0 0,1 0 0,-2 0 0,0 0 0,3 0 0,-3 0 0,2 0 0,-2 0 0,3 0 0,-3 0 0,2 0 0,-1 0 0,1 0 0,-2 0 0,3 0 0,-3 0 0,2 0 0,-2 0 0,3 0 0,-3 0 0,0 0 0,0 0 0,2 0 0,-1 0 0,1 0 0,0 0 0,-1 0 0,1 0 0,-2 0 0,0 0 0,2 0 0,-1 0 0,1 0 0,-2 0 0,0 0 0,0 0 0,0 0 0,0 0 0,0 0 0,0 0 0,3 0 0,-3 0 0,2 0 0,-2 0 0,0 0 0,1 0 0,-1 0 0,0 0 0,0 0 0,0 0 0,0 0 0,0 0 0,0 0 0,0 0 0,0 0 0,0 0 0,0 0 0,0 0 0,0 0 0,2 0 0,-1 0 0,1 0 0,0 0 0,-1 0 0,1 0 0,-2 0 0,0 0 0,0 0 0,2 0 0,-1 0 0,3 0 0,-3 0 0,4 0 0,-5 0 0,2 0 0,1 0 0,-3 0 0,2 0 0,-1 0 0,1 0 0,-2 0 0,5 0 0,-5 0 0,3 0 0,-1 0 0,-1 0 0,5 0 0,-2 0 0,1 0 0,-3 0 0,0 0 0,-1 0 0,1 0 0,0 0 0,-1 0 0,3 0 0,-3 0 0,1 0 0,0 0 0,-1-2 0,1 1 0,1-1 0,-3 2 0,5 0 0,-5 0 0,5 0 0,-5 0 0,3 0 0,-1 0 0,-2 0 0,3-2 0,-1 1 0,-1-1 0,3 2 0,-3 0 0,1 0 0,0 0 0,-1 0 0,3 0 0,-1 0 0,0 0 0,-1 0 0,0 0 0,-1 0 0,1 0 0,-2-2 0,2 1 0,-1-1 0,1 2 0,-2 0 0,0 0 0,0 0 0,0 0 0,3 0 0,-3 0 0,5 0 0,-5 0 0,3 0 0,-3 0 0,2 0 0,-2-2 0,3 1 0,-3-1 0,0 2 0,0 0 0,0 0 0,0 0 0,0 0 0,0 0 0,0 0 0,0 0 0,0 0 0,0 0 0,0 0 0,0 0 0,0 0 0,0 0 0,0 0 0,0 0 0,0 0 0,0 0 0,0 0 0,0 0 0,0 0 0,0 0 0,0 0 0,0 0 0,0 0 0,0 0 0,0 0 0,0 0 0,0 0 0,1 0 0,-1 0 0,0 0 0,0 0 0,0 0 0,0 0 0,0 0 0,0 0 0,0 0 0,0 0 0,0 0 0,0 0 0,0 0 0,0 0 0,0 0 0,0 0 0,0 0 0,0 0 0,0 0 0,0 0 0,0 0 0,0 0 0,0 0 0,0 0 0,0 0 0,0-2 0,0 1 0,0-1 0,0 2 0,0 0 0,0 0 0,0 0 0,0 0 0,0 0 0,0 0 0,0 0 0,0 0 0,0 0 0,0 0 0,0 0 0,1 0 0,-1 0 0,0 0 0,0 0 0,0 2 0,0-1 0,0 1 0,0-2 0,0 0 0,-2 2 0,1-1 0,-1 1 0,2-2 0,0 0 0,0 0 0,0 0 0,0 0 0,0 0 0,0 0 0,0 0 0,0 0 0,0 0 0,0 0 0,0 0 0,0 0 0,0 0 0,0 0 0,0 0 0,0 0 0,0 0 0,0 0 0,0 2 0,0-1 0,0 1 0,0-2 0,0 0 0,0 0 0,0 0 0,0 0 0,0 0 0,1 0 0,-1 0 0,0 0 0,0 0 0,0 0 0,0 0 0,0 0 0,0 0 0,0 0 0,0 0 0,0 0 0,0 0 0,0 0 0,0 0 0,0 0 0,0 0 0,0 0 0,0 2 0,0-1 0,0 1 0,0-2 0,0 0 0,0 0 0,0 0 0,0 0 0,0 0 0,0 0 0,0 0 0,0 0 0,0 0 0,0 0 0,0 0 0,0 0 0,0 0 0,0 0 0,0 0 0,0 0 0,0 0 0,0 0 0,0 0 0,1 0 0,-1 0 0,0 0 0,0 0 0,0 0 0,0 0 0,0 0 0,0 0 0,0 0 0,0 0 0,0 0 0,0 0 0,0 0 0,0 0 0,0 0 0,0 0 0,0 0 0,0 0 0,0 0 0,2 0 0,-1 0 0,1 0 0,-2 0 0,0 0 0,0 0 0,0 0 0,2 0 0,-1 0 0,1 0 0,-2 0 0,0 0 0,0 0 0,0 0 0,0 0 0,0 0 0,0 0 0,0 0 0,1 0 0,-1 0 0,0 0 0,2 0 0,-2 0 0,3 0 0,-3 0 0,0 0 0,2 0 0,-1 0 0,1 0 0,-2 0 0,0 0 0,0 0 0,0 0 0,0 0 0,0 0 0,0 0 0,0 0 0,0 0 0,0 0 0,0 0 0,0 0 0,0 0 0,0 0 0,0 0 0,0 2 0,0-1 0,0 1 0,0-2 0,0 0 0,0 0 0,0 0 0,-2-2 0,-3-3 0,-3 1 0,1-3 0,-1 5 0,3-4 0,2 1 0,-1 0 0,4 3 0,-3-1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4:25.416"/>
    </inkml:context>
    <inkml:brush xml:id="br0">
      <inkml:brushProperty name="width" value="0.2" units="cm"/>
      <inkml:brushProperty name="height" value="1.2" units="cm"/>
      <inkml:brushProperty name="color" value="#CC0066"/>
      <inkml:brushProperty name="inkEffects" value="pencil"/>
    </inkml:brush>
  </inkml:definitions>
  <inkml:trace contextRef="#ctx0" brushRef="#br0">0 807 16383,'9'-11'0,"0"4"0,-7 3 0,3 3 0,-2-3 0,2 3 0,-5-4 0,5 3 0,-3-1 0,3-2 0,0 5 0,-2-5 0,2 2 0,-2 1 0,2-3 0,0 5 0,0-5 0,-3 2 0,3 0 0,-2 1 0,-1 0 0,3-1 0,-2 0 0,2 1 0,-2 0 0,1 1 0,-1-3 0,2 1 0,0-2 0,0 0 0,0 2 0,-2-2 0,1 5 0,-1-5 0,2 5 0,0-5 0,0 5 0,-2-5 0,1 2 0,-1 1 0,2-3 0,0 4 0,0-3 0,-2 1 0,1 0 0,-1-1 0,2 1 0,0 0 0,0 1 0,3-5 0,-3 3 0,2-3 0,-2 2 0,0 3 0,0-1 0,0-2 0,0 2 0,1-2 0,-1 2 0,0-1 0,0 1 0,6-6 0,-4 2 0,5 0 0,-9 3 0,1 1 0,-1 0 0,2-2 0,0 5 0,-2-5 0,1 5 0,-1-5 0,2 5 0,2-7 0,-1 6 0,1-6 0,-2 6 0,0-3 0,0 1 0,0 0 0,0 1 0,-2 0 0,1 1 0,-1-3 0,4-1 0,-1 1 0,1 0 0,-2 1 0,0 3 0,-2-5 0,2 5 0,-3-2 0,3-1 0,0 1 0,3-4 0,-3 4 0,0-3 0,0 5 0,-5-5 0,7 4 0,-6-3 0,6 3 0,-4-1 0,-1 0 0,7-3 0,-5 1 0,6-2 0,-5 5 0,-2-3 0,1 1 0,-1 0 0,2-2 0,0 5 0,2-7 0,-1 6 0,-1-6 0,-1 4 0,-1 1 0,2-3 0,0 2 0,2-2 0,6-4 0,-7 2 0,6 0 0,-10 3 0,3 1 0,0-2 0,0 0 0,0 2 0,3-6 0,-3 7 0,0-7 0,0 8 0,-2-3 0,2 1 0,0 0 0,-3-1 0,3 1 0,-2-2 0,2 2 0,2-6 0,-2 5 0,3-3 0,-5 2 0,1 2 0,-1 1 0,0-3 0,1 2 0,-1 1 0,0-3 0,1 4 0,1-5 0,1 2 0,-1-3 0,-1 4 0,-3-1 0,3 3 0,-1-3 0,0 1 0,1 0 0,-3-2 0,3 5 0,-1-7 0,2 6 0,-2-6 0,1 7 0,-1-5 0,2 2 0,0 1 0,2-5 0,-1 3 0,1-3 0,-2 2 0,0 0 0,0-2 0,0 3 0,-2-3 0,2 7 0,-5-5 0,5 3 0,-2-1 0,-1-2 0,3 2 0,-5-2 0,5 2 0,-2-1 0,2 1 0,0-2 0,0 2 0,-3-1 0,3 1 0,0-4 0,1 1 0,-1-1 0,-1 4 0,-3-2 0,3 5 0,-1-5 0,4 0 0,-1 2 0,-1-4 0,-1 6 0,-3-3 0,5 3 0,-4-3 0,4 1 0,-3 0 0,0-1 0,1 3 0,-3-3 0,3 1 0,-1 0 0,0-2 0,1 5 0,-1-2 0,2-1 0,-2 1 0,1-1 0,-1 1 0,2 2 0,0 0 0,5-3 0,-4 3 0,3-3 0,-4 3 0,0 0 0,1 0 0,-1 0 0,0 0 0,-3 3 0,3-3 0,-2 5 0,2-5 0,0 5 0,0-5 0,2 5 0,-1-5 0,-1 5 0,-1-5 0,-1 3 0,2-3 0,0 2 0,0-2 0,2 5 0,-1-5 0,-1 5 0,1-5 0,-2 5 0,3-5 0,-2 5 0,0-5 0,5 7 0,-4-3 0,3 1 0,-6-1 0,1-3 0,-1 3 0,2-1 0,0 2 0,0-2 0,-2 1 0,2-3 0,-5 3 0,5-1 0,0 4 0,0-1 0,0 1 0,0-4 0,-5 1 0,5-1 0,0 7 0,0-7 0,0 6 0,0-6 0,-2 2 0,-1 0 0,3-2 0,-5 2 0,5-3 0,-2 3 0,0 0 0,1-2 0,-3 2 0,3-5 0,-1 5 0,0-3 0,1 1 0,-3 2 0,3-5 0,3 9 0,-3-5 0,5 3 0,-8-2 0,3-5 0,-1 7 0,2-6 0,-2 6 0,1-4 0,-1 2 0,2 0 0,0 0 0,0-2 0,-2 1 0,1-3 0,-3 3 0,3-1 0,-1 0 0,0 1 0,2-3 0,-5 3 0,5-1 0,-3 0 0,3 1 0,0-1 0,0 2 0,-2 0 0,2-2 0,-5 1 0,5-3 0,-3 3 0,4-3 0,-4 3 0,3-3 0,-5 3 0,7-1 0,-4 2 0,5-2 0,-3 1 0,0-3 0,-3 3 0,3-3 0,-2 3 0,2-3 0,-2 4 0,1-5 0,-1 5 0,2-5 0,-2 5 0,1-5 0,-1 5 0,2-5 0,0 5 0,0-3 0,0 1 0,0-1 0,2 3 0,-1-4 0,-1 6 0,-1-7 0,-1 5 0,2-2 0,0 2 0,0 0 0,0-3 0,0 1 0,-2-1 0,2 1 0,-3-1 0,1 3 0,4 0 0,-4-2 0,2 4 0,0-6 0,-5 3 0,5-1 0,0 4 0,-2-1 0,4-1 0,-7-1 0,5-3 0,-2 3 0,-1-1 0,3 0 0,-5 1 0,7 1 0,-4-1 0,2 2 0,0-5 0,-5 3 0,5-1 0,-2 0 0,2 1 0,0-3 0,-2 3 0,1-1 0,-1 0 0,0 1 0,1-3 0,-1 3 0,2-1 0,0 2 0,0 0 0,0-2 0,0 2 0,0-3 0,0 1 0,-2 2 0,1-5 0,-1 5 0,2-5 0,-2 5 0,1-5 0,-3 5 0,3-3 0,-1 1 0,2 2 0,0-5 0,0 3 0,-2-1 0,2-2 0,-3 5 0,3-5 0,-2 5 0,2-5 0,0 5 0,0-2 0,3-1 0,-6 3 0,3-5 0,-2 3 0,2-1 0,-3 1 0,3-1 0,-5 3 0,5-4 0,-2 3 0,2-3 0,-3 3 0,3-3 0,-4 3 0,3-1 0,-1 2 0,2 0 0,0-2 0,-2 1 0,-1-1 0,0 0 0,1 1 0,0-1 0,1 0 0,-3 1 0,3-3 0,-1 3 0,0-1 0,1 0 0,-3 1 0,3-3 0,-1 3 0,0-1 0,1 0 0,-1 1 0,2-3 0,-2 3 0,1-3 0,-3 3 0,6-3 0,-6 3 0,5-3 0,-5 3 0,3-3 0,-1 4 0,2-5 0,-2 5 0,4-5 0,-6 5 0,6-5 0,-5 2 0,1 1 0,4-1 0,-4 1 0,7 2 0,-5-5 0,3 5 0,-3-5 0,-3 5 0,3-5 0,-2 2 0,2 1 0,0-3 0,-3 5 0,3-5 0,-2 5 0,2-5 0,-2 5 0,1-2 0,-3 2 0,3-3 0,-3 3 0,3-5 0,-1 7 0,2-6 0,-2 6 0,1-4 0,1 4 0,-1-1 0,2-1 0,-3-3 0,0 0 0,-10-10 0,5 5 0,-10-9 0,12 10 0,-2-1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4:27.070"/>
    </inkml:context>
    <inkml:brush xml:id="br0">
      <inkml:brushProperty name="width" value="0.2" units="cm"/>
      <inkml:brushProperty name="height" value="1.2" units="cm"/>
      <inkml:brushProperty name="color" value="#CC0066"/>
      <inkml:brushProperty name="inkEffects" value="pencil"/>
    </inkml:brush>
  </inkml:definitions>
  <inkml:trace contextRef="#ctx0" brushRef="#br0">0 74 16383,'8'-8'0,"-1"1"0,-2 7 0,-2-2 0,2 1 0,-3-1 0,3 2 0,0 0 0,-2-2 0,2 1 0,-2-1 0,2 2 0,0 0 0,0 0 0,0 0 0,0 0 0,0 0 0,0 0 0,0 0 0,0-2 0,0 1 0,0-1 0,0 2 0,0 0 0,0-2 0,0 1 0,0-1 0,0 2 0,0-2 0,0 1 0,0-1 0,0 2 0,0-2 0,0 1 0,0-1 0,0 2 0,0 0 0,0-3 0,0 3 0,0-2 0,0-1 0,0 3 0,0-2 0,0 2 0,-2-3 0,2 3 0,-3-3 0,3 3 0,0-2 0,-2-1 0,2 1 0,-5-3 0,5 5 0,0 4 0,-2 0 0,4 5 0,-7-4 0,5 0 0,-2 0 0,2 0 0,-3 0 0,3-2 0,-5 2 0,5-5 0,-2 5 0,0-2 0,1 2 0,-1-3 0,0 3 0,1-5 0,-3 5 0,3-2 0,-1-1 0,0 3 0,1-2 0,-1 2 0,2-2 0,0 1 0,-2-1 0,1 0 0,-3 1 0,3-3 0,-1 3 0,0-1 0,1 0 0,-3 1 0,3-3 0,-1 3 0,0-1 0,1 0 0,-1 1 0,2-1 0,0 2 0,0-2 0,-2 1 0,1-3 0,-3 3 0,4-1 0,-3 0 0,1 1 0,2-3 0,-5 3 0,5-1 0,-3 0 0,1 1 0,2-3 0,-3 1 0,3 0 0,0 1 0,-2 2 0,2-2 0,-2-1 0,-1 1 0,3-1 0,-2 1 0,2 2 0,0-3 0,0 1 0,-3 2 0,3-5 0,-5 5 0,5-3 0,-2 1 0,2 2 0,0-5 0,-2 5 0,1-5 0,-3 5 0,3-2 0,-1-1 0,2 1 0,-2-1 0,3 1 0,-4 2 0,4-3 0,-5 3 0,3-5 0,-1 5 0,2-2 0,0-1 0,-2 3 0,4-2 0,-4 2 0,4-2 0,-4 1 0,1-3 0,-1 3 0,0-1 0,6 2 0,-7 0 0,7-2 0,-7-1 0,1 0 0,2 1 0,-3 0 0,3 1 0,0-1 0,-2 2 0,2-2 0,-2-1 0,-1 0 0,3 1 0,-2 0 0,2 1 0,0-1 0,0 0 0,-3 1 0,3-3 0,-2 3 0,2-1 0,0 2 0,0 0 0,0-2 0,-2 2 0,1-5 0,-3 5 0,3-3 0,-1 1 0,0 2 0,1-5 0,-1 2 0,2 1 0,0-1 0,0 3 0,0-2 0,-2 2 0,1-5 0,-3 5 0,6-2 0,-6 2 0,5-3 0,-3 1 0,0-1 0,1 1 0,-1-1 0,2 3 0,0-2 0,0-1 0,-2 3 0,2-5 0,-3 5 0,3-5 0,-2 5 0,2-2 0,-3 0 0,1 1 0,2-1 0,-3 0 0,3 1 0,0-1 0,1 2 0,-1-2 0,-3 1 0,3-3 0,-5 3 0,5-1 0,-2 2 0,-1 0 0,3-2 0,-2 1 0,2-1 0,0 2 0,0 0 0,-2 0 0,1-2 0,-3 1 0,3-3 0,-1 3 0,0-1 0,1 0 0,-1 1 0,0-1 0,1 0 0,-3 1 0,3-3 0,-1 4 0,2-3 0,0 1 0,-2 2 0,1-5 0,-3 5 0,3-3 0,-1 3 0,2-2 0,-2 2 0,1-5 0,-3 5 0,3-3 0,-1 1 0,2 2 0,0-2 0,0 2 0,0-3 0,-2 3 0,2-2 0,-3-1 0,1 3 0,2-2 0,-3 2 0,3 0 0,0 0 0,0 0 0,0 0 0,-2 0 0,2-2 0,-5 1 0,5-3 0,0 8 0,-2-6 0,4 5 0,-4-6 0,-1 0 0,3 1 0,-2 2 0,2-2 0,2 6 0,-1-8 0,-1 8 0,-1-8 0,-3 3 0,3-1 0,-1 2 0,2 0 0,4 2 0,-2-1 0,2 1 0,-4-4 0,-2 2 0,1-5 0,-3 5 0,8 0 0,-5 0 0,5 2 0,-2-1 0,-1-1 0,-1 0 0,0-3 0,-5 3 0,5-5 0,-3 5 0,1-2 0,2 2 0,-3 0 0,3-3 0,-2 3 0,2-2 0,-3 0 0,1 1 0,2-3 0,-2 3 0,2-3 0,-3 3 0,3-3 0,-5 3 0,7-1 0,-4 0 0,2 1 0,0-3 0,-2 3 0,2-1 0,0 0 0,0 1 0,0-3 0,-2 3 0,1-3 0,-3-8 0,1 2 0,0-4 0,1 7 0,2 2 0,0 0 0,0 0 0,0 0 0,-2 0 0,-1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4:30.866"/>
    </inkml:context>
    <inkml:brush xml:id="br0">
      <inkml:brushProperty name="width" value="0.2" units="cm"/>
      <inkml:brushProperty name="height" value="1.2" units="cm"/>
      <inkml:brushProperty name="color" value="#CC0066"/>
      <inkml:brushProperty name="inkEffects" value="pencil"/>
    </inkml:brush>
  </inkml:definitions>
  <inkml:trace contextRef="#ctx0" brushRef="#br0">102 1 16383,'-3'10'0,"1"0"0,2-5 0,0 0 0,0 0 0,2-2 0,-2 1 0,3-1 0,-3 2 0,0 0 0,0 0 0,0 0 0,0 0 0,0 0 0,0 0 0,0 0 0,0 0 0,0 0 0,0 0 0,0 0 0,0 0 0,0 0 0,0 0 0,0 0 0,0 0 0,0 0 0,0 0 0,0 0 0,0 0 0,0 0 0,0 0 0,0 1 0,0-1 0,0 0 0,0 0 0,0 0 0,0 0 0,2 0 0,-2 0 0,3 0 0,-3 0 0,0 0 0,0 0 0,0 0 0,0 0 0,0 0 0,0 0 0,0 0 0,0 0 0,0 0 0,0 0 0,0 0 0,0 0 0,0 0 0,0 0 0,0 0 0,0 0 0,0 0 0,0 2 0,0-1 0,0 1 0,0-2 0,0 0 0,0 3 0,0-3 0,0 2 0,0-2 0,0 0 0,0 0 0,0 1 0,0-1 0,0 0 0,0 0 0,0 0 0,0 0 0,0 0 0,0 0 0,0 0 0,0 0 0,0 2 0,0-1 0,0 1 0,0-2 0,0 0 0,0 0 0,0 0 0,0 0 0,0 0 0,0 0 0,0 0 0,0 0 0,0 0 0,0 0 0,0 2 0,0-1 0,0 1 0,0-2 0,0 0 0,0 0 0,0 0 0,0 0 0,0 3 0,0-3 0,0 2 0,0-2 0,0 1 0,0-1 0,0 0 0,0 0 0,0 0 0,0 0 0,0 0 0,0 0 0,0 0 0,0 0 0,0 0 0,0 0 0,0 0 0,0 0 0,0 0 0,0 0 0,0 0 0,2 2 0,-2-1 0,3 1 0,-3-2 0,0 0 0,0 0 0,0 0 0,0 0 0,0 0 0,0 0 0,0 0 0,0 0 0,0 0 0,0 0 0,0 0 0,0 0 0,0 0 0,0 0 0,0 0 0,0 3 0,0-3 0,0 5 0,0-5 0,0 3 0,0-3 0,0 0 0,0 0 0,0 0 0,0 0 0,0 0 0,0 0 0,0 2 0,0-1 0,0 1 0,0-2 0,0 0 0,0 0 0,0 0 0,0 0 0,0 0 0,0 0 0,0 0 0,0 0 0,0 0 0,0 0 0,0 0 0,0 0 0,0 2 0,0 1 0,0 2 0,0-2 0,0-1 0,0-2 0,0 0 0,0 0 0,-3 1 0,3-1 0,-2 0 0,2 0 0,0 2 0,0-2 0,0 3 0,0-3 0,0 0 0,0 0 0,0 2 0,0-1 0,-3 1 0,3-2 0,-2 0 0,2 0 0,0 0 0,0 0 0,0 0 0,0 0 0,0 0 0,0 0 0,0 0 0,0 0 0,0 0 0,0 0 0,0 0 0,0 0 0,0 0 0,-3 0 0,3 0 0,-3 0 0,3 0 0,0 3 0,0-3 0,0 2 0,0-1 0,0-1 0,0 0 0,0 0 0,0 0 0,0 0 0,-2 0 0,2 0 0,-3 0 0,3 0 0,0 0 0,0 0 0,0 0 0,0 0 0,0 0 0,0 0 0,0 0 0,0 0 0,-2 0 0,2 0 0,-3 2 0,3-1 0,0 1 0,0-2 0,0 0 0,0 0 0,0 0 0,0 0 0,0 0 0,0 0 0,0 0 0,0 0 0,0 0 0,-2 0 0,2 3 0,-3-3 0,3 2 0,0-2 0,0 1 0,0-1 0,0 0 0,0 0 0,0 0 0,0 0 0,-2 0 0,1 0 0,-1 4 0,2 0 0,0 1 0,0-3 0,0-2 0,0 0 0,0 0 0,-2 0 0,1 0 0,-1 0 0,2 0 0,0 0 0,0 2 0,0-1 0,0 1 0,0-2 0,0 0 0,0 0 0,0 0 0,0 0 0,-2 0 0,1 0 0,-1 0 0,2 3 0,0-3 0,0 2 0,0-1 0,0-1 0,0 0 0,0 0 0,0 0 0,0 0 0,0 0 0,0 0 0,0 2 0,0-1 0,0 1 0,0-2 0,0 0 0,0 0 0,0 0 0,0 2 0,-2-4 0,1 6 0,-1-5 0,2 3 0,0-2 0,0 0 0,0 2 0,0-1 0,0 1 0,0-2 0,0 0 0,0 0 0,0 0 0,0 3 0,0-3 0,0 2 0,-2 1 0,1-3 0,-1 2 0,2-1 0,0-1 0,0 2 0,0-2 0,0 3 0,0-3 0,0 2 0,0-1 0,0 1 0,0-2 0,0 0 0,0 0 0,0 0 0,0 0 0,0 0 0,0 0 0,0 0 0,0 0 0,-2 0 0,1 0 0,-1 0 0,2 0 0,0 0 0,0 0 0,0 0 0,0 0 0,0 0 0,0 0 0,0 3 0,0-3 0,0 2 0,0-2 0,0 0 0,0 0 0,0 0 0,0 0 0,-2 1 0,1-1 0,-1 0 0,2 0 0,0 0 0,0 0 0,0 0 0,0 0 0,0 0 0,0 0 0,0 0 0,0 0 0,-3 0 0,3 2 0,-2-1 0,2 1 0,0 2 0,0-2 0,0 2 0,0-4 0,0 0 0,0 0 0,0 0 0,0 0 0,0 0 0,0 0 0,-3-2 0,3 10 0,-2-8 0,2 9 0,0-9 0,0 0 0,0 0 0,0 0 0,-3-2 0,3 2 0,-2-2 0,2 2 0,0 6 0,0-4 0,0 5 0,0-7 0,0 0 0,0 0 0,0 0 0,0 0 0,0 0 0,0 0 0,0 0 0,-3 0 0,3 7 0,-3-6 0,3 6 0,0-7 0,0 0 0,0 0 0,0 0 0,0 0 0,-2 0 0,2 0 0,-3 0 0,3 9 0,0-6 0,0 5 0,0-7 0,0-1 0,0 0 0,0 0 0,0 0 0,0 2 0,-2-4 0,2 4 0,-3 2 0,3-2 0,0 5 0,0-7 0,0 0 0,0 0 0,0 0 0,0 0 0,0 0 0,0 0 0,0 0 0,0 0 0,0 7 0,0-6 0,0 6 0,0-7 0,0 0 0,0 0 0,0 0 0,0 0 0,0 0 0,0 0 0,0 7 0,0-5 0,0 5 0,0-7 0,0 0 0,0 0 0,0 0 0,0 0 0,0 0 0,0 0 0,0 0 0,0 9 0,0-7 0,0 7 0,0-9 0,0 0 0,0 0 0,0 0 0,0 0 0,0 0 0,0 0 0,0 0 0,0 7 0,-2-5 0,1 4 0,-1-6 0,2 0 0,0 0 0,0 0 0,0 0 0,0 0 0,0 0 0,0 0 0,0 1 0,0-1 0,0 6 0,0-4 0,0 5 0,0-7 0,0 0 0,0 0 0,0 0 0,0 0 0,0 0 0,0 0 0,0 0 0,0 0 0,0 0 0,0 7 0,0-6 0,0 6 0,0-7 0,0 0 0,0 0 0,0 0 0,0 0 0,0 0 0,0 0 0,0 0 0,0 0 0,0 0 0,0 9 0,0-6 0,0 6 0,0-9 0,0 0 0,0 0 0,0 0 0,0 0 0,0 0 0,0 0 0,0 0 0,0 9 0,0-7 0,0 7 0,0-9 0,0 0 0,0 0 0,0 0 0,0 0 0,0 0 0,-2 0 0,1 0 0,-1 0 0,2 0 0,0 0 0,0 0 0,0 0 0,0 0 0,0 0 0,0 0 0,0 0 0,0 0 0,0 0 0,0 0 0,0 0 0,0 0 0,0 0 0,0 1 0,0-1 0,-2 0 0,1 0 0,-1 0 0,2 0 0,0 0 0,0 2 0,0-1 0,0 1 0,0-2 0,0 0 0,0 0 0,0 0 0,0 0 0,0 0 0,0 0 0,0 0 0,0 2 0,0-1 0,0 1 0,0-2 0,0 0 0,0 0 0,0 0 0,0 0 0,0 2 0,2-1 0,-1 1 0,1-2 0,-2 0 0,0 0 0,0 0 0,0 0 0,2 0 0,-1 0 0,1 1 0,-2-1 0,0 0 0,0 0 0,0 0 0,0 0 0,0 0 0,0 0 0,0 0 0,0 0 0,0 0 0,0 0 0,2-2 0,-1 1 0,1-1 0,-2 4 0,0-1 0,0 1 0,0-2 0,0 0 0,0 0 0,0 0 0,0 0 0,0 0 0,0 0 0,2 0 0,-1 0 0,1 0 0,-2 0 0,0 0 0,0 0 0,0 0 0,0 0 0,0 0 0,2 0 0,-1 0 0,1 0 0,-2 0 0,0 0 0,0 0 0,0 1 0,0-1 0,0 0 0,0 0 0,0 0 0,0 0 0,0 0 0,0 0 0,0 0 0,0 0 0,0 0 0,0 0 0,0 0 0,0 0 0,0 0 0,0 0 0,0 0 0,0 0 0,0 0 0,0 0 0,0 0 0,0 0 0,2 2 0,-1-1 0,1 1 0,-2-2 0,0 0 0,0 0 0,0 0 0,2 0 0,-1 0 0,1 0 0,-2 0 0,0 3 0,0-3 0,0 2 0,0-2 0,2 1 0,-1-1 0,1 0 0,-2 0 0,0 0 0,0 0 0,0 0 0,0 0 0,0 0 0,0 6 0,0-4 0,3 7 0,-3-8 0,2 1 0,-2-2 0,0 0 0,0 0 0,0 0 0,0 0 0,0 0 0,0 5 0,0-4 0,0 3 0,0-4 0,0 0 0,3-2 0,-3 2 0,2-3 0,-2 3 0,0 0 0,0 3 0,0 2 0,0-2 0,0 2 0,0-5 0,0 0 0,0 0 0,0 0 0,0 0 0,0 0 0,0 2 0,0-1 0,0 1 0,0 9 0,0-8 0,0 8 0,0-11 0,0 0 0,0 0 0,0 0 0,0 0 0,0 2 0,0-1 0,0 1 0,0-2 0,0 11 0,0-8 0,0 8 0,0-11 0,0 1 0,0-1 0,0 0 0,0 2 0,0-2 0,3 3 0,-3-3 0,2 0 0,-2 9 0,0-7 0,0 7 0,0-9 0,0 0 0,0 0 0,0 0 0,0 0 0,0 0 0,0 0 0,0 0 0,0 0 0,3 9 0,-3-7 0,2 7 0,-2-9 0,0 0 0,0 0 0,0 0 0,3 9 0,-3-6 0,2 6 0,-2-9 0,0 0 0,0 0 0,0 0 0,0 0 0,0 2 0,0-1 0,0 1 0,0-2 0,0 0 0,0 0 0,0 0 0,0 0 0,0 0 0,0 4 0,0-2 0,0 2 0,0-4 0,0 0 0,3 0 0,-3 0 0,2 0 0,-2 0 0,0 0 0,0 0 0,0 0 0,0 0 0,0 0 0,0 0 0,0 0 0,0 0 0,0 0 0,0 0 0,0 1 0,0-1 0,0 0 0,0 0 0,0 0 0,0 0 0,0 0 0,0 0 0,0 0 0,0 0 0,0 0 0,0 0 0,0 0 0,0 0 0,0 0 0,0 0 0,0 0 0,0 0 0,0 0 0,0 0 0,3-16 0,-3 8 0,2-13 0,-2 10 0,0 4 0,0-1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4:32.999"/>
    </inkml:context>
    <inkml:brush xml:id="br0">
      <inkml:brushProperty name="width" value="0.2" units="cm"/>
      <inkml:brushProperty name="height" value="1.2" units="cm"/>
      <inkml:brushProperty name="color" value="#CC0066"/>
      <inkml:brushProperty name="inkEffects" value="pencil"/>
    </inkml:brush>
  </inkml:definitions>
  <inkml:trace contextRef="#ctx0" brushRef="#br0">123 0 16383,'2'11'0,"1"-2"0,-3-4 0,2-2 0,-2 2 0,3-3 0,-3 3 0,0 0 0,0 0 0,0 0 0,0 0 0,0 0 0,0 3 0,0-3 0,0 3 0,0-3 0,0 0 0,0 0 0,0 0 0,0 0 0,0 0 0,0 0 0,0 0 0,0 0 0,0 0 0,0 0 0,0 2 0,0 1 0,0 0 0,0-1 0,0-2 0,0 0 0,0 0 0,0 0 0,0 0 0,0 0 0,0 0 0,0 0 0,0 2 0,0-1 0,0 1 0,0 1 0,0-1 0,0 1 0,0-1 0,0-2 0,0 0 0,0 1 0,0 1 0,0-2 0,0 3 0,0-3 0,-3 2 0,3-2 0,-2 3 0,2-3 0,0 2 0,0 1 0,0 0 0,0 1 0,0-3 0,-3 1 0,3-2 0,-3 0 0,3 2 0,0-1 0,0 1 0,0 0 0,0-1 0,0 1 0,0-2 0,0 3 0,0-3 0,0 2 0,0-2 0,-2 0 0,2 3 0,-3-3 0,3 3 0,0-3 0,0 2 0,0-2 0,0 3 0,0-3 0,0 2 0,0-1 0,0 1 0,0 0 0,-2-1 0,2 1 0,-3 0 0,3 1 0,0 0 0,0-1 0,-2 0 0,1-1 0,-1 3 0,2-3 0,0 1 0,0 0 0,0-1 0,-2 4 0,1-5 0,-1 5 0,2-5 0,0 2 0,-2 3 0,1-2 0,-1 2 0,2 0 0,-2-5 0,1 5 0,-1-4 0,2 3 0,-2-3 0,1 3 0,-1-3 0,2 3 0,0-3 0,0 1 0,0 0 0,0 1 0,0 0 0,0 1 0,-2-1 0,1 0 0,-1-1 0,2 6 0,0-6 0,0 6 0,-2-6 0,1 1 0,-1-1 0,2 3 0,-2-4 0,1 3 0,-1-1 0,2 0 0,0 1 0,-3-3 0,3 3 0,-2-3 0,2 3 0,-3-3 0,3 3 0,-2-3 0,2 3 0,-3-3 0,3 1 0,-3 1 0,3-3 0,-2 2 0,2 1 0,-3-3 0,3 2 0,0 3 0,0-4 0,0 6 0,0-7 0,0 3 0,-2-3 0,2 0 0,-3 0 0,3 2 0,0 1 0,0 0 0,0-1 0,0-2 0,0 0 0,-2 0 0,2 0 0,-3 0 0,3 0 0,0 0 0,0 0 0,0 0 0,0 0 0,0 0 0,0 0 0,0 0 0,0 0 0,0 3 0,0-1 0,0 1 0,0-1 0,0 1 0,0-3 0,0 3 0,0-3 0,0 0 0,0 0 0,0 0 0,0 0 0,0 0 0,0 0 0,0 0 0,0 0 0,0 0 0,0 2 0,0-1 0,0 3 0,0-3 0,0 1 0,0-2 0,0 0 0,0 0 0,0 0 0,0 0 0,0 0 0,0 0 0,0 2 0,0-1 0,0 1 0,0-2 0,0 0 0,0 0 0,0 0 0,0 0 0,0 3 0,0-3 0,2 2 0,-1-2 0,1 1 0,-2-1 0,0 2 0,0-2 0,0 3 0,0-3 0,0 0 0,0 0 0,0 0 0,0 2 0,0-1 0,0 1 0,0-2 0,0 0 0,0 0 0,3 0 0,-3 0 0,2 0 0,-2 0 0,0 2 0,0 1 0,0 0 0,0-1 0,0-2 0,0 0 0,0 0 0,0 0 0,0 0 0,0 0 0,0 0 0,0 0 0,0 0 0,0 0 0,0 0 0,0 0 0,0 1 0,0-1 0,0 0 0,0 0 0,0 2 0,0-2 0,0 3 0,0-3 0,0 0 0,0 0 0,0 0 0,0 0 0,0 0 0,0 0 0,0 0 0,0 0 0,0 0 0,0 0 0,0 0 0,0 0 0,-2 0 0,1 0 0,-1 0 0,2 0 0,0 0 0,0 0 0,0 0 0,0 0 0,0 2 0,0-1 0,0 1 0,0-2 0,0 0 0,0 0 0,0 3 0,0-3 0,0 5 0,0-5 0,0 3 0,0-3 0,0 0 0,0 0 0,0 0 0,0 0 0,0 0 0,0 0 0,0 0 0,0 0 0,0 0 0,0 0 0,0 0 0,0 0 0,0 0 0,0 0 0,0 0 0,0 0 0,0 0 0,0 0 0,0 0 0,0 0 0,0 0 0,0 0 0,0 0 0,0 0 0,0 0 0,0 0 0,0 0 0,0 0 0,0 0 0,0 0 0,0 0 0,0 0 0,0 0 0,0 0 0,0 0 0,0 1 0,0-1 0,0 0 0,0 0 0,0 0 0,0 0 0,0 0 0,0 0 0,0 0 0,0 0 0,0 0 0,0 0 0,0 0 0,0 0 0,0 0 0,0 0 0,0 0 0,-2-2 0,1 1 0,-1-1 0,2 2 0,0 0 0,0 0 0,0 0 0,0 0 0,0 0 0,0 0 0,0 0 0,0 0 0,0 0 0,0 0 0,0 0 0,0 0 0,0 0 0,0 3 0,0-3 0,-2 2 0,1-2 0,-1 0 0,2 0 0,0 1 0,0-1 0,0 0 0,-2 0 0,1 0 0,-1 0 0,2 0 0,0 0 0,0 0 0,0 0 0,0 0 0,0 0 0,0 0 0,0 0 0,0 0 0,-2 0 0,1 0 0,-1 0 0,2 0 0,0 0 0,0 0 0,0 0 0,0 9 0,0-7 0,-2 7 0,1-9 0,-1 3 0,2-3 0,0 2 0,0 1 0,-2-3 0,1 5 0,-1 4 0,2-4 0,0 4 0,0-9 0,0 0 0,0 0 0,-2 0 0,1 0 0,-1 0 0,2 0 0,0 0 0,0 0 0,0 0 0,0 2 0,0-1 0,0 1 0,0 0 0,0-1 0,0 1 0,0-2 0,0 2 0,0-1 0,0 3 0,0-1 0,0 0 0,-3-1 0,3-2 0,-2 3 0,2-3 0,0 2 0,0 1 0,0-3 0,0 3 0,0-3 0,0 0 0,0 2 0,0-2 0,0 3 0,0-3 0,0 2 0,0-1 0,-3 1 0,3-2 0,-2 0 0,2 0 0,0 2 0,0-1 0,0 1 0,0-2 0,0 0 0,0 0 0,0 0 0,0 0 0,0 0 0,0 2 0,0-1 0,0 1 0,0-2 0,0 0 0,0 3 0,0-3 0,0 2 0,0-2 0,0 1 0,0-1 0,0 2 0,0-2 0,0 3 0,0-3 0,0 0 0,0 0 0,0 4 0,0-3 0,0 4 0,0-5 0,0 0 0,0 0 0,0 0 0,0 0 0,0 0 0,0 2 0,0-1 0,0 1 0,0-2 0,0 0 0,0 0 0,0 0 0,2 2 0,-2-1 0,3 1 0,-3-2 0,0 0 0,0 0 0,2-2 0,-2 2 0,3-3 0,-3 3 0,0 0 0,0 1 0,0-1 0,2 0 0,-2 0 0,3 0 0,-3 0 0,0 0 0,0 0 0,0 0 0,0 0 0,2 0 0,-2 0 0,3 0 0,-3 0 0,0 0 0,0 0 0,0 0 0,2 7 0,-2-6 0,3 6 0,-3-7 0,0 0 0,0 0 0,0 0 0,0 0 0,0 0 0,0 0 0,0 9 0,0-7 0,0 7 0,0-9 0,0 0 0,0 0 0,2 1 0,-2-1 0,3 0 0,-3 0 0,2 9 0,-1-7 0,1 7 0,-2-9 0,0 0 0,0 2 0,2-1 0,-1 1 0,1 0 0,-2 8 0,0-6 0,0 5 0,2-9 0,-1 0 0,1 0 0,-2 0 0,0 0 0,0 3 0,0-3 0,0 2 0,0-2 0,0 12 0,0-7 0,0 6 0,0-8 0,0-3 0,2 0 0,-1 0 0,1 0 0,-2 0 0,0 2 0,0-1 0,0 12 0,0-10 0,0 8 0,0-11 0,0 0 0,0 0 0,0 0 0,0 0 0,0 0 0,0 0 0,0 0 0,0 0 0,0 11 0,0-8 0,0 8 0,0-10 0,0-1 0,0 0 0,0 0 0,0 0 0,0 0 0,0 0 0,0 0 0,2 2 0,-1-1 0,1 1 0,-2-2 0,0 0 0,0 0 0,0 0 0,0 0 0,0 0 0,0 0 0,0 0 0,0 0 0,0 0 0,0 0 0,0 0 0,0 0 0,0 0 0,0 0 0,0 0 0,0 0 0,0 0 0,0 0 0,0 0 0,0 0 0,0 0 0,0 0 0,2 3 0,-1-3 0,1 2 0,-2-1 0,0-1 0,0 0 0,0 0 0,0 0 0,0 0 0,0 0 0,0 0 0,0 0 0,0 0 0,0 0 0,0 0 0,0 0 0,0 0 0,0 0 0,0 0 0,0 0 0,0 0 0,0 0 0,0 0 0,0 0 0,0 0 0,0 0 0,0 0 0,0 0 0,0 0 0,0 2 0,0-1 0,0 1 0,0-2 0,0 0 0,0 0 0,0 0 0,0 0 0,0 0 0,0 0 0,0 0 0,0 0 0,0 0 0,0 1 0,0-1 0,0 0 0,0 0 0,0 0 0,0 0 0,-2 0 0,1 0 0,-1 0 0,2 0 0,0 0 0,0 0 0,0 0 0,0 0 0,0 0 0,0 2 0,0-1 0,0 1 0,0-2 0,0 0 0,0 0 0,0 0 0,0 0 0,0 0 0,0 0 0,0 0 0,0 0 0,-2-2 0,1 1 0,-1-1 0,2 2 0,0 0 0,0 0 0,0 0 0,0 0 0,0 0 0,0 0 0,0 0 0,0 0 0,0 1 0,0 1 0,0-2 0,0 3 0,0-3 0,0 0 0,2 0 0,-1 0 0,1 0 0,-2 0 0,2-2 0,-1 1 0,1-1 0,-2 2 0,0 0 0,0 0 0,0 0 0,0 0 0,0 0 0,0 2 0,0-1 0,0 1 0,0-2 0,0 0 0,0 0 0,0 0 0,0 2 0,0-1 0,0 1 0,0-2 0,0 0 0,0 0 0,0 0 0,0 0 0,-2 5 0,1-4 0,-1 4 0,2-5 0,0 0 0,0 0 0,0 0 0,-3 2 0,3-2 0,-2 3 0,2-3 0,0 0 0,0 0 0,0 0 0,0 0 0,-3-2 0,3 1 0,-2-1 0,2 2 0,0 0 0,0 0 0,0 0 0,0 0 0,0 0 0,0 0 0,0 0 0,0 0 0,0 0 0,0 0 0,0 0 0,-3-2 0,3 1 0,-3-1 0,3 2 0,0 0 0,0 0 0,0 0 0,0 0 0,0 0 0,0 0 0,0 0 0,0 0 0,-2-2 0,2 2 0,-3-2 0,3 2 0,0 0 0,0 0 0,0 0 0,-2 0 0,2 0 0,-3 0 0,3 0 0,0 0 0,0 0 0,0 0 0,-2 0 0,2 0 0,-3 0 0,3 0 0,0 0 0,-2 0 0,1 0 0,-1 0 0,2 0 0,0 0 0,0 0 0,-2-2 0,1 4 0,-1-4 0,2 4 0,-2-2 0,1 0 0,-1 0 0,2 0 0,0 0 0,0 0 0,0 0 0,0-15 0,-2 8 0,1-13 0,-1 12 0,2-7 0,0 4 0,0-3 0,0 6 0,0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4:34.991"/>
    </inkml:context>
    <inkml:brush xml:id="br0">
      <inkml:brushProperty name="width" value="0.2" units="cm"/>
      <inkml:brushProperty name="height" value="1.2" units="cm"/>
      <inkml:brushProperty name="color" value="#CC0066"/>
      <inkml:brushProperty name="inkEffects" value="pencil"/>
    </inkml:brush>
  </inkml:definitions>
  <inkml:trace contextRef="#ctx0" brushRef="#br0">0 16 16383,'11'0'0,"-2"0"0,-6 2 0,2-1 0,-2 1 0,2-2 0,0 2 0,0-1 0,0 1 0,0-2 0,0 0 0,-3 2 0,3-1 0,-2 1 0,2-2 0,0 0 0,0 0 0,0 0 0,0 0 0,0 0 0,2 2 0,-1-1 0,1 1 0,-2-2 0,0 0 0,0 0 0,0 0 0,0 0 0,0 0 0,0 0 0,0 0 0,0 0 0,5 0 0,-4 0 0,3 0 0,-4 0 0,0 2 0,0-1 0,3 1 0,-1-2 0,1 0 0,0 0 0,-3 0 0,0 0 0,0 0 0,2 0 0,-2 0 0,3 2 0,-1-1 0,-1 1 0,1-2 0,-2 0 0,0 0 0,2 0 0,-1 0 0,1 0 0,-2 0 0,2 0 0,-1 0 0,3 0 0,-1 0 0,0 0 0,-1 0 0,-2 0 0,3 0 0,-3 0 0,2 0 0,-2 0 0,3 0 0,-3 0 0,3 0 0,-1 0 0,-2 0 0,5 0 0,-5 0 0,3 0 0,-3 0 0,2 0 0,-1 0 0,3 0 0,-1 0 0,0 0 0,-1 0 0,0 0 0,-1 0 0,3 0 0,-3 0 0,1 0 0,0 0 0,1 0 0,0 0 0,6 0 0,-7 0 0,7 0 0,-9 0 0,5 0 0,-5 0 0,5 0 0,-5 0 0,5 0 0,-2 0 0,-1 0 0,3 0 0,-4 0 0,3 0 0,-1 0 0,0 0 0,1 0 0,-3 0 0,3 0 0,-1 0 0,0 0 0,1 0 0,-3 0 0,3-2 0,-3 1 0,4-1 0,-3 2 0,1 0 0,2 0 0,-3 0 0,1 0 0,2 0 0,-2-2 0,-1 1 0,3-1 0,-4 2 0,3 0 0,-3 0 0,3 0 0,-1 0 0,0 0 0,1 0 0,-1 0 0,0 0 0,1 0 0,-3 0 0,3-2 0,-3 1 0,3-1 0,2 2 0,-1 0 0,0 0 0,0 0 0,-5 0 0,5 0 0,-5 0 0,5 0 0,-5 0 0,5 0 0,-5 0 0,5 0 0,-2 0 0,0 0 0,1 0 0,-3 0 0,3 0 0,-3 0 0,3 0 0,-3 0 0,3 0 0,-3 0 0,3 0 0,-3 0 0,3 0 0,-1-2 0,0 1 0,2-1 0,-5 2 0,5 0 0,-5 0 0,5 0 0,-5 0 0,3 0 0,-1 0 0,1 0 0,0 0 0,-1 0 0,0 0 0,-1 0 0,1 0 0,0-2 0,-1 1 0,1-1 0,0 2 0,-1 0 0,3 0 0,-3 0 0,1 0 0,3 0 0,-2-2 0,2 1 0,-3-1 0,1 2 0,-3 0 0,2 0 0,1 0 0,-3 0 0,3 0 0,-3 0 0,0 0 0,2 0 0,-2 0 0,3-2 0,-3 1 0,2-1 0,-1 2 0,1 0 0,-2 0 0,0 0 0,0 0 0,0 0 0,2 0 0,-1 0 0,1 0 0,-2 0 0,0 0 0,0 0 0,0 0 0,0 0 0,0 0 0,0 0 0,0 0 0,0 0 0,0 0 0,0 0 0,0 0 0,0 0 0,0-3 0,0 3 0,0-2 0,0 2 0,0 0 0,0 0 0,1 0 0,-1 0 0,0 0 0,0 0 0,2 0 0,1 0 0,-1 0 0,1 0 0,-3 0 0,0 0 0,0 0 0,0 0 0,0 0 0,0 0 0,2 0 0,-1 0 0,1 0 0,-2 0 0,2 0 0,-1 0 0,3 0 0,-1 0 0,0 0 0,-1 0 0,-2 0 0,3 0 0,-3 0 0,2 0 0,-2 0 0,0 0 0,3 0 0,-3 0 0,3 0 0,-1 0 0,-2 0 0,3 0 0,-3 0 0,0 0 0,2 0 0,-1 0 0,1 0 0,-2 0 0,0-3 0,0 3 0,0-2 0,2 2 0,1 0 0,0 0 0,-1 0 0,-2 0 0,2 0 0,-1 0 0,1 0 0,-2 0 0,0 0 0,0 0 0,0 0 0,0 0 0,0 0 0,0 0 0,0 0 0,0 0 0,0 0 0,0 0 0,0 0 0,1 0 0,-1 0 0,0 0 0,0 0 0,0 0 0,0 0 0,0 0 0,0 0 0,0 0 0,0 0 0,0 0 0,0 0 0,0 0 0,0 0 0,0 0 0,0 0 0,0 0 0,0 0 0,0 0 0,0 0 0,0 0 0,0 0 0,0 0 0,0 0 0,0 0 0,0 0 0,0 0 0,0 0 0,0 0 0,2 0 0,-1 0 0,1 0 0,-2 0 0,0 0 0,0 0 0,0 0 0,0 0 0,0 0 0,0 0 0,1 0 0,-1 0 0,0 0 0,0 0 0,0 0 0,2 0 0,-2 0 0,3 0 0,-3 0 0,0 0 0,0 0 0,0 0 0,0 0 0,0 0 0,0 0 0,0 0 0,0 0 0,0 0 0,0 0 0,0 0 0,0 0 0,0 0 0,0 0 0,0 0 0,0 0 0,0 0 0,0 0 0,0 0 0,0 0 0,0 0 0,0 0 0,0 0 0,-2 2 0,2-2 0,-3 3 0,3-3 0,0 0 0,0 0 0,0 0 0,1 0 0,-1 0 0,0 0 0,0 0 0,0 0 0,0 0 0,0 0 0,0 0 0,0 0 0,0 0 0,0 0 0,0 0 0,0 0 0,0 0 0,0 0 0,0 0 0,0 0 0,-2 2 0,1-2 0,-1 3 0,2-3 0,0 0 0,0 0 0,0 0 0,0 0 0,0 0 0,0 0 0,0 0 0,0 0 0,0 0 0,0 0 0,0 0 0,0 0 0,0 0 0,0 0 0,0 0 0,0 0 0,0 0 0,0 0 0,0 0 0,0 0 0,-2 2 0,6-2 0,-5 3 0,6-3 0,-5 0 0,0 0 0,0 0 0,0 0 0,0 0 0,0 0 0,0 0 0,-2-3 0,1 3 0,-1-2 0,2 2 0,0 0 0,0 0 0,0 0 0,0 0 0,2-3 0,-1 3 0,1-3 0,-2 3 0,2 0 0,-1 0 0,1 0 0,-2 0 0,2 0 0,-1 0 0,1 0 0,-2 0 0,0 0 0,0 0 0,0 0 0,0 0 0,0 0 0,1 0 0,-1 0 0,0 0 0,0 0 0,0 0 0,0 0 0,0 0 0,-3-2 0,3 2 0,-2-3 0,2 3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4:36.729"/>
    </inkml:context>
    <inkml:brush xml:id="br0">
      <inkml:brushProperty name="width" value="0.2" units="cm"/>
      <inkml:brushProperty name="height" value="1.2" units="cm"/>
      <inkml:brushProperty name="color" value="#CC0066"/>
      <inkml:brushProperty name="inkEffects" value="pencil"/>
    </inkml:brush>
  </inkml:definitions>
  <inkml:trace contextRef="#ctx0" brushRef="#br0">1 26 16383,'10'0'0,"0"0"0,-5 0 0,0 0 0,0 0 0,0 0 0,0 0 0,0 0 0,0 0 0,0 0 0,0 0 0,0 0 0,0 0 0,0 0 0,0 0 0,0 0 0,0 0 0,0 0 0,0 0 0,0 0 0,0 0 0,0 0 0,7 0 0,-5 0 0,4 0 0,-6 0 0,3 0 0,-3 0 0,3 0 0,-3 0 0,0 0 0,0 0 0,2 0 0,-2 0 0,5 0 0,4 2 0,-4-2 0,6 3 0,-10-3 0,1 0 0,0 0 0,-1 0 0,3 0 0,-3 0 0,3 0 0,-3 0 0,3 0 0,-3 0 0,4 0 0,0 0 0,0 0 0,0 0 0,-3 0 0,1 0 0,0 0 0,2 0 0,-3 0 0,1 0 0,-1 0 0,1 0 0,0 0 0,1 0 0,-1 0 0,0 0 0,1 0 0,-1 0 0,0 0 0,1 0 0,-3 0 0,9 0 0,-8 0 0,8 0 0,-8 0 0,3 0 0,-2 0 0,2 0 0,-2 0 0,2 0 0,-3 0 0,3 0 0,-2 0 0,11 0 0,-9 0 0,8 0 0,-10 0 0,2 0 0,0 0 0,-2 0 0,1 0 0,-1 0 0,2 0 0,-2 0 0,2 0 0,-3 0 0,4 0 0,-1 0 0,2 0 0,-2 0 0,1 0 0,-2 0 0,-1 0 0,0 0 0,1 0 0,-1 0 0,2 0 0,-2 0 0,1 0 0,-1 0 0,0 0 0,1 0 0,-3 0 0,4 0 0,-5 0 0,5 0 0,-3 0 0,1 0 0,2 0 0,-5 0 0,5 0 0,-5 0 0,5 0 0,-5 0 0,5 0 0,-4 0 0,1 0 0,0 0 0,1 0 0,0-3 0,3 3 0,-4-2 0,4 2 0,-5 0 0,3 0 0,-3 0 0,1 0 0,0 0 0,-1 0 0,4 0 0,-5 0 0,2 0 0,-2 0 0,3 0 0,-3 0 0,5 0 0,-2 0 0,2 0 0,-3 0 0,1 0 0,-3 0 0,2 0 0,-1 0 0,1 0 0,-2 0 0,2-3 0,-1 3 0,1-2 0,-2 2 0,0 0 0,0 0 0,0 0 0,5 0 0,-4 0 0,3 0 0,-4 0 0,0 0 0,2 0 0,1 0 0,0 0 0,-1 0 0,-2 0 0,0 0 0,3 0 0,-3 0 0,3 0 0,-3 0 0,0 0 0,0 0 0,0 0 0,0 0 0,0 0 0,0 0 0,0 0 0,0 0 0,0 0 0,0 0 0,0 0 0,0 0 0,0 0 0,0 0 0,0 0 0,2 0 0,-1 0 0,1 0 0,-2 0 0,0 0 0,0 0 0,0 0 0,0 0 0,0 0 0,0 0 0,0 0 0,0 0 0,3 0 0,-3 0 0,2 0 0,-2 0 0,0 0 0,0 0 0,0 0 0,0 0 0,1 0 0,-1 0 0,0 0 0,0 0 0,0 0 0,0 0 0,0 0 0,0 0 0,0 0 0,0 0 0,0 0 0,0 0 0,0 0 0,0 0 0,0 0 0,0 0 0,0 0 0,0 0 0,0 0 0,0 0 0,0 0 0,0 0 0,0 0 0,0 0 0,0 0 0,2-3 0,-1 3 0,1-3 0,-2 3 0,0 0 0,0 0 0,0 0 0,0 0 0,0-2 0,0 2 0,0-3 0,0 3 0,0 0 0,0 0 0,1 0 0,-1 0 0,0 0 0,0 0 0,0-2 0,0 2 0,0-3 0,0 3 0,0 0 0,0 0 0,0 0 0,0 0 0,0 0 0,0 0 0,0 0 0,0 0 0,-2-2 0,1 2 0,-1-3 0,2 3 0,0 0 0,0 0 0,0 0 0,0 0 0,0 0 0,0 0 0,0 0 0,0 0 0,0 0 0,0 0 0,0 0 0,0 0 0,0 0 0,0 0 0,0 0 0,0 0 0,0 0 0,0 0 0,0 0 0,0 0 0,1 0 0,-1 0 0,0 0 0,0 0 0,0 0 0,0 0 0,0 0 0,0 0 0,0 0 0,0 0 0,0 0 0,0 0 0,0 0 0,0 0 0,-2 2 0,1-1 0,-1 1 0,2-2 0,0 0 0,0 0 0,0 0 0,0 0 0,0 0 0,0 0 0,0 0 0,0 0 0,0 0 0,0 0 0,0 0 0,0 0 0,0 0 0,0 0 0,0 0 0,0 0 0,0 0 0,7 0 0,-5 0 0,5 0 0,-7 0 0,0 0 0,0 0 0,0 0 0,0 0 0,0 0 0,0 0 0,0 0 0,0 0 0,0 0 0,0 0 0,0 0 0,0 0 0,0 0 0,0 0 0,0 0 0,0 0 0,0 0 0,0 0 0,0 0 0,0 0 0,0 0 0,0 0 0,0 0 0,0 0 0,0 0 0,0 0 0,0 0 0,0 0 0,0 0 0,0 0 0,0 0 0,0 0 0,0 0 0,0 0 0,0 0 0,0 0 0,0 0 0,0 3 0,1-3 0,-1 2 0,0-2 0,0 0 0,0 0 0,0 0 0,0 0 0,0 0 0,0 0 0,0 0 0,0 0 0,0 0 0,0 0 0,0 0 0,0 0 0,0 0 0,0 0 0,0 0 0,0 0 0,0 0 0,0 0 0,0 0 0,0 0 0,0 0 0,0 0 0,0 0 0,0 0 0,0 0 0,0 0 0,0 0 0,0 0 0,0 0 0,0 0 0,0 0 0,0 0 0,0 0 0,0 0 0,0 0 0,0 0 0,3 0 0,-3 0 0,3 0 0,-1 0 0,-2 0 0,3 0 0,-3 0 0,0 0 0,0 0 0,0 0 0,0 0 0,0 0 0,0 0 0,0 0 0,0 0 0,0 0 0,0 0 0,0 0 0,0 0 0,0 0 0,0 0 0,0 0 0,0 0 0,0 0 0,0 0 0,0 0 0,0 0 0,0 0 0,0 0 0,0 0 0,0 0 0,0 3 0,0-3 0,0 2 0,0-2 0,0 0 0,0 0 0,0 0 0,1 0 0,-1 0 0,0 3 0,0-3 0,0 2 0,0-2 0,0 0 0,0 0 0,0 0 0,0 0 0,0 0 0,0 0 0,0 0 0,0 0 0,0 0 0,0 0 0,0 0 0,-16 0 0,10-2 0,-15 2 0,13-3 0,-2 3 0,0 0 0,0 0 0,0 0 0,0 0 0,0 0 0,0 0 0,0 0 0,0 0 0,0 0 0,0 0 0,0 0 0,-1 0 0,4 3 0,-3-3 0,2 2 0,-2-2 0,0 0 0,0 0 0,0 0 0,0 3 0,0-3 0,0 2 0,0 1 0,0-3 0,0 2 0,-3-2 0,3 3 0,-3-3 0,3 2 0,0-2 0,0 0 0,0 3 0,0-3 0,-2 2 0,1-2 0,-4 3 0,3-3 0,-1 5 0,-2-5 0,5 5 0,-1-5 0,4 2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4:38.317"/>
    </inkml:context>
    <inkml:brush xml:id="br0">
      <inkml:brushProperty name="width" value="0.2" units="cm"/>
      <inkml:brushProperty name="height" value="1.2" units="cm"/>
      <inkml:brushProperty name="color" value="#CC0066"/>
      <inkml:brushProperty name="inkEffects" value="pencil"/>
    </inkml:brush>
  </inkml:definitions>
  <inkml:trace contextRef="#ctx0" brushRef="#br0">0 31 16383,'11'-3'0,"-2"1"0,-4 2 0,0 0 0,0 0 0,0 0 0,0 0 0,0 0 0,0 0 0,1 0 0,-1 0 0,0 0 0,0 0 0,0 0 0,0 0 0,0 0 0,0 0 0,0 0 0,0 0 0,0 0 0,0 0 0,0 0 0,0 0 0,0 0 0,0 2 0,0-1 0,0 1 0,2-2 0,-1 0 0,1 0 0,-2 0 0,5 0 0,-4 0 0,5 0 0,-5 0 0,1 0 0,-2 0 0,3 0 0,-3 0 0,5 0 0,-5 0 0,5 0 0,-5 0 0,3 0 0,-1 0 0,1 0 0,4 0 0,-4 0 0,4 0 0,-4 0 0,0 0 0,1 0 0,-1 0 0,0 0 0,1 0 0,-1 2 0,2-1 0,-2 1 0,1-2 0,-1 0 0,2 0 0,0 0 0,-2 0 0,2 0 0,-3 0 0,4 0 0,-4 0 0,3 0 0,-2 0 0,2 0 0,0 0 0,0 0 0,0 0 0,0 0 0,0 0 0,-2 0 0,7 0 0,-8 0 0,7 0 0,-6 0 0,2 0 0,0 0 0,0 0 0,-2 2 0,7-1 0,-8 1 0,8-2 0,-7 0 0,2 0 0,0 0 0,0 0 0,0 0 0,0 0 0,0 0 0,-2 0 0,11 0 0,-11 0 0,17 0 0,-16 0 0,7 0 0,-9 0 0,8 0 0,-8 0 0,8 0 0,-7 0 0,7 0 0,-5 0 0,4 0 0,0 0 0,-5 0 0,6 0 0,-3 0 0,-1 0 0,4 0 0,-5 2 0,0-1 0,0 1 0,-2-2 0,1 0 0,-1 0 0,2 0 0,0 0 0,0 0 0,0 0 0,0 0 0,-2 0 0,7 0 0,-8 0 0,8 0 0,-10 0 0,5 0 0,-2 0 0,-1 0 0,3 0 0,-2 0 0,0 0 0,1 0 0,-1 0 0,0 0 0,-1 0 0,0 0 0,1 0 0,0 0 0,4 0 0,-4 0 0,2 0 0,0 0 0,-5 0 0,2 0 0,1 0 0,-3 0 0,5 0 0,-5 0 0,5 0 0,-5 0 0,5 0 0,-5 0 0,3 0 0,-1 0 0,-1 0 0,3 0 0,-3 0 0,1 0 0,0 0 0,-1 0 0,1 0 0,0 0 0,-1-2 0,1 1 0,-2-1 0,0 2 0,0 0 0,2 0 0,-1 0 0,1 0 0,-2 0 0,0 0 0,3 0 0,-3 0 0,2-2 0,-2 1 0,3-1 0,-3 2 0,3 0 0,-3 0 0,0 0 0,0 0 0,0 0 0,2 0 0,-2 0 0,3 0 0,-3 0 0,2 0 0,5-3 0,-3 3 0,3-2 0,-7 2 0,2 0 0,1 0 0,0 0 0,-1 0 0,-2 0 0,0 0 0,0 0 0,0 0 0,2 0 0,-1 0 0,4 0 0,-3 0 0,3 0 0,0 0 0,-2 0 0,0 0 0,-3 0 0,2 0 0,1 0 0,-1 0 0,1 0 0,-3 0 0,0 0 0,0 0 0,0 0 0,2 0 0,-1 0 0,1 0 0,-2 0 0,0 0 0,0 0 0,0 0 0,0 0 0,0 0 0,0 0 0,0 0 0,0 0 0,0 0 0,0 0 0,0-3 0,0 3 0,0-2 0,0 2 0,0 0 0,0 0 0,0 0 0,0 0 0,0 0 0,3 0 0,-3 0 0,3 0 0,-3 0 0,0 0 0,0 0 0,0 0 0,0 0 0,2 0 0,-1 0 0,1 0 0,-2 0 0,0 0 0,0 0 0,0 0 0,0 0 0,0 0 0,0 0 0,0 0 0,0 0 0,0 0 0,0 0 0,0 0 0,0 0 0,0 2 0,0-2 0,0 3 0,0-3 0,0 0 0,0 0 0,0 0 0,0 0 0,0 0 0,0 0 0,0 0 0,0 0 0,0 0 0,0 0 0,0 0 0,3 0 0,-3 0 0,3 0 0,-3 0 0,0 0 0,0 0 0,0 2 0,0-2 0,0 3 0,0-3 0,0 0 0,0 0 0,0 0 0,0 0 0,0 0 0,0 0 0,0 0 0,0 0 0,0 0 0,0 0 0,0 0 0,0 0 0,0-3 0,0 3 0,0-2 0,0 2 0,0 0 0,0 0 0,0 0 0,0 0 0,0 0 0,0 0 0,-2-3 0,2 3 0,-3-3 0,3 3 0,0 0 0,-2-2 0,2 2 0,-3-3 0,4 3 0,-1-2 0,0 2 0,0-3 0,0 3 0,0 0 0,0-2 0,0 2 0,0-3 0,0 3 0,0 0 0,0 0 0,0 0 0,0 0 0,0 0 0,0 0 0,0 0 0,0 0 0,0 0 0,0 0 0,0 0 0,0 0 0,0 0 0,0 0 0,0 0 0,0 0 0,0 0 0,0 0 0,0 0 0,0 0 0,0 0 0,0 0 0,0 0 0,0 0 0,0 0 0,0-2 0,0 1 0,0-1 0,0 2 0,0 0 0,1 0 0,-1 0 0,0 0 0,0 0 0,0 0 0,0 0 0,0 0 0,0 0 0,0 0 0,0 0 0,0 0 0,0 0 0,2 0 0,-1 0 0,1 0 0,-2 0 0,0 0 0,0 0 0,0 0 0,0 0 0,-2 2 0,6-1 0,-5 1 0,5-2 0,-4 0 0,0 0 0,0 0 0,0 0 0,0 0 0,0 0 0,0 0 0,7 0 0,-3 0 0,3 0 0,-4 0 0,-3 0 0,0 0 0,0 0 0,0 0 0,0 0 0,0 0 0,0 0 0,4-2 0,-3 1 0,4-1 0,-5 2 0,0 0 0,0 0 0,2-2 0,-1 1 0,-3-1 0,-13 2 0,3 0 0,-10 0 0,12 0 0,-5 0 0,4 0 0,1 0 0,3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4:53.769"/>
    </inkml:context>
    <inkml:brush xml:id="br0">
      <inkml:brushProperty name="width" value="0.2" units="cm"/>
      <inkml:brushProperty name="height" value="1.2" units="cm"/>
      <inkml:brushProperty name="color" value="#CC0066"/>
      <inkml:brushProperty name="inkEffects" value="pencil"/>
    </inkml:brush>
  </inkml:definitions>
  <inkml:trace contextRef="#ctx0" brushRef="#br0">36 0 16383,'5'11'0,"-2"-2"0,0-4 0,-3 0 0,0 0 0,0 0 0,0 0 0,2-2 0,-2 2 0,3-3 0,-3 3 0,0 0 0,0 3 0,2-3 0,-2 2 0,3-2 0,-3 0 0,0 1 0,0-1 0,0 0 0,0 0 0,0 0 0,0 0 0,0 0 0,0 0 0,0 0 0,0 0 0,0 0 0,0 0 0,2 0 0,-2 0 0,3 0 0,-3 0 0,0 0 0,0 0 0,0 0 0,0 0 0,0 0 0,0 0 0,0 0 0,0 0 0,0 0 0,0 2 0,0 1 0,0 0 0,0-1 0,0-2 0,-3 3 0,3-3 0,-2 2 0,2-2 0,0 0 0,0 0 0,0 1 0,0-1 0,0 0 0,0 0 0,0 0 0,0 0 0,-3 0 0,3 0 0,-3 2 0,3-1 0,0 3 0,0-3 0,0 3 0,0-3 0,0 1 0,0 0 0,0-1 0,0 1 0,0 0 0,0-1 0,0 3 0,0-1 0,0 0 0,0-1 0,0-2 0,0 0 0,0 0 0,-2 0 0,2 3 0,-3-3 0,3 2 0,0-2 0,0 1 0,0-1 0,0 0 0,0 0 0,0 0 0,0 0 0,0 0 0,0 0 0,0 0 0,0 0 0,0 0 0,0 0 0,0 0 0,0 0 0,0 0 0,-2 0 0,2 0 0,-3 0 0,3 0 0,0 0 0,0 0 0,0 0 0,0 0 0,0 0 0,0 0 0,-2 0 0,1 0 0,-1 0 0,2 0 0,0 0 0,0 3 0,0-3 0,0 2 0,0-2 0,0 0 0,0 0 0,-2 3 0,1-3 0,-1 5 0,2-5 0,-2 9 0,1-7 0,-1 5 0,2-7 0,0 0 0,0 0 0,0 0 0,0 0 0,0 0 0,-2 0 0,1 0 0,-1 0 0,2 0 0,0 0 0,0 0 0,0 0 0,0 0 0,0 0 0,0 0 0,0 0 0,-2-2 0,1 1 0,-1-1 0,2 2 0,0 0 0,0 0 0,0 0 0,0 0 0,0 0 0,0 0 0,0 0 0,0 0 0,-2 0 0,1 1 0,-1-1 0,2 0 0,0 0 0,0 0 0,0 0 0,0 0 0,0 0 0,0 0 0,0 0 0,-2 0 0,1 0 0,-1 0 0,2 0 0,0 0 0,0 0 0,0 0 0,0 0 0,0 0 0,0 0 0,0 0 0,0 0 0,0 0 0,-2 0 0,1 0 0,-1 0 0,2 0 0,0 0 0,0 0 0,0 0 0,0 0 0,0 0 0,0 0 0,0 0 0,0 0 0,0 0 0,0 3 0,0-3 0,0 2 0,0-1 0,0-1 0,0 0 0,0 0 0,0 0 0,0 0 0,0 0 0,0 0 0,0 0 0,0 0 0,0 2 0,0 1 0,0 2 0,0-2 0,0-1 0,0-2 0,0 0 0,0 0 0,0 2 0,0-1 0,0 1 0,0-2 0,0 0 0,0 0 0,0 0 0,0 0 0,0 0 0,0 3 0,0-1 0,0 1 0,0-1 0,0 1 0,0-3 0,0 3 0,0-3 0,0 0 0,0 0 0,0 0 0,0 0 0,0 0 0,0 2 0,0-1 0,0 1 0,0-2 0,0 0 0,0 0 0,0 0 0,0 0 0,0 0 0,0 0 0,0 0 0,0 0 0,2-2 0,-1 1 0,1-1 0,-2 2 0,0 0 0,0 0 0,0 0 0,0 0 0,0 0 0,0 0 0,0 0 0,0 0 0,0 0 0,0 0 0,2-2 0,-1 2 0,1-3 0,-2 3 0,0 0 0,0 0 0,0 0 0,0 1 0,0-1 0,0 0 0,0 2 0,0-2 0,0 3 0,2-3 0,-1 0 0,1 0 0,-2 0 0,0 0 0,0 0 0,0 0 0,0 0 0,0 0 0,0 0 0,0 0 0,0 0 0,0 0 0,0 0 0,0 0 0,0 0 0,0 0 0,0 0 0,2 0 0,-1 0 0,1 0 0,-2 0 0,0 0 0,0 0 0,0 0 0,0 0 0,0 0 0,0 0 0,0 3 0,0-3 0,0 2 0,0-1 0,2-1 0,-1 0 0,1 0 0,-2 0 0,0 0 0,0 2 0,0-2 0,0 3 0,0-3 0,0 0 0,0 0 0,0 0 0,2 0 0,-1 0 0,1 0 0,-2 0 0,0 0 0,0 0 0,0 0 0,0 2 0,2-3 0,-1 2 0,1-3 0,-2 2 0,0 0 0,0 0 0,0 0 0,0 0 0,0 0 0,2 0 0,-1 0 0,1 0 0,-2 0 0,0 0 0,0 0 0,0 0 0,0 0 0,0 1 0,0-1 0,2-3 0,-1 3 0,1-2 0,-2 2 0,0 0 0,0 0 0,0 2 0,0-2 0,0 3 0,0-3 0,2 0 0,-1 0 0,1 0 0,-2 0 0,0 0 0,0 0 0,0 0 0,0 0 0,0 0 0,2 0 0,-1 0 0,1 0 0,-2 0 0,0 0 0,0 0 0,0 0 0,0 0 0,0 0 0,0 0 0,0 0 0,0 0 0,2 0 0,-1 0 0,1 0 0,-2 0 0,0 0 0,0 0 0,0 0 0,0 1 0,0-1 0,0 0 0,0 0 0,0 2 0,0-2 0,0 3 0,0-3 0,0 0 0,0 0 0,0 0 0,0 0 0,0 0 0,0 0 0,0 0 0,0 0 0,0 0 0,0 2 0,0-1 0,0 1 0,0-2 0,0 0 0,0 0 0,0 0 0,0 0 0,0 0 0,0 0 0,0 2 0,0-1 0,0 1 0,0-2 0,0 0 0,0 0 0,0 0 0,0 0 0,0 0 0,0 1 0,0-1 0,0 0 0,0 0 0,0 0 0,0 0 0,0 0 0,0 0 0,0 0 0,0 0 0,0 0 0,0 2 0,0-1 0,2 1 0,-1-2 0,1 0 0,-2 0 0,0 0 0,0 0 0,0 0 0,0 0 0,0 0 0,0 0 0,0 0 0,0 0 0,0 0 0,0 0 0,0 2 0,0-1 0,0 4 0,2-5 0,-1 2 0,1-2 0,-2 0 0,0 0 0,0 0 0,0 0 0,0 1 0,0-1 0,0 0 0,0 2 0,2-2 0,-1 3 0,1-1 0,-2-1 0,0 1 0,0-2 0,0 0 0,0 0 0,0 0 0,0 0 0,0 0 0,0 0 0,0 0 0,0 0 0,2 0 0,-1 0 0,1 0 0,-2 2 0,0-1 0,0 1 0,0-2 0,0 0 0,0 0 0,0 0 0,0 0 0,2 0 0,-1 0 0,1 0 0,-2 0 0,0 0 0,0 3 0,0-3 0,0 3 0,0-3 0,0 0 0,0 0 0,0 0 0,0 0 0,0 0 0,0 0 0,0 0 0,0 0 0,0 2 0,0-1 0,0 1 0,0-2 0,0 0 0,0 0 0,0 0 0,0 0 0,0 0 0,0 0 0,0 0 0,0 0 0,0 0 0,0 0 0,0 2 0,0-1 0,0 1 0,0-2 0,0 0 0,0 0 0,0 0 0,0 0 0,0 0 0,0 0 0,0 0 0,0 0 0,0 0 0,0 3 0,0-3 0,0 3 0,0-3 0,0 0 0,0 0 0,0 0 0,0 0 0,0 0 0,0 0 0,0 0 0,0 0 0,0 0 0,0 0 0,0 4 0,2-2 0,-1 2 0,1-4 0,-2 0 0,0 0 0,0 0 0,0 0 0,0 0 0,0 0 0,0 0 0,0 0 0,0 5 0,0-4 0,0 3 0,0-4 0,0 0 0,0 0 0,0 0 0,0 0 0,0 1 0,0-1 0,0 4 0,0-3 0,0 4 0,0-5 0,0 0 0,0 0 0,0 0 0,0 0 0,0 0 0,0 0 0,2 4 0,-1-3 0,1 4 0,-2-5 0,0 0 0,0 0 0,0 0 0,0 0 0,0 0 0,0 7 0,0-5 0,2 4 0,-1-6 0,1 0 0,-2 0 0,0 0 0,0 0 0,0 0 0,0 0 0,0 9 0,0-6 0,0 6 0,0-9 0,0 0 0,0 0 0,0 0 0,0 0 0,0 0 0,0 0 0,0 7 0,0-6 0,0 6 0,0-7 0,0 0 0,0 0 0,0 0 0,2 0 0,-1 0 0,1 0 0,-2 0 0,0 2 0,0-1 0,0 1 0,0-2 0,0 0 0,0 0 0,0 0 0,0 0 0,0 0 0,0 0 0,0 0 0,0 0 0,0 1 0,0-1 0,0 0 0,0 0 0,0 0 0,2 0 0,-1 0 0,1 0 0,-2 0 0,0 0 0,0 0 0,0 0 0,0 0 0,0 2 0,0-1 0,0 1 0,0-2 0,0 0 0,0 0 0,0 0 0,0 0 0,0 0 0,0 0 0,0 0 0,0 0 0,0 0 0,0 0 0,0 0 0,3 0 0,-3 0 0,2 0 0,-2 0 0,0 0 0,0 0 0,0 0 0,0 0 0,0 0 0,0 0 0,0 1 0,0-1 0,0 0 0,0 0 0,0 0 0,0 0 0,0 0 0,0 0 0,0 0 0,0 0 0,0 0 0,0 0 0,0 0 0,0 0 0,-2 0 0,1 0 0,-1 0 0,2 0 0,0 0 0,0 0 0,0 0 0,0 0 0,0 0 0,0 0 0,0 0 0,0 0 0,0 0 0,0 0 0,0 0 0,0 0 0,0 0 0,0 0 0,0 0 0,0 0 0,0 0 0,0 0 0,0 0 0,0 0 0,0 0 0,0 0 0,0 1 0,0-1 0,0 0 0,0 0 0,0 0 0,0 0 0,0 0 0,0 0 0,0 0 0,0 0 0,0 0 0,0 0 0,0 0 0,0 0 0,0 0 0,2-2 0,-1 1 0,1-1 0,-2 2 0,0 0 0,0 0 0,0 0 0,0 0 0,0 0 0,0 0 0,0 0 0,0 0 0,0 0 0,0 0 0,0 0 0,2 0 0,-1 0 0,1 0 0,-2 0 0,0 0 0,0 0 0,0 0 0,0 0 0,0 3 0,0-3 0,0 3 0,0-3 0,0 0 0,0 0 0,0 0 0,0 0 0,0 0 0,0 0 0,0 0 0,0 0 0,0 4 0,0-3 0,0 4 0,0-5 0,0 0 0,0 0 0,0 0 0,0 0 0,0 0 0,0 0 0,0 0 0,0 5 0,0-4 0,0 3 0,0-4 0,0 0 0,0 0 0,0 0 0,0 0 0,0 0 0,0 0 0,0 7 0,0-5 0,0 5 0,0-7 0,0 0 0,0 0 0,0 0 0,0 0 0,0 0 0,0 0 0,0 6 0,0-4 0,0 5 0,0-7 0,0 2 0,0-1 0,0 1 0,0-2 0,-2 0 0,1 0 0,-1 7 0,2-5 0,0 4 0,0-6 0,0 0 0,0 0 0,0 0 0,0 0 0,0 0 0,0 5 0,0-4 0,0 4 0,0-5 0,0 0 0,0 0 0,0 0 0,0 0 0,2 2 0,-1-2 0,1 3 0,-2-3 0,0 0 0,0 0 0,0 0 0,2-2 0,-1 1 0,1-1 0,-2 2 0,0 0 0,0 0 0,0 0 0,0 0 0,2-2 0,-1 1 0,1-1 0,-2 2 0,0 0 0,0-16 0,-2 10 0,1-15 0,-1 14 0,2-3 0,0-1 0,0 1 0,-2-4 0,1 5 0,-1-3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4:56.195"/>
    </inkml:context>
    <inkml:brush xml:id="br0">
      <inkml:brushProperty name="width" value="0.2" units="cm"/>
      <inkml:brushProperty name="height" value="1.2" units="cm"/>
      <inkml:brushProperty name="color" value="#CC0066"/>
      <inkml:brushProperty name="inkEffects" value="pencil"/>
    </inkml:brush>
  </inkml:definitions>
  <inkml:trace contextRef="#ctx0" brushRef="#br0">0 66 16383,'11'3'0,"-4"-3"0,-2 0 0,-3-3 0,3 3 0,0 0 0,0 0 0,0 0 0,0-2 0,0 2 0,0-3 0,0 3 0,1 0 0,-1-2 0,0 2 0,2-3 0,-2 3 0,3 0 0,-3-2 0,0 1 0,0-1 0,0 2 0,0-2 0,0 1 0,0-1 0,0 2 0,0-2 0,0 1 0,0-1 0,0 0 0,0 1 0,0-1 0,0 2 0,-2-2 0,1 1 0,-1-3 0,2 3 0,-2-3 0,1 3 0,-3-3 0,6 3 0,-6-4 0,5 5 0,-3-2 0,2 2 0,0 0 0,-2-3 0,2 3 0,-3-2 0,3 2 0,0 0 0,-2-3 0,2 3 0,-3-3 0,3 3 0,1 3 0,-4-1 0,1 4 0,-3-1 0,2 0 0,-2 0 0,5-3 0,-5 3 0,3-2 0,-1 2 0,1 0 0,-1 0 0,3 0 0,-5 0 0,5-2 0,-5 1 0,3-1 0,-1 2 0,1-2 0,0 1 0,1-1 0,-3 2 0,3-2 0,-3 1 0,3-3 0,-1 3 0,0-1 0,-1 2 0,0-2 0,-1 1 0,3-1 0,-1 0 0,0 1 0,1-1 0,-1 0 0,0 1 0,1-3 0,-3 3 0,3-1 0,-1 0 0,0 1 0,1-3 0,-1 3 0,0-1 0,1 0 0,-1 2 0,2-5 0,-2 5 0,1-3 0,-1 1 0,0 2 0,1-5 0,-3 5 0,6-3 0,-4 3 0,4-2 0,-4 2 0,2-5 0,-5 5 0,7-2 0,-4-1 0,4 3 0,-4-2 0,2-1 0,-2 1 0,-1-1 0,3 1 0,-2-1 0,2 3 0,0-5 0,-3 5 0,3-5 0,-2 5 0,-1-2 0,3 0 0,-2 1 0,2-1 0,0 0 0,-2 1 0,1-3 0,-3 3 0,3-1 0,-1 0 0,0 1 0,1-3 0,-3 3 0,3-1 0,-1 0 0,0 1 0,1-3 0,-3 3 0,3-1 0,-1 0 0,0 1 0,1-3 0,-3 3 0,3-1 0,-1 0 0,0 1 0,1-3 0,-3 3 0,6-3 0,-6 3 0,5-3 0,-5 3 0,3-3 0,-1 3 0,2-3 0,0 3 0,0-3 0,-2 3 0,2-3 0,-3 4 0,3-5 0,-2 5 0,2-5 0,-3 5 0,3-3 0,0 1 0,-2 2 0,2-5 0,-2 2 0,-1 3 0,3-4 0,-2 3 0,-1-1 0,1-1 0,-1 4 0,1-4 0,-1 3 0,3-2 0,-5 2 0,5-3 0,-5 3 0,5-5 0,-2 5 0,0-2 0,1 2 0,-1 0 0,0 0 0,1-2 0,-3 1 0,3-3 0,-1 5 0,2-2 0,-2 3 0,1-4 0,-3 1 0,3-3 0,-1 3 0,0-1 0,1 0 0,-3 1 0,3-3 0,-1 5 0,2-2 0,0 3 0,0-2 0,-2 0 0,1-2 0,-1-1 0,0 0 0,1 1 0,-1 2 0,2-2 0,-2 1 0,1-3 0,-3 3 0,4-1 0,-3 0 0,6 4 0,-5-4 0,4 2 0,-7 0 0,5-5 0,-3 5 0,3-5 0,-2 5 0,2-3 0,-2 1 0,2 2 0,-3-2 0,3-1 0,-5 3 0,5-5 0,-2 5 0,2-2 0,-3 2 0,3-3 0,-5 3 0,5-5 0,-2 7 0,2-6 0,-2 6 0,1-6 0,-3 3 0,3-1 0,-1 0 0,2 3 0,0-5 0,-2 6 0,1-6 0,-3 3 0,3-1 0,1 2 0,-1 0 0,2-2 0,-3 1 0,2-3 0,-2 3 0,4-1 0,-4 2 0,2 0 0,-1-2 0,-1-1 0,0 0 0,4 1 0,-4 2 0,4-2 0,-4 1 0,2-3 0,-5 3 0,5-1 0,-3 0 0,1 1 0,2-3 0,-5 4 0,5-3 0,-3 1 0,3 2 0,0-3 0,0 1 0,-2 2 0,2-5 0,0 5 0,-2-3 0,4 1 0,-4-1 0,-1 1 0,3-1 0,0 3 0,-2 1 0,4-4 0,-4 1 0,0-1 0,1 1 0,-1-1 0,0 3 0,1-5 0,-1 3 0,2-1 0,-2 1 0,1-1 0,-3 3 0,3-5 0,-1 5 0,0-2 0,1 0 0,-1 1 0,0-1 0,1 0 0,-1 1 0,2-3 0,-2 3 0,1-3 0,-3 3 0,6-1 0,-4 0 0,2 1 0,-1-3 0,-3 3 0,8-1 0,-5 0 0,3 1 0,-2-3 0,-3 1 0,3 0 0,0-1 0,0 3 0,0-3 0,0 1 0,-2 0 0,0 1 0,-8 2 0,4-2 0,-4-1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4:59.965"/>
    </inkml:context>
    <inkml:brush xml:id="br0">
      <inkml:brushProperty name="width" value="0.2" units="cm"/>
      <inkml:brushProperty name="height" value="1.2" units="cm"/>
      <inkml:brushProperty name="color" value="#CC0066"/>
      <inkml:brushProperty name="inkEffects" value="pencil"/>
    </inkml:brush>
  </inkml:definitions>
  <inkml:trace contextRef="#ctx0" brushRef="#br0">26 0 16383,'-6'11'0,"1"-2"0,5-4 0,0 0 0,0 0 0,0 0 0,0 0 0,0 0 0,0 0 0,0 0 0,0 1 0,0-1 0,0 0 0,0 0 0,0 0 0,0 0 0,0 0 0,0 0 0,0 0 0,0 2 0,0-1 0,0 1 0,0-2 0,0 0 0,0 0 0,0 0 0,0 4 0,0 0 0,0 1 0,0-1 0,0-3 0,0 3 0,0-3 0,0 3 0,0-3 0,0 1 0,0-2 0,0 0 0,0 0 0,0 0 0,0 0 0,0 0 0,0 0 0,0 1 0,0-1 0,0 2 0,0-2 0,0 3 0,0-3 0,0 0 0,3 0 0,-3 0 0,2 0 0,-2 0 0,0 0 0,0 0 0,0 0 0,0 0 0,0 0 0,0 0 0,0 0 0,0 0 0,0 0 0,0 0 0,0 0 0,0 2 0,0-1 0,0 1 0,0-2 0,0 0 0,0 0 0,0 0 0,0 0 0,0 0 0,0 0 0,0 0 0,0 0 0,0 0 0,0 0 0,0 0 0,0 1 0,0-1 0,0 0 0,0 0 0,0 0 0,0 0 0,0 0 0,0 0 0,0 0 0,0 0 0,0 0 0,0 0 0,0 0 0,0 0 0,0 0 0,0 0 0,0 0 0,0 0 0,0 0 0,0 0 0,0 0 0,3 0 0,-3 0 0,2 0 0,-2 2 0,0-1 0,0 1 0,0-2 0,0 0 0,0 0 0,0 0 0,0 0 0,0 0 0,0 0 0,0 0 0,0 0 0,0 0 0,0 0 0,0 1 0,0-1 0,0 0 0,0 0 0,0 0 0,0 0 0,0 0 0,0 0 0,0 0 0,0 0 0,0 0 0,0 0 0,0 0 0,0 0 0,0 0 0,0 0 0,-2 0 0,2 0 0,-3 0 0,3 0 0,0 0 0,0 0 0,0 0 0,0 0 0,0 0 0,0 0 0,0 0 0,0 0 0,0 0 0,0 0 0,0 0 0,0 0 0,0 0 0,0 0 0,0 0 0,0 0 0,0 0 0,0 0 0,0 0 0,0 0 0,3 1 0,-3-1 0,2 0 0,-2 0 0,0 0 0,0 0 0,0 0 0,0 0 0,0 0 0,0 0 0,0 0 0,0 0 0,0 0 0,0 0 0,0 0 0,0 0 0,0 0 0,0 0 0,0 0 0,-2 0 0,2 0 0,-3 0 0,3 0 0,0 0 0,0 0 0,0 0 0,-2-2 0,2 1 0,-3-1 0,3 2 0,0 0 0,0 0 0,0 0 0,0 0 0,-2-2 0,1 2 0,-1-3 0,2 3 0,0 0 0,0 0 0,0 0 0,0 1 0,0-1 0,0 0 0,0 0 0,0 0 0,0 0 0,0 0 0,0 0 0,0 0 0,0 0 0,0 0 0,0 0 0,0 0 0,0 0 0,0 0 0,0 0 0,0 0 0,0 0 0,0 0 0,0 0 0,0 0 0,0 0 0,0 0 0,0 0 0,0 0 0,0 0 0,0 0 0,0 0 0,0 0 0,0 0 0,0 0 0,0 0 0,0 0 0,0 0 0,0 0 0,0 0 0,0 0 0,0 0 0,0 0 0,0 0 0,0 1 0,0-1 0,-2 0 0,1 0 0,-1 0 0,2 0 0,0 0 0,0 0 0,0 0 0,0 4 0,0-3 0,0 4 0,0-5 0,0 0 0,0 0 0,0 0 0,0 0 0,0 7 0,0-6 0,0 6 0,0-7 0,0 0 0,0 0 0,0 0 0,0 0 0,0 0 0,0 5 0,0-4 0,0 3 0,0-4 0,0 0 0,0 0 0,0 1 0,0-1 0,0 6 0,0-4 0,0 5 0,0-7 0,0 0 0,0 0 0,0 0 0,0 0 0,0 7 0,0-6 0,0 6 0,0-7 0,0 0 0,0 0 0,0 0 0,0 5 0,0-4 0,0 3 0,0-4 0,0 0 0,0 0 0,0 0 0,0 3 0,0-3 0,0 2 0,0-2 0,0 0 0,0 0 0,0 0 0,0 1 0,0-1 0,0 0 0,0 0 0,0 0 0,0 0 0,0 0 0,0 0 0,0 0 0,0 0 0,0 0 0,0 0 0,0 0 0,0 0 0,0 0 0,0 0 0,0 0 0,0 0 0,0 0 0,0 0 0,0 0 0,0 0 0,0 0 0,0 0 0,0 0 0,0 0 0,0 0 0,0 0 0,0 0 0,0 0 0,0 0 0,0 3 0,0-3 0,0 2 0,0-2 0,0 0 0,0 0 0,0 0 0,0 1 0,0-1 0,0 0 0,0 0 0,0 0 0,0 0 0,-2 0 0,1 0 0,-1 0 0,2 0 0,0 0 0,0 0 0,0 0 0,0 0 0,0 0 0,0 0 0,0 0 0,0 0 0,0 0 0,0 0 0,0 0 0,0 0 0,0 0 0,0 0 0,0 0 0,0 0 0,0 0 0,2 0 0,-1 0 0,1 0 0,-2 0 0,0 0 0,0 0 0,0 0 0,0 0 0,0 0 0,0 0 0,0 0 0,2-2 0,-1 2 0,1 0 0,-2 0 0,0 3 0,0-3 0,0 0 0,0 0 0,0 0 0,0 4 0,0-3 0,0 4 0,2-7 0,-1 1 0,1-1 0,-2 2 0,0 0 0,0 0 0,0 0 0,0 0 0,0 0 0,0 0 0,0 0 0,0 0 0,0 0 0,0 0 0,0 0 0,0 0 0,0 5 0,0-4 0,0 3 0,0-4 0,0 0 0,0 0 0,0 0 0,0 0 0,0 5 0,0-4 0,0 4 0,0-5 0,0 0 0,0 0 0,0 0 0,0 0 0,0 0 0,0 0 0,0 2 0,0-1 0,0 1 0,-2-4 0,1 1 0,-1-1 0,2 2 0,0 0 0,0 0 0,0 0 0,0 7 0,0-6 0,0 6 0,0-7 0,0 0 0,0 0 0,0 0 0,0 0 0,0 7 0,0-5 0,0 4 0,0-6 0,-2 0 0,1 1 0,-1-1 0,2 0 0,0 0 0,0 4 0,0-3 0,0 4 0,0-5 0,0 0 0,0 0 0,0 0 0,0 0 0,0 0 0,0 0 0,0 0 0,0 0 0,0 0 0,0 0 0,0 0 0,0 0 0,0 0 0,2-2 0,-1 1 0,1-1 0,-2 2 0,0 0 0,0 0 0,0 0 0,0 0 0,0 0 0,0 0 0,0 0 0,0 0 0,0 0 0,0 0 0,0 0 0,2 0 0,-1 0 0,1 0 0,-2 1 0,0-1 0,0 0 0,0 0 0,0 0 0,0 0 0,2 0 0,-1 0 0,1 0 0,-2 0 0,0 0 0,0 0 0,0 0 0,0 0 0,0 0 0,0 0 0,0 0 0,0 0 0,0 0 0,0 0 0,0 0 0,0 0 0,0 0 0,0 0 0,0 0 0,0 0 0,0 0 0,2 0 0,-1 0 0,1 0 0,-2 0 0,0 0 0,0 0 0,0 0 0,0 0 0,0 0 0,0 0 0,0 0 0,0 0 0,0 1 0,0-1 0,2 0 0,-1 0 0,1 0 0,-2 0 0,0 0 0,0 0 0,2 4 0,-1-3 0,1 4 0,-2-5 0,0 0 0,0 0 0,2 4 0,-1-2 0,1 2 0,-2-4 0,0 0 0,0 0 0,2 0 0,-1 0 0,1 0 0,-2 0 0,0 0 0,0 0 0,2 3 0,-1-3 0,1 2 0,-2-2 0,0 0 0,0 0 0,0 0 0,2 3 0,-1-3 0,1 3 0,-2-3 0,0 0 0,0 0 0,0 0 0,0 0 0,2 4 0,-1-3 0,1 4 0,0-7 0,-1 1 0,1-1 0,-2 2 0,0 0 0,0 0 0,0 0 0,3 4 0,-3-2 0,2 2 0,-2-4 0,0 0 0,0 0 0,0 0 0,0 0 0,3 0 0,-3 0 0,2 0 0,-2 0 0,0 0 0,0 0 0,0 0 0,0 0 0,0 0 0,0 0 0,0 0 0,0 1 0,0-1 0,0 0 0,0 0 0,0 0 0,0 0 0,0 0 0,0 2 0,0-1 0,0 1 0,0-2 0,0 0 0,0 0 0,0 0 0,0 0 0,0 0 0,0 0 0,0 2 0,0-1 0,0 1 0,0-2 0,0 0 0,0 0 0,0 0 0,0 0 0,0 0 0,0 0 0,0 0 0,0 0 0,0 0 0,0 0 0,0 0 0,0 0 0,0 0 0,0 0 0,0 0 0,0 0 0,0 1 0,0-1 0,0 0 0,0 0 0,0 0 0,0 0 0,0 0 0,0 0 0,0 0 0,0 0 0,0 0 0,0 0 0,0 0 0,0 0 0,0 0 0,0 0 0,0 0 0,0 0 0,3 0 0,-3 0 0,2 0 0,-2 0 0,0 0 0,0 0 0,0 0 0,0 0 0,0 0 0,0 0 0,0 0 0,0 0 0,3 0 0,-3 0 0,2 0 0,-2 0 0,0 0 0,0 0 0,0 0 0,0 0 0,0 5 0,0-4 0,0 4 0,0-5 0,0 0 0,0 0 0,0 0 0,0 6 0,0-4 0,0 5 0,0-7 0,0 0 0,0 0 0,0 4 0,0-2 0,0 2 0,0-4 0,0 0 0,0 0 0,0 0 0,0 0 0,0 0 0,0 0 0,0 0 0,0 0 0,0 0 0,0 0 0,0 0 0,0 0 0,0 0 0,0 0 0,0 0 0,0 0 0,0 0 0,0 1 0,0-1 0,0 0 0,0 0 0,0 0 0,0 0 0,0 0 0,0 0 0,0 0 0,0 0 0,0 0 0,0 0 0,0 0 0,0 0 0,0 0 0,0 0 0,0 0 0,0 0 0,0 0 0,0 0 0,3-2 0,-3 1 0,2-1 0,-2 2 0,0 0 0,0 0 0,0 0 0,0 0 0,0 0 0,0 0 0,0 0 0,0 0 0,0 0 0,3 7 0,-3-5 0,2 4 0,-2-6 0,0 0 0,0 1 0,0-1 0,0 0 0,0 0 0,0 0 0,3 0 0,-3 0 0,2 0 0,-2 0 0,0 0 0,0 0 0,0 0 0,0 0 0,0 0 0,0 0 0,0 0 0,0 0 0,0 0 0,3 0 0,-3 0 0,2 0 0,-2 0 0,0 0 0,0 0 0,0 0 0,0 0 0,0 0 0,0 0 0,0 0 0,0 0 0,0 0 0,3 0 0,-3 0 0,2 0 0,-2 0 0,0 0 0,0 0 0,0 0 0,0 0 0,0 1 0,0-1 0,0 0 0,0 0 0,0 0 0,0 0 0,0 0 0,0 0 0,0 0 0,0 0 0,0 0 0,0 0 0,0 0 0,3 0 0,-3 0 0,3 0 0,-3 0 0,0 0 0,0 0 0,0 0 0,0 0 0,0 0 0,0 0 0,0 0 0,0 0 0,0 0 0,0 0 0,0 0 0,0 0 0,0 0 0,0 0 0,0 0 0,0 0 0,2-2 0,-2 2 0,3-3 0,-3 3 0,0 0 0,0 0 0,0 0 0,0 0 0,0 1 0,0-1 0,0 0 0,0 0 0,0 0 0,0 0 0,0 0 0,0 0 0,0 0 0,0 0 0,0 0 0,0 0 0,0 0 0,0 0 0,0 0 0,0 0 0,0 0 0,0 0 0,0 0 0,0 0 0,0 0 0,0 0 0,0 0 0,0 0 0,0 0 0,0 0 0,0 0 0,0 0 0,0 0 0,0 0 0,0 0 0,0 0 0,2-2 0,-2 2 0,3-3 0,-3 3 0,0 0 0,0 0 0,0 0 0,0 0 0,0 1 0,0-1 0,0 0 0,0 0 0,0 0 0,2-3 0,-2 3 0,3-2 0,-3 2 0,0 0 0,0 0 0,0 0 0,2 0 0,-2 0 0,3 0 0,-3 0 0,0 0 0,0 0 0,0 0 0,0 0 0,0 0 0,0 0 0,2-2 0,-2 1 0,3-1 0,-3 2 0,0 0 0,0 0 0,0 0 0,0 0 0,0 0 0,0 0 0,2-2 0,-2 2 0,3-3 0,-3 3 0,0 0 0,0 0 0,0 0 0,0 0 0,2-2 0,-2 2 0,0-16 0,0 8 0,-2-11 0,2 9 0,0 0 0,0 0 0,0 0 0,0-3 0,0 3 0,0-3 0,0 3 0,0 0 0,0 0 0,0 0 0,0-2 0,0 1 0,0-1 0,0 4 0,0 1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5:01.299"/>
    </inkml:context>
    <inkml:brush xml:id="br0">
      <inkml:brushProperty name="width" value="0.2" units="cm"/>
      <inkml:brushProperty name="height" value="1.2" units="cm"/>
      <inkml:brushProperty name="color" value="#CC0066"/>
      <inkml:brushProperty name="inkEffects" value="pencil"/>
    </inkml:brush>
  </inkml:definitions>
  <inkml:trace contextRef="#ctx0" brushRef="#br0">15 0 16383,'-8'9'0,"3"0"0,3-7 0,2 3 0,0 0 0,0 0 0,0 0 0,0 0 0,0 1 0,0-1 0,0 0 0,0 0 0,0 0 0,0 0 0,0 0 0,0 0 0,2-3 0,3-2 0,-1-2 0,2-1 0,-3 1 0,0-1 0,4 1 0,-4-1 0,4-2 0,-2 5 0,0-3 0,-2 1 0,2 2 0,-3-3 0,3 1 0,0 1 0,1-1 0,-1 0 0,0 1 0,0-1 0,2 2 0,-2-2 0,3 1 0,-3-1 0,0 2 0,0 0 0,0 0 0,0 0 0,-2-2 0,1 1 0,-1-1 0,2 2 0,0 0 0,0 0 0,0 0 0,0 0 0,0 0 0,0 0 0,0 0 0,0 0 0,0 0 0,0 0 0,0 0 0,0 0 0,0 0 0,0 0 0,0 0 0,0 0 0,0 0 0,0 0 0,0 0 0,3 0 0,-3 0 0,2 0 0,-1 0 0,-1 0 0,2 0 0,-2 0 0,3 0 0,-1 0 0,-2 0 0,3 0 0,-1 0 0,-1 0 0,3 0 0,1 0 0,-2 0 0,4 0 0,-6 0 0,3 0 0,-1 0 0,0 0 0,-1 0 0,0 0 0,1 0 0,2 0 0,-2 0 0,2 0 0,-3 0 0,1 0 0,2 0 0,2 0 0,-3 0 0,5 0 0,-6 0 0,2 0 0,0 0 0,-2 0 0,7 0 0,-6 0 0,4 0 0,-4 0 0,-1 0 0,2 0 0,0 0 0,0 0 0,0 0 0,12 0 0,-10 0 0,7 0 0,-9 0 0,-2 0 0,2 0 0,-2 0 0,7 0 0,-9 0 0,9 0 0,-7 0 0,2 0 0,-2 0 0,24 0 0,-21 0 0,21 0 0,-24 0 0,2 0 0,-2 0 0,1 0 0,-1 0 0,0 0 0,1 0 0,-3 0 0,9 0 0,9 0 0,-4 0 0,5 0 0,-17 0 0,2 0 0,-5 0 0,5 0 0,-5 0 0,5 0 0,-4 0 0,3 0 0,-3 0 0,16 0 0,-13 0 0,12 0 0,-16 0 0,0 0 0,0 0 0,0 0 0,2 0 0,-1 0 0,1 0 0,-2 0 0,3 0 0,-3 0 0,2 0 0,-2 2 0,0-1 0,0 1 0,1-2 0,-1 0 0,0 0 0,-3 2 0,3-1 0,-2 1 0,2-2 0,0 0 0,0 2 0,0-1 0,0 1 0,0-2 0,-2 2 0,1-1 0,-1 1 0,2-2 0,0 0 0,0 2 0,0-1 0,0 1 0,0 0 0,0-1 0,0 1 0,0-2 0,0 0 0,-2 2 0,1-1 0,-1 1 0,2-2 0,0 0 0,0 0 0,-2 2 0,1-1 0,-1 1 0,2-2 0,0 0 0,0 0 0,0 0 0,0 0 0,3 0 0,-3 0 0,2 0 0,-2 0 0,1 0 0,-4-2 0,3 1 0,-2-1 0,2 0 0,0 1 0,-3-3 0,3 3 0,-2-1 0,2 2 0,0-2 0,0 1 0,0-1 0,0 2 0,0 0 0,-2-2 0,1 1 0,-1-1 0,2 2 0,0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5:02.640"/>
    </inkml:context>
    <inkml:brush xml:id="br0">
      <inkml:brushProperty name="width" value="0.2" units="cm"/>
      <inkml:brushProperty name="height" value="1.2" units="cm"/>
      <inkml:brushProperty name="color" value="#CC0066"/>
      <inkml:brushProperty name="inkEffects" value="pencil"/>
    </inkml:brush>
  </inkml:definitions>
  <inkml:trace contextRef="#ctx0" brushRef="#br0">0 36 16383,'11'0'0,"-2"0"0,-4 0 0,0 0 0,0 0 0,2 0 0,-1 0 0,4 3 0,2-3 0,-3 2 0,3-2 0,-7 0 0,0 0 0,0 0 0,2 0 0,-2 0 0,3 0 0,-3 0 0,0 0 0,2 0 0,-1 0 0,1 0 0,0 0 0,-1 0 0,3 0 0,-3 0 0,1 0 0,0 0 0,-1 0 0,3 0 0,-3 0 0,3 0 0,-3 0 0,3 0 0,-1 0 0,0 0 0,2 0 0,-5 0 0,5 0 0,0 0 0,0 0 0,3 0 0,-6 0 0,3 0 0,-2 0 0,2 0 0,0-2 0,0 2 0,-2-3 0,1 3 0,-1 0 0,2 0 0,0 0 0,-2 0 0,1 0 0,4 0 0,-2 0 0,3 0 0,-4 0 0,1 0 0,-4 0 0,3 0 0,3 0 0,-4 0 0,6 0 0,-7 0 0,2 0 0,0 0 0,-2-2 0,1 1 0,-1-1 0,7 2 0,-6 0 0,10 0 0,-10 0 0,4 0 0,2 0 0,-8 0 0,8 0 0,-9 0 0,8 0 0,-7 0 0,8 0 0,-7 0 0,0 0 0,1-2 0,1 1 0,1-1 0,-1 2 0,0 0 0,-3 0 0,1 0 0,2 0 0,-5 0 0,5 0 0,-5-2 0,3 1 0,-1-1 0,1 2 0,0 0 0,-1 0 0,-2 0 0,4 0 0,0 0 0,3-2 0,-4 1 0,-1-1 0,-2 2 0,2 0 0,-1-2 0,1 1 0,0-1 0,-1 2 0,4 0 0,-5 0 0,2 0 0,-2 0 0,0-2 0,0 1 0,0-1 0,3 2 0,-3 0 0,3 0 0,-3 0 0,0 0 0,0 0 0,0 0 0,0 0 0,0-2 0,0 1 0,0-1 0,0 2 0,0 0 0,2 0 0,-1 0 0,1 0 0,-2 0 0,0 0 0,0 0 0,0 0 0,0 0 0,0 0 0,0 0 0,0 0 0,0 0 0,0 0 0,0 0 0,0 0 0,0 0 0,-2 0 0,-1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2:55:03.575"/>
    </inkml:context>
    <inkml:brush xml:id="br0">
      <inkml:brushProperty name="width" value="0.2" units="cm"/>
      <inkml:brushProperty name="height" value="1.2" units="cm"/>
      <inkml:brushProperty name="color" value="#CC0066"/>
      <inkml:brushProperty name="inkEffects" value="pencil"/>
    </inkml:brush>
  </inkml:definitions>
  <inkml:trace contextRef="#ctx0" brushRef="#br0">0 13 16383,'11'0'0,"-2"0"0,-4 0 0,0 0 0,0 2 0,0-1 0,0 1 0,0-2 0,0 0 0,0 0 0,0 0 0,0 0 0,0 0 0,1 0 0,-1 0 0,0 0 0,0 0 0,0 0 0,0 0 0,0 0 0,0 0 0,0 0 0,0 0 0,0 0 0,0 0 0,2 0 0,-1 0 0,1 0 0,-2 0 0,0 0 0,2 0 0,-1 0 0,3 0 0,-3 0 0,3 0 0,-3 0 0,3 0 0,-3 0 0,4 0 0,-3 0 0,1 0 0,2 0 0,-3 0 0,1 0 0,2 0 0,-2 0 0,2 0 0,0 0 0,0 0 0,0 0 0,0 0 0,-2 0 0,1 0 0,4 0 0,1 0 0,7 0 0,-7 0 0,-1 0 0,-3 0 0,3 0 0,-2-2 0,5 1 0,-8-1 0,6 2 0,-7 0 0,8 0 0,-7 0 0,8-3 0,-5 2 0,2-2 0,6 3 0,-8 0 0,6 0 0,-2 0 0,-6 0 0,5 0 0,-5-3 0,-1 3 0,2-3 0,0 3 0,0 0 0,0 0 0,-2 0 0,2 0 0,-3 0 0,3 0 0,0 0 0,-2 0 0,7 0 0,-8 0 0,8 0 0,-7 0 0,2 0 0,-2 0 0,1 0 0,-1 0 0,0 0 0,1 0 0,-3 0 0,3 0 0,-1 0 0,0 0 0,6 0 0,-7 0 0,7 0 0,-9 0 0,5 0 0,-5 0 0,3 0 0,-1 0 0,1 0 0,-1 0 0,1 0 0,-1 0 0,-2 0 0,3 0 0,-3 0 0,2 0 0,5 0 0,-3 0 0,3 0 0,-5 0 0,-1 0 0,1 0 0,-2 0 0,0 0 0,2 0 0,-1 0 0,1 0 0,-2 0 0,0 0 0,3 3 0,-3-3 0,5 3 0,-5-3 0,2 0 0,1 0 0,-3 0 0,3 0 0,-3 0 0,0 0 0,2 0 0,-2 0 0,3 0 0,-3 0 0,0 0 0,0 0 0,4 0 0,-3 0 0,4 0 0,-5 0 0,0 0 0,0 0 0,0 0 0,0 0 0,0 0 0,0 0 0,0 0 0,0 0 0,0 0 0,0 0 0,0 0 0,0 0 0,0 0 0,0 0 0,0 0 0,0 0 0,0 0 0,0 0 0,0 0 0,-2-3 0,2 3 0,-3-3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14:00:27.555"/>
    </inkml:context>
    <inkml:brush xml:id="br0">
      <inkml:brushProperty name="width" value="0.35" units="cm"/>
      <inkml:brushProperty name="height" value="2.1" units="cm"/>
      <inkml:brushProperty name="color" value="#333333"/>
      <inkml:brushProperty name="inkEffects" value="pencil"/>
    </inkml:brush>
  </inkml:definitions>
  <inkml:trace contextRef="#ctx0" brushRef="#br0">28 9 16383,'-15'-4'0,"3"-1"0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01.927"/>
    </inkml:context>
    <inkml:brush xml:id="br0">
      <inkml:brushProperty name="width" value="0.2" units="cm"/>
      <inkml:brushProperty name="height" value="1.2" units="cm"/>
      <inkml:brushProperty name="inkEffects" value="pencil"/>
    </inkml:brush>
  </inkml:definitions>
  <inkml:trace contextRef="#ctx0" brushRef="#br0">437 1 16383,'-8'7'0,"1"0"0,4-4 0,3 4 0,-4-4 0,1 1 0,2 3 0,-2-4 0,0 1 0,2 3 0,-2-4 0,0 1 0,2 2 0,-2-2 0,0 0 0,2 2 0,-2-2 0,0 0 0,2 2 0,-2-2 0,0 0 0,2 2 0,-5-2 0,5 3 0,-5 0 0,5 0 0,-5 0 0,5 0 0,-5-3 0,5 2 0,-5-2 0,5 3 0,-5 0 0,5 0 0,-5 0 0,5 0 0,-5 0 0,2 6 0,-3-5 0,0 9 0,3-10 0,-2 4 0,2-1 0,0-3 0,-2 0 0,5 3 0,-6-6 0,4 6 0,-1-3 0,1 0 0,-1 0 0,1 3 0,-5-2 0,5 2 0,-4-3 0,7 0 0,-7 0 0,6 3 0,-5-2 0,5 2 0,-5-3 0,5 0 0,-5 0 0,5 0 0,-5 3 0,2 1 0,-3 3 0,0-3 0,3-1 0,1-3 0,0 0 0,2 0 0,-5 0 0,5 0 0,-2 3 0,0-3 0,-1 3 0,0-3 0,1 0 0,0 0 0,2 0 0,-5 10 0,5-8 0,-5 7 0,5-9 0,-5 0 0,5 0 0,-5 0 0,5 3 0,-5-5 0,5 7 0,-2-7 0,0 5 0,2-3 0,-2 0 0,0 3 0,2-2 0,-2 2 0,3-3 0,-4 3 0,4-3 0,-3 4 0,-1-4 0,4 3 0,-3-3 0,3 3 0,-4-3 0,4 0 0,-4 3 0,4-2 0,-3 2 0,3 0 0,-4-2 0,4 2 0,-3-3 0,3 3 0,-4-2 0,4 5 0,-3-5 0,3 2 0,-4 0 0,1-2 0,2 2 0,-2-3 0,3 0 0,0 3 0,-3-2 0,2 2 0,-2-3 0,3 6 0,-3-5 0,2 5 0,-2-6 0,3 3 0,-3-2 0,2 2 0,-2-3 0,3 0 0,0 0 0,0 0 0,-3 0 0,2 0 0,-2 0 0,3 0 0,0 0 0,0 3 0,0-2 0,-3 2 0,2 0 0,-2-2 0,3 2 0,0-3 0,-3 0 0,2 0 0,-2 0 0,3 0 0,0 0 0,0 0 0,0 0 0,0 0 0,0 0 0,0 0 0,0-1 0,0 1 0,0 0 0,0 0 0,0 0 0,3 0 0,-2 0 0,2 0 0,-3 0 0,0 0 0,3-3 0,-2 2 0,2-2 0,0 0 0,-2 2 0,5-5 0,-5 5 0,5-2 0,-5 3 0,5-3 0,-5 2 0,5-5 0,-2 5 0,3-2 0,0 3 0,0-3 0,-3 2 0,2-2 0,-2 0 0,0 2 0,2-5 0,-2 2 0,0 0 0,2-2 0,-2 2 0,3 0 0,0-2 0,0 5 0,0-5 0,0 2 0,-4 0 0,7-2 0,-6 2 0,3 0 0,-1-2 0,-2 2 0,3-3 0,-3 3 0,2-2 0,-2 2 0,3-3 0,3 0 0,-5 3 0,7-2 0,-7 2 0,5-3 0,-3 0 0,0 0 0,0 3 0,0-2 0,0 2 0,0-3 0,0 0 0,3 0 0,-2 0 0,2 0 0,-3 0 0,0 0 0,0 0 0,0 0 0,0 0 0,0 0 0,0 0 0,0 0 0,0 0 0,0 0 0,-1 0 0,1 0 0,0 0 0,0 0 0,0 0 0,3 0 0,-2 0 0,2 0 0,-3-3 0,0 2 0,0-2 0,0 3 0,0 0 0,0 0 0,0 0 0,0-4 0,0 4 0,0-3 0,3 3 0,-2 0 0,5 0 0,-5 0 0,2 0 0,-3-4 0,0 4 0,0-3 0,0 3 0,0 0 0,0 0 0,0 0 0,3 0 0,-3 0 0,3 0 0,-3 0 0,0 0 0,0-4 0,0 4 0,0-4 0,0 4 0,0 0 0,0 0 0,0 0 0,0 0 0,0 0 0,0 0 0,0-3 0,0 3 0,0-4 0,0 4 0,0 0 0,0 0 0,0 0 0,0 0 0,0-3 0,0 3 0,0-4 0,0 4 0,6 0 0,-4-3 0,4 2 0,-6-2 0,0 0 0,0 2 0,0-2 0,0 0 0,-1 2 0,1-2 0,13-3 0,-10 4 0,9-7 0,-12 8 0,0-2 0,-3 0 0,2 2 0,-2-5 0,3 5 0,3-2 0,-5 0 0,4 2 0,-5-2 0,3 3 0,-3-3 0,2 2 0,-5 4 0,2 2 0,-3 5 0,0-3 0,0 0 0,0-3 0,0-1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08.363"/>
    </inkml:context>
    <inkml:brush xml:id="br0">
      <inkml:brushProperty name="width" value="0.2" units="cm"/>
      <inkml:brushProperty name="height" value="1.2" units="cm"/>
      <inkml:brushProperty name="inkEffects" value="pencil"/>
    </inkml:brush>
  </inkml:definitions>
  <inkml:trace contextRef="#ctx0" brushRef="#br0">99 618 16383,'-4'-11'0,"-2"4"0,5 0 0,-2 3 0,0 0 0,2-2 0,-2 2 0,3-3 0,-3 3 0,2-2 0,-5 2 0,5-3 0,-2 0 0,3 0 0,-3 3 0,2-2 0,-2 2 0,0 0 0,2-2 0,-2 2 0,3-3 0,-4 3 0,4-2 0,-3 2 0,-1-3 0,4 0 0,-7 3 0,7-2 0,-4 2 0,1-3 0,3 0 0,-4 0 0,1-1 0,3 1 0,-4 0 0,1 0 0,2 0 0,-2 0 0,3 0 0,0 0 0,-3 3 0,2-2 0,-2 2 0,3-3 0,0 0 0,0 0 0,0 0 0,0 0 0,0 0 0,0 0 0,0 0 0,0 0 0,0 0 0,3 3 0,-2-2 0,2 2 0,0 0 0,-2-3 0,5 7 0,-2-3 0,3 3 0,0 0 0,0 0 0,0 0 0,0 0 0,0 0 0,0 0 0,0 3 0,0-3 0,0 4 0,0-4 0,-3 3 0,2-3 0,-2 4 0,3-4 0,0 0 0,0 3 0,0-3 0,0 3 0,0-3 0,0 0 0,0 0 0,0 0 0,0 0 0,0 4 0,0-4 0,0 3 0,-1-3 0,5 0 0,-4 4 0,3-4 0,-3 3 0,0-3 0,0 0 0,0 0 0,0 0 0,0 0 0,3 0 0,-2 0 0,5 0 0,-8 4 0,4-4 0,-5 3 0,3-3 0,3 0 0,-2 0 0,2 0 0,-3 0 0,0 0 0,0 0 0,0 0 0,0 0 0,0 4 0,0-4 0,0 3 0,0-3 0,0 0 0,0 0 0,0 0 0,0 0 0,-1 0 0,1 0 0,0 0 0,0 0 0,0 0 0,0 0 0,0 0 0,0 3 0,0-2 0,0 2 0,0-3 0,0 0 0,0 0 0,0 0 0,0 0 0,0 0 0,0 0 0,3 0 0,-2 0 0,2 0 0,-3 0 0,0 0 0,0 0 0,0 0 0,0 0 0,0 0 0,0 0 0,0 0 0,0 0 0,0 0 0,3 0 0,-3 0 0,4 0 0,-4 0 0,-4-3 0,4 2 0,0-2 0,0 3 0,3 0 0,-3 0 0,0-3 0,0 2 0,0-2 0,0 3 0,0 0 0,0-3 0,0 2 0,0-2 0,0 0 0,0 2 0,0-2 0,0 3 0,0-3 0,0 2 0,0-2 0,0 0 0,0 2 0,0-2 0,0 3 0,0-3 0,0 2 0,3-2 0,-2 0 0,2 2 0,-3-2 0,0 3 0,0-3 0,0 2 0,0-5 0,-1 5 0,1-2 0,0 3 0,3-3 0,-2 2 0,2-2 0,-6 0 0,5 2 0,-1-5 0,3 5 0,-1-2 0,-3 0 0,3 2 0,1-5 0,0 5 0,-1-2 0,-3 3 0,0-3 0,3 2 0,-2-5 0,2 5 0,-3-2 0,0 3 0,0-3 0,3 2 0,-2-2 0,2 3 0,-3-3 0,0 2 0,3-2 0,-3-1 0,3 4 0,-3-3 0,3 3 0,-2-4 0,2 4 0,-3-3 0,0 3 0,0-4 0,0 4 0,3-4 0,-2 4 0,2-3 0,-3 3 0,0-4 0,3 4 0,-2 0 0,2-3 0,-3 3 0,0-4 0,0 1 0,0 2 0,3-2 0,-6 0 0,6 2 0,-6-2 0,9 0 0,-5 2 0,6-2 0,-8 3 0,1-3 0,0 2 0,0-2 0,0 0 0,0 2 0,0-2 0,0 3 0,0-3 0,0 2 0,0-2 0,0 0 0,0 2 0,0-2 0,0 0 0,0 2 0,0-5 0,0 5 0,0-5 0,0 5 0,0-5 0,0 5 0,0-2 0,0 3 0,-3-3 0,2 2 0,-2-5 0,3 5 0,0-5 0,0 5 0,0-5 0,0 5 0,-3-5 0,2 5 0,-5-5 0,5 5 0,-2-5 0,3 2 0,-4-3 0,4 3 0,-7-3 0,7 7 0,-7-7 0,7 7 0,-7 6 0,3-1 0,-6 5 0,3-3 0,-4-4 0,1 1 0,2 2 0,-5-5 0,5 5 0,-5-2 0,-1 6 0,-1-5 0,1 4 0,1-8 0,5 5 0,-5-5 0,5 5 0,-5-5 0,5 5 0,-8 1 0,4-2 0,-2 4 0,1-5 0,2 3 0,-3 0 0,0 0 0,3 0 0,-9 6 0,8-7 0,-8 6 0,9-8 0,-3 0 0,7 2 0,-7-5 0,3 5 0,-3-5 0,4 5 0,-4-2 0,3 0 0,0 2 0,-5 1 0,4 0 0,-5 0 0,3 0 0,0-7 0,3 7 0,-2-7 0,5 7 0,-5-7 0,2 7 0,-3-4 0,0 1 0,0 3 0,-10 3 0,8-5 0,-7 7 0,9-11 0,0 5 0,0-5 0,3 5 0,-6-2 0,6 0 0,-3 2 0,0-5 0,3 5 0,-15 1 0,9 1 0,-13 2 0,15-3 0,-2-3 0,0 2 0,2-5 0,1 5 0,1-5 0,2 5 0,-3-2 0,-9 3 0,6 0 0,-6 0 0,9-3 0,0-1 0,0 0 0,0 1 0,0 0 0,0 2 0,-1-5 0,1 5 0,0-5 0,0 5 0,-3-2 0,2 0 0,-2 2 0,3-2 0,0-1 0,0 4 0,0-7 0,0 7 0,0-7 0,3 7 0,-2-7 0,2 7 0,-3-7 0,3 7 0,-2-7 0,-4 10 0,1-9 0,-4 8 0,6-8 0,0 2 0,3 0 0,-3-2 0,3 5 0,-3-5 0,0 5 0,0-5 0,0 2 0,0 0 0,-6 1 0,4 3 0,-4-3 0,6-1 0,0 0 0,0-2 0,0 5 0,0-5 0,0 2 0,-10 3 0,8-4 0,-7 4 0,12-3 0,-3-2 0,4 2 0,-5-3 0,1 0 0,0 3 0,0-2 0,-3 2 0,2 0 0,-2-2 0,3 2 0,0-3 0,0 0 0,0 0 0,0 0 0,0 0 0,0 0 0,0 3 0,0-2 0,0 2 0,0-3 0,0 0 0,0 0 0,0 0 0,0 0 0,0 0 0,0 0 0,0 0 0,-1 0 0,1 0 0,0 0 0,0 0 0,0 0 0,0 0 0,0 0 0,0 0 0,0 0 0,0 0 0,0 0 0,0 0 0,0 0 0,0 0 0,-3 3 0,2-2 0,-2 2 0,3-3 0,0 0 0,0 0 0,0 0 0,0 0 0,-4 0 0,4 0 0,-4 0 0,4 0 0,0 0 0,0 0 0,-3 0 0,2 0 0,-2 0 0,3 0 0,0 0 0,-6 0 0,4 0 0,-4 0 0,6 0 0,3-3 0,-2 2 0,2-2 0,-3 3 0,-3 0 0,2 0 0,-2 0 0,3 0 0,0 0 0,-1 0 0,-5 0 0,5 0 0,-6 0 0,7 0 0,0 0 0,0 0 0,0 0 0,0 0 0,0 0 0,0 0 0,0 0 0,0 0 0,3 0 0,1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46.263"/>
    </inkml:context>
    <inkml:brush xml:id="br0">
      <inkml:brushProperty name="width" value="0.2" units="cm"/>
      <inkml:brushProperty name="height" value="1.2" units="cm"/>
      <inkml:brushProperty name="inkEffects" value="pencil"/>
    </inkml:brush>
  </inkml:definitions>
  <inkml:trace contextRef="#ctx0" brushRef="#br0">1 289 16383,'7'-8'0,"0"2"0,-4 3 0,4 2 0,-4-2 0,1-1 0,3 4 0,-4-3 0,1-1 0,2 4 0,-2-3 0,3-1 0,0 4 0,-3-7 0,2 7 0,-2-7 0,3 7 0,0-4 0,-3 1 0,2 3 0,-2-7 0,3 6 0,0-5 0,0 5 0,0-5 0,0 5 0,0-5 0,0 5 0,0-5 0,0 5 0,0-5 0,0 5 0,0-2 0,-3 0 0,2 2 0,-2-5 0,3 5 0,0-5 0,0 2 0,0 0 0,0 1 0,-4 0 0,4 2 0,-3-2 0,3 0 0,-1 2 0,1-5 0,0 5 0,0-2 0,0 0 0,0 2 0,0-5 0,0 5 0,0-2 0,0 0 0,0 2 0,0-2 0,0 0 0,0 2 0,0-2 0,-3 0 0,2 2 0,-2-2 0,3 0 0,0 2 0,0-2 0,0 3 0,0-3 0,0 2 0,0-2 0,0-1 0,0 4 0,0-3 0,0 3 0,0-4 0,0 4 0,0-3 0,0 3 0,0 0 0,0-4 0,0 4 0,-1-4 0,1 4 0,0 0 0,0 0 0,-3-3 0,6 3 0,-6-4 0,6 4 0,-3 0 0,0 0 0,0 0 0,-3-3 0,2 3 0,-2-4 0,3 4 0,0 0 0,0 0 0,0-3 0,0 2 0,0-2 0,0 3 0,0 0 0,0 0 0,0 0 0,0-3 0,0 2 0,0-2 0,0 3 0,0 0 0,3-3 0,-2 2 0,2-2 0,-3 3 0,0 0 0,0 0 0,0-3 0,-1 2 0,1-2 0,0 3 0,0 0 0,0 0 0,0 0 0,0-3 0,0 2 0,0-2 0,0 3 0,0 0 0,0-3 0,0 2 0,0-2 0,0 3 0,0 0 0,0 0 0,0 0 0,0-3 0,0 2 0,0-2 0,0 3 0,0 0 0,0 0 0,0 0 0,0 0 0,0 0 0,0 0 0,0 0 0,0 0 0,0 0 0,0 0 0,0 0 0,0 0 0,0 0 0,0 0 0,-1 0 0,1 0 0,0 0 0,0 0 0,-3 0 0,-1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12.311"/>
    </inkml:context>
    <inkml:brush xml:id="br0">
      <inkml:brushProperty name="width" value="0.2" units="cm"/>
      <inkml:brushProperty name="height" value="1.2" units="cm"/>
      <inkml:brushProperty name="inkEffects" value="pencil"/>
    </inkml:brush>
  </inkml:definitions>
  <inkml:trace contextRef="#ctx0" brushRef="#br0">0 1 16383,'7'7'0,"0"0"0,0-7 0,-3 3 0,2-2 0,-2 2 0,3-3 0,0 0 0,-3 3 0,2-2 0,-2 2 0,3-3 0,0 0 0,0 0 0,0 0 0,0 0 0,0 0 0,0 0 0,0 0 0,0 0 0,0 0 0,3 0 0,-2 0 0,2 0 0,-3 0 0,0 3 0,0-3 0,-1 4 0,1-4 0,0 0 0,0 0 0,0 0 0,3 0 0,-2 0 0,2 0 0,-3 0 0,0 0 0,0 0 0,0 0 0,0 0 0,0 0 0,0 0 0,0 0 0,0 0 0,0 0 0,0 0 0,0 0 0,0 0 0,0 0 0,0 0 0,0 0 0,0 0 0,0 0 0,0 0 0,0 0 0,0 0 0,0-4 0,0 4 0,0-3 0,0 3 0,0 0 0,0 0 0,-1 0 0,1 0 0,0 0 0,0 0 0,0 0 0,0 0 0,0 0 0,0 0 0,0 0 0,0 0 0,0 0 0,0 0 0,0 0 0,0 0 0,0-4 0,0 4 0,0-3 0,0 3 0,0 0 0,0 0 0,0 0 0,0 0 0,0 0 0,0 0 0,0 0 0,0 0 0,0 0 0,0 0 0,0 0 0,0 0 0,0 0 0,0 0 0,3 0 0,-3 0 0,4 0 0,-5 0 0,1 0 0,0 0 0,0 0 0,0 0 0,0 0 0,0 0 0,0 0 0,0 0 0,0 0 0,0 0 0,0 0 0,0 0 0,0 0 0,0 0 0,0 0 0,0 0 0,0 0 0,0 0 0,0 0 0,0 0 0,0 0 0,0 0 0,0 0 0,-3 3 0,-1-3 0,-3 3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3:17.940"/>
    </inkml:context>
    <inkml:brush xml:id="br0">
      <inkml:brushProperty name="width" value="0.2" units="cm"/>
      <inkml:brushProperty name="height" value="1.2" units="cm"/>
      <inkml:brushProperty name="inkEffects" value="pencil"/>
    </inkml:brush>
  </inkml:definitions>
  <inkml:trace contextRef="#ctx0" brushRef="#br0">1623 113 16383,'-11'-8'0,"4"-1"0,0 8 0,3-2 0,1 0 0,-7 2 0,9-5 0,-9 5 0,6-2 0,-3 0 0,0 2 0,0-2 0,3 0 0,-2 2 0,2-2 0,-3 0 0,0 2 0,0-2 0,0 3 0,0-3 0,0 2 0,0-2 0,0 3 0,0 0 0,0-3 0,0 2 0,0-2 0,0 3 0,0-3 0,0 2 0,-1-2 0,1 3 0,-3-3 0,3 2 0,-4-2 0,1 3 0,2 0 0,-2-3 0,3 2 0,-3-2 0,2 3 0,-2 0 0,0 0 0,2-3 0,-2 2 0,-3-2 0,4 3 0,-7 0 0,8 0 0,-5 0 0,2 0 0,0 0 0,1-3 0,0 2 0,2-2 0,-5 3 0,5 0 0,-5 0 0,2 0 0,0 0 0,-2 0 0,2 0 0,-3 0 0,3 0 0,-3-3 0,4 2 0,-1-2 0,-3 3 0,3 0 0,-3 0 0,0 0 0,4 0 0,-4 0 0,3 0 0,-3 0 0,0 0 0,0 0 0,0 0 0,3 0 0,-2 0 0,2 0 0,-3 0 0,0 0 0,0 0 0,0 0 0,0 0 0,3 0 0,-2 0 0,2 0 0,0 0 0,-2 0 0,2 0 0,-3 0 0,3 0 0,-8 0 0,6 0 0,-4 0 0,7 0 0,0 0 0,-1 0 0,0 0 0,-2 0 0,2 0 0,0 0 0,-2 0 0,5 0 0,-5 0 0,5 0 0,-5 0 0,5 0 0,-2 0 0,0 0 0,2 0 0,-6 0 0,7 0 0,-7 3 0,7-2 0,-4 2 0,1-3 0,3 0 0,-4 0 0,4 3 0,-3-2 0,2 2 0,-2-3 0,3 0 0,-3 0 0,2 3 0,-2-3 0,3 4 0,-3-4 0,2 0 0,-5 3 0,5-3 0,-2 4 0,3-4 0,0 3 0,0-3 0,0 4 0,0-4 0,0 3 0,0-3 0,0 7 0,0-7 0,0 3 0,0 1 0,-1-4 0,1 3 0,0 1 0,0-4 0,0 7 0,0-7 0,0 6 0,0-5 0,0 5 0,0-5 0,3 5 0,-2-5 0,2 5 0,-3-5 0,3 5 0,-2-5 0,5 5 0,-5-5 0,5 5 0,-5-5 0,2 5 0,-3-2 0,0 3 0,3 0 0,-2-3 0,2 2 0,0-2 0,-2 0 0,5 2 0,-6-2 0,7 3 0,-7-3 0,7 2 0,-7-2 0,7 3 0,-4 0 0,1-3 0,3 2 0,-4-2 0,4 3 0,0 0 0,0 0 0,-3-3 0,3 2 0,-4-2 0,4 3 0,0 0 0,0 0 0,0 0 0,0 0 0,4-4 0,-4 4 0,3-4 0,-3 4 0,3 0 0,-2 0 0,5-3 0,-5 2 0,2-2 0,0 0 0,-2 2 0,5-2 0,-2 3 0,0 0 0,2-3 0,-5 2 0,5-5 0,-2 5 0,3-2 0,0 3 0,0-3 0,-3 2 0,2-5 0,-2 5 0,3-5 0,0 5 0,0-5 0,-3 5 0,5-5 0,-4 5 0,5-5 0,-3 5 0,0-5 0,0 5 0,3-5 0,-2 2 0,2 0 0,-3 1 0,0 0 0,3-1 0,-3 0 0,3-2 0,-3 5 0,4-5 0,-4 2 0,6 0 0,-5-2 0,2 5 0,0-5 0,1 2 0,0 0 0,-1-2 0,-3 2 0,3-3 0,1 3 0,0-2 0,2 2 0,-5-3 0,5 3 0,-5-2 0,2 2 0,0-3 0,1 0 0,-1 0 0,4 3 0,-3-3 0,-1 4 0,0-4 0,7 3 0,-8-3 0,10 4 0,-11-4 0,5 0 0,-2 0 0,0 0 0,2 0 0,-5 0 0,5 3 0,-2-3 0,3 4 0,-3-4 0,-1 0 0,0 0 0,1 0 0,0 0 0,2 0 0,-2 0 0,2 0 0,-2 0 0,2 0 0,-2 0 0,3 0 0,-3 0 0,2 0 0,-5 0 0,5 0 0,-2 0 0,0 0 0,2 0 0,-2 0 0,0 0 0,2 0 0,-2 0 0,0 0 0,2 0 0,-5 0 0,5-4 0,-2 4 0,-1-3 0,4 3 0,-7 0 0,6 0 0,-5 0 0,2 0 0,0 0 0,-2 0 0,2 0 0,3 0 0,-4 0 0,4 0 0,-6 0 0,3 0 0,-2 0 0,2 0 0,-3 0 0,0 0 0,0 0 0,0 0 0,3-4 0,-2 4 0,2-4 0,-3 4 0,9 0 0,-7 0 0,8 0 0,-11 0 0,1 0 0,0 0 0,-3-3 0,2 3 0,-2-4 0,3 4 0,0 0 0,0 0 0,0 0 0,0 0 0,0 0 0,0 0 0,0 0 0,-3-3 0,2 3 0,-2-4 0,3 4 0,0 0 0,0 0 0,0 0 0,0 0 0,-3-3 0,2 2 0,-2-2 0,3 3 0,-3-3 0,2 2 0,-2-2 0,0 0 0,2 2 0,-5-5 0,5 5 0,-5-5 0,5 5 0,-5-5 0,5 2 0,-2-3 0,0 0 0,2 0 0,-5 0 0,2 0 0,-3 0 0,3 3 0,-3-2 0,4 2 0,-4-3 0,0 0 0,3 3 0,-3-2 0,4 2 0,-4-3 0,3 0 0,-3 0 0,4 0 0,-4-1 0,3 5 0,-3-4 0,3 3 0,1 0 0,-4-2 0,3 2 0,1 0 0,-4-2 0,7 5 0,-7-5 0,3 2 0,1 0 0,-4-2 0,6 5 0,-5-5 0,5 2 0,-5-3 0,5 3 0,-5-2 0,2 2 0,0 0 0,-2-2 0,2 2 0,0 0 0,-2-2 0,2 2 0,0 0 0,-2-2 0,2 2 0,0 0 0,-2-2 0,2 2 0,-3-3 0,0 0 0,3 3 0,-2-3 0,2 4 0,-3-5 0,0 1 0,3 4 0,-2-4 0,2 0 0,-3-1 0,0-2 0,0 9 0,0 11 0,-3 0 0,2 6 0,-2-12 0,3-1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3:19.120"/>
    </inkml:context>
    <inkml:brush xml:id="br0">
      <inkml:brushProperty name="width" value="0.2" units="cm"/>
      <inkml:brushProperty name="height" value="1.2" units="cm"/>
      <inkml:brushProperty name="inkEffects" value="pencil"/>
    </inkml:brush>
  </inkml:definitions>
  <inkml:trace contextRef="#ctx0" brushRef="#br0">0 53 16383,'11'4'0,"-1"-1"0,-3-3 0,0 0 0,0 0 0,-3-3 0,2 2 0,-2-2 0,6 0 0,-2 2 0,2-2 0,-3 3 0,0 0 0,0 0 0,6 0 0,-4-3 0,4 2 0,-6-2 0,0 3 0,0 0 0,0 0 0,0 0 0,0 0 0,12 0 0,-9 0 0,9 0 0,-12 0 0,0 0 0,0 0 0,0 0 0,0 0 0,0 0 0,0 0 0,0 0 0,16 0 0,-12 0 0,11 0 0,-15 0 0,0 0 0,0 0 0,3 0 0,-2 0 0,2 0 0,-3 0 0,0 0 0,0 3 0,3-2 0,7 2 0,-2-3 0,6 0 0,-11 0 0,0 0 0,-3 3 0,0-2 0,0 2 0,3-3 0,-2 0 0,5 0 0,-5 3 0,2-2 0,-3 2 0,19 0 0,-15-2 0,15 2 0,-16-3 0,-2 0 0,2 0 0,-3 0 0,3 0 0,-2 0 0,2 0 0,-3 0 0,0 3 0,3-2 0,-3 2 0,3-3 0,-3 0 0,0 0 0,0 0 0,0 0 0,0 0 0,0 0 0,0 0 0,0 0 0,0 0 0,0 0 0,0 0 0,0 0 0,0 0 0,0 0 0,0 0 0,0 0 0,0 0 0,0 0 0,-3 3 0,-1 1 0,-3 3 0,0 0 0,0 0 0,0 0 0,0 0 0,0 0 0,0 0 0,0 0 0,0 0 0,0 0 0,0 0 0,0 0 0,0 0 0,3-3 0,-2 2 0,2-2 0,-3 3 0,3 0 0,-2 0 0,2 0 0,0-4 0,-2 4 0,2-3 0,0 2 0,-2 1 0,2 0 0,0-3 0,-2 2 0,2-2 0,0 0 0,-2 2 0,2-2 0,0 0 0,-2 2 0,2-2 0,0 0 0,-2 2 0,5-2 0,-2 3 0,0 0 0,2-3 0,-5 2 0,5-5 0,-2 5 0,3-5 0,-4 5 0,4-5 0,-3 2 0,2 0 0,1-2 0,0 5 0,0-5 0,0 2 0,0 0 0,0-2 0,0 2 0,0-3 0,0 0 0,0 3 0,0-2 0,0 2 0,0-3 0,0 0 0,0 0 0,0 3 0,0-2 0,0 2 0,3-3 0,-2 0 0,2 0 0,-3 0 0,0 0 0,0 0 0,3 3 0,1-2 0,0 2 0,2-3 0,-6 0 0,7 0 0,-7 0 0,3 0 0,1 0 0,-4 0 0,6 0 0,-5 3 0,5-2 0,-5 2 0,5-3 0,-5 0 0,5 0 0,-2 0 0,0 0 0,2 0 0,-5 0 0,5 0 0,-2 0 0,0 0 0,2 0 0,-2 0 0,0 0 0,2 0 0,-2 0 0,-1 0 0,4 0 0,-7 0 0,6 0 0,-2 0 0,0 0 0,2 0 0,-5-3 0,5 2 0,-5-2 0,2 3 0,0 0 0,1 0 0,0 0 0,-1 0 0,0-3 0,1 2 0,0-2 0,-1 0 0,0 2 0,4-2 0,-3 3 0,6-3 0,-10 2 0,3-2 0,1 3 0,-4 0 0,3 0 0,-3-3 0,3 2 0,1-2 0,0 3 0,-1-3 0,-3 2 0,3-2 0,1-1 0,0 4 0,-1-3 0,-3 3 0,0 0 0,3-4 0,-2 4 0,2-3 0,-3 3 0,0-4 0,0 4 0,0-4 0,0 4 0,0 0 0,-4-3 0,13 3 0,-13-7 0,13 7 0,-13-4 0,4 4 0,0-3 0,0 2 0,0-2 0,0 3 0,0-6 0,0 5 0,0-6 0,-3 4 0,2 2 0,-2-5 0,3 5 0,-3-5 0,2 5 0,-5-5 0,5 5 0,-2-5 0,0 2 0,2 0 0,-5-2 0,5 2 0,-5-3 0,5 0 0,-5 0 0,2 0 0,-3 0 0,0 0 0,0 0 0,0 0 0,0 0 0,0 0 0,0 0 0,-3 3 0,2-6 0,-5 9 0,5-9 0,-5 10 0,5-7 0,-2 3 0,0 0 0,-1-2 0,0 2 0,-12-6 0,13 2 0,-13 1 0,13 1 0,-1 2 0,-3 0 0,3 1 0,-3 0 0,0 2 0,0-5 0,0 5 0,0-5 0,-15-1 0,11-1 0,-12 1 0,16 4 0,-3 0 0,2 2 0,-2-2 0,3 3 0,0-3 0,-3 2 0,2-2 0,-2 0 0,-13-1 0,9 0 0,-9 1 0,12 3 0,1 0 0,3 0 0,-4-3 0,4 2 0,-3-2 0,2 3 0,-5 0 0,5 0 0,-2 0 0,-16 0 0,15 0 0,-15 0 0,16 0 0,2 0 0,-5 0 0,2 0 0,0 0 0,-2 0 0,5 0 0,-2 0 0,-19 3 0,16-2 0,-15 2 0,17-3 0,4 0 0,-4 0 0,4 0 0,0 0 0,-3 0 0,2 3 0,-2-3 0,-3 4 0,4-4 0,-4 0 0,6 0 0,0 3 0,0-3 0,0 4 0,0-4 0,0 0 0,0 0 0,0 0 0,0 0 0,0 3 0,0-3 0,0 4 0,0-4 0,0 0 0,0 0 0,0 0 0,-1 3 0,1-3 0,0 3 0,0-3 0,0 0 0,0 0 0,0 0 0,3 4 0,-2-4 0,2 3 0,-3-3 0,0 0 0,0 0 0,0 0 0,0 0 0,0 0 0,3 4 0,-2-4 0,2 3 0,-3-3 0,0 0 0,0 0 0,0 0 0,0 4 0,0-4 0,0 3 0,0-3 0,-1 0 0,-2 0 0,3 4 0,-4-4 0,4 3 0,0-3 0,0 0 0,0 0 0,0 0 0,0 0 0,0 0 0,0 0 0,3 3 0,-12-2 0,10 2 0,-10-3 0,9 0 0,0 0 0,0 0 0,0 0 0,0 0 0,0 0 0,0 0 0,-1 0 0,1 0 0,-12 0 0,9 0 0,-10 3 0,13-2 0,0 2 0,0-3 0,0 0 0,0 0 0,0 0 0,0 0 0,0 0 0,-3 0 0,2 0 0,-2 0 0,3 0 0,0 0 0,0 0 0,0 0 0,-1 0 0,8 3 0,0 1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3:20.728"/>
    </inkml:context>
    <inkml:brush xml:id="br0">
      <inkml:brushProperty name="width" value="0.2" units="cm"/>
      <inkml:brushProperty name="height" value="1.2" units="cm"/>
      <inkml:brushProperty name="inkEffects" value="pencil"/>
    </inkml:brush>
  </inkml:definitions>
  <inkml:trace contextRef="#ctx0" brushRef="#br0">0 113 16383,'0'-15'0,"3"5"0,-2 4 0,5 5 0,-5-5 0,5 5 0,-2-2 0,0 0 0,2 2 0,-2-2 0,0 0 0,2 2 0,-5-5 0,8 5 0,-4-5 0,5 5 0,-3-2 0,0 0 0,0 2 0,0-2 0,0 0 0,0 2 0,0-2 0,-3 0 0,2 2 0,-2-2 0,3 3 0,0 0 0,-4-3 0,4 2 0,-3-2 0,2 3 0,1 0 0,4-3 0,-4 2 0,3-2 0,-3 3 0,0 0 0,0 0 0,0 0 0,0 0 0,0 0 0,0-3 0,0 2 0,0-2 0,0 3 0,0 0 0,0 0 0,0 0 0,0 0 0,0 0 0,0 0 0,0 0 0,0 3 0,0-3 0,3 4 0,-2-4 0,2 0 0,-3 3 0,0-3 0,3 4 0,-3-4 0,0 3 0,0-3 0,-3 4 0,2-4 0,1 0 0,0 0 0,0 3 0,0-3 0,0 3 0,0 1 0,0-4 0,0 3 0,0-3 0,0 4 0,0-4 0,0 3 0,0-3 0,3 4 0,1-4 0,0 3 0,-1-3 0,-6 3 0,2-2 0,-2 2 0,3-3 0,0 0 0,0 0 0,0 3 0,0-2 0,0 2 0,0-3 0,0 0 0,0 0 0,0 0 0,0 0 0,0 0 0,0 0 0,0 3 0,-1-2 0,1 2 0,0-3 0,0 0 0,0 0 0,0 0 0,0 0 0,0 0 0,0 0 0,0 0 0,0 0 0,0 0 0,0 0 0,-3 3 0,-1 1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3:21.369"/>
    </inkml:context>
    <inkml:brush xml:id="br0">
      <inkml:brushProperty name="width" value="0.2" units="cm"/>
      <inkml:brushProperty name="height" value="1.2" units="cm"/>
      <inkml:brushProperty name="inkEffects" value="pencil"/>
    </inkml:brush>
  </inkml:definitions>
  <inkml:trace contextRef="#ctx0" brushRef="#br0">1 2 16383,'0'14'0,"0"0"0,0-7 0,0 0 0,0 0 0,0 0 0,0-1 0,0 1 0,0 0 0,0 0 0,0 0 0,0 0 0,0 0 0,0 0 0,0 0 0,3-3 0,-2 2 0,2-2 0,-3 3 0,3-3 0,-2 2 0,5-5 0,-2 5 0,3-5 0,0 2 0,0-3 0,-1 0 0,1 0 0,-3 3 0,3-2 0,-4 2 0,4-3 0,0 0 0,0 0 0,0 3 0,0-2 0,0 2 0,0-3 0,0 0 0,0 0 0,0 0 0,0 0 0,0 0 0,0 0 0,-3-3 0,2 2 0,-5-5 0,5 5 0,-2-5 0,0 2 0,-1-3 0,0 3 0,-2-2 0,2 2 0,0-6 0,-2 2 0,2-2 0,-3 3 0,0 0 0,0 0 0,3-4 0,-2 4 0,2-4 0,-3 4 0,3 3 0,-2-2 0,2 2 0,-3-3 0,0 0 0,0 0 0,3 3 0,-2-2 0,2 2 0,-3 16 0,0-9 0,0 17 0,0-13 0,3 0 0,-2 0 0,5-3 0,-5 2 0,2-2 0,-3 0 0,0-1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3:22.528"/>
    </inkml:context>
    <inkml:brush xml:id="br0">
      <inkml:brushProperty name="width" value="0.2" units="cm"/>
      <inkml:brushProperty name="height" value="1.2" units="cm"/>
      <inkml:brushProperty name="inkEffects" value="pencil"/>
    </inkml:brush>
  </inkml:definitions>
  <inkml:trace contextRef="#ctx0" brushRef="#br0">0 0 16383,'15'0'0,"-2"0"0,-6 0 0,0 0 0,0 0 0,0 0 0,0 0 0,0 0 0,0 3 0,0-2 0,0 2 0,0-3 0,0 0 0,0 0 0,0 0 0,0 0 0,0 0 0,0 0 0,-3 3 0,2-2 0,1 2 0,1-3 0,2 0 0,-3 0 0,0 0 0,0 0 0,0 0 0,0 0 0,0 0 0,0 0 0,0 0 0,-4 3 0,4-2 0,-4 2 0,4-3 0,0 0 0,0 0 0,0 0 0,0 0 0,0 0 0,0 0 0,0 0 0,0 0 0,0 0 0,-3 3 0,2-2 0,-2 2 0,3-3 0,0 0 0,0 0 0,0 0 0,0 0 0,0 0 0,0 0 0,0 0 0,0 3 0,0-2 0,0 2 0,0-3 0,0 0 0,0 0 0,0 0 0,0 0 0,0 0 0,0 0 0,0 0 0,0 0 0,0 0 0,0 0 0,-1 0 0,-2 3 0,-1 1 0,-3 3 0,0 0 0,0 0 0,0 0 0,-3 0 0,3 0 0,-7 0 0,7 0 0,-4 0 0,1-3 0,2 2 0,-2-2 0,0 0 0,2 2 0,-5-5 0,5 5 0,-2-2 0,0 0 0,2 2 0,-5-5 0,5 5 0,-5-6 0,5 7 0,-5-7 0,5 7 0,-5-7 0,2 4 0,0-1 0,-2-3 0,2 4 0,-3-4 0,0 3 0,0-3 0,0 3 0,0-3 0,0 0 0,3 4 0,-2-4 0,2 3 0,-3-3 0,0 0 0,0 0 0,0 0 0,-1 0 0,1 0 0,0 0 0,0 0 0,0 0 0,0 0 0,3-3 0,-2 3 0,2-4 0,0 1 0,-2 3 0,2-4 0,0 1 0,-2 2 0,5-5 0,-5 5 0,2-5 0,-3 5 0,3-5 0,-2 5 0,2-2 0,0 0 0,-2 2 0,2-2 0,0 0 0,1-1 0,3-3 0,0 0 0,0 0 0,0 0 0,0 0 0,0 0 0,0 0 0,3 3 0,-2-2 0,2 2 0,-3-3 0,0 0 0,3 3 0,-2-2 0,2 2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22.017"/>
    </inkml:context>
    <inkml:brush xml:id="br0">
      <inkml:brushProperty name="width" value="0.2" units="cm"/>
      <inkml:brushProperty name="height" value="1.2" units="cm"/>
      <inkml:brushProperty name="inkEffects" value="pencil"/>
    </inkml:brush>
  </inkml:definitions>
  <inkml:trace contextRef="#ctx0" brushRef="#br0">1 633 16383,'3'11'0,"1"-1"0,-4-3 0,0 0 0,3 0 0,-3 0 0,4 0 0,-4 0 0,0 0 0,0 0 0,3-3 0,-3 2 0,4-2 0,-4 3 0,0 0 0,3 0 0,-3 0 0,4 0 0,-4 0 0,0 0 0,3 0 0,-3 0 0,3-1 0,-3 1 0,0 0 0,0 0 0,4 0 0,-4 0 0,3 0 0,-3 0 0,0 0 0,0 0 0,4 3 0,-4-2 0,3 2 0,-3-3 0,0 3 0,4 1 0,-4 0 0,3-1 0,-3-3 0,3 0 0,-2 0 0,2 3 0,-3-2 0,0 2 0,0-3 0,0 9 0,3-4 0,-2 5 0,2-7 0,-3-3 0,0 0 0,0 4 0,0-4 0,0 3 0,0 0 0,3-2 0,-2 2 0,2 0 0,-3-2 0,0 2 0,0 0 0,0-2 0,0 2 0,3 0 0,-2-2 0,2 2 0,-3 0 0,0-2 0,0 2 0,3 0 0,-2-2 0,2 2 0,-3 0 0,0-3 0,0 4 0,0-1 0,3-3 0,-2 7 0,2-7 0,0 3 0,-2 0 0,2-2 0,-3 2 0,0 0 0,3-2 0,-2 5 0,2-5 0,-3 2 0,3-3 0,-2 3 0,5-2 0,-5 2 0,2-3 0,0 6 0,-2-4 0,2 7 0,0-8 0,-2 2 0,2-3 0,0 0 0,-2 0 0,2 3 0,-3-3 0,3 3 0,-2-3 0,5 0 0,-5 0 0,2 3 0,-3-2 0,3 2 0,-2-3 0,2 0 0,0 0 0,-2 0 0,2 0 0,0 0 0,-2 0 0,2 0 0,0 0 0,-2 0 0,2 0 0,-3 0 0,3 0 0,-2 0 0,2 0 0,-3 0 0,0 0 0,3-3 0,-2 5 0,2-4 0,-3 5 0,3-3 0,-2 0 0,2 0 0,-3 0 0,0 0 0,3-4 0,-2 4 0,2-4 0,-3 8 0,3-4 0,-2 3 0,2-3 0,-3 0 0,3 0 0,-2 0 0,2 0 0,-3 0 0,0 0 0,3 0 0,-2 0 0,2 0 0,-3 0 0,0 0 0,0 0 0,3 0 0,-2 0 0,2 0 0,0 0 0,-2 0 0,2 0 0,-3 0 0,3 0 0,-3 0 0,4 0 0,-4 0 0,3-3 0,-3 2 0,4-2 0,-4 3 0,3-4 0,-3 7 0,4-6 0,-1 7 0,-3-5 0,7 1 0,-7 0 0,3 0 0,1 0 0,-4 0 0,7 0 0,-7 0 0,3 0 0,1 0 0,-4 0 0,6 0 0,-5 0 0,2 0 0,0 0 0,-2 0 0,2 0 0,0-3 0,-2 2 0,5-2 0,-5 3 0,2 0 0,0 0 0,-2 0 0,2 0 0,0 0 0,-2 0 0,5 0 0,-5 0 0,5 0 0,-5 0 0,2 0 0,0 0 0,-2 0 0,5 0 0,-5 0 0,5 0 0,-5-1 0,2 1 0,0 0 0,-2 0 0,5 0 0,-5 0 0,2 0 0,0-3 0,-2 2 0,2-2 0,0 0 0,-2 2 0,5-2 0,-5 3 0,2 0 0,-3 0 0,3 0 0,1 0 0,0 0 0,-1 0 0,0-3 0,-2 2 0,2-2 0,0 0 0,-2 2 0,5-2 0,-5 3 0,2 0 0,0 0 0,-2 0 0,5-3 0,-5 2 0,2-2 0,-3 3 0,3-3 0,-2 2 0,5-2 0,-5 3 0,5 0 0,-5 0 0,2 0 0,0-1 0,-2 1 0,5-3 0,-5 3 0,2-4 0,0 4 0,-3 0 0,7-3 0,-7 2 0,4-2 0,-4 3 0,0 0 0,3-3 0,-3 2 0,4-2 0,-4 3 0,3-3 0,-3 2 0,3-2 0,1 3 0,-4 0 0,3 0 0,1 0 0,-4 0 0,3 0 0,1 0 0,-4 0 0,3 0 0,-3 0 0,4 0 0,-4 0 0,3 0 0,-3 0 0,3 0 0,-2 0 0,5-3 0,-5 2 0,2-2 0,-3 3 0,3 0 0,-2 0 0,2-1 0,0-2 0,-2 3 0,2-4 0,-3 4 0,3-3 0,-2 2 0,2-2 0,0 3 0,-2 0 0,2 0 0,0 0 0,-2 0 0,5 0 0,-5 0 0,5 0 0,-5 0 0,5 0 0,-5 0 0,2 0 0,0 0 0,1 0 0,0 0 0,-1 0 0,0 0 0,1 0 0,3 6 0,-3-4 0,2 1 0,-5-4 0,5-2 0,-5 3 0,2 0 0,0-3 0,1 2 0,0-2 0,2 3 0,1 3 0,-2-3 0,4 3 0,-8-3 0,5 0 0,-2 0 0,0 0 0,2 0 0,-5 0 0,5-3 0,-2 9 0,3-11 0,0 10 0,-4-8 0,4 0 0,-7 2 0,4-2 0,-1 0 0,-3 2 0,10 1 0,-9 1 0,9-1 0,-10-1 0,7-5 0,-7 5 0,6-5 0,-5 5 0,5-2 0,1 6 0,-2-2 0,4 2 0,-5-3 0,3 0 0,-3 0 0,2-3 0,-5 2 0,5-5 0,1 8 0,-2-5 0,4 3 0,-5-3 0,0-1 0,2-3 0,-5 7 0,5-7 0,-5 7 0,5-7 0,-2 7 0,6 0 0,-2-3 0,-1 5 0,-1-8 0,-5 5 0,5-5 0,-2 5 0,3-5 0,-3 5 0,2-5 0,4 12 0,-2-11 0,6 7 0,-11-6 0,4-2 0,-7 5 0,7-5 0,-4 5 0,4-5 0,0 5 0,0-5 0,7 8 0,-6-7 0,5 7 0,-6-8 0,-3 5 0,2-5 0,-2 5 0,3-5 0,0 2 0,0 0 0,3 1 0,-2 0 0,-1 2 0,-1-5 0,-2 2 0,3 0 0,0 1 0,0 0 0,0 2 0,0-5 0,0 2 0,6 3 0,-5-5 0,6 9 0,-7-9 0,0 5 0,0-5 0,0 2 0,0 0 0,3-3 0,-6 7 0,6-7 0,-7 7 0,14-3 0,-8 3 0,7-4 0,-9 0 0,0 1 0,0-4 0,0 3 0,3 1 0,-2-1 0,2 1 0,-3-1 0,12 1 0,-9-1 0,10 1 0,-13-1 0,0-3 0,0 0 0,0 3 0,0-2 0,0 2 0,0-3 0,0 0 0,0 3 0,0-2 0,-1 2 0,1-3 0,0 0 0,0 0 0,0 0 0,0 0 0,0 0 0,0 0 0,0 0 0,0 0 0,0 0 0,0 0 0,0 0 0,0 0 0,0 0 0,0 0 0,0 0 0,0 0 0,0 0 0,0 0 0,0 0 0,0 0 0,0 0 0,0 0 0,0 0 0,0 0 0,0 0 0,3 0 0,-2-3 0,2 2 0,-3-2 0,0 3 0,0 0 0,0 0 0,0-3 0,-1 2 0,1-2 0,0 3 0,0 0 0,0 0 0,0 0 0,-3-3 0,2 2 0,-2-2 0,3 3 0,0 0 0,0 0 0,0 0 0,6-3 0,-4 2 0,4-2 0,-6 3 0,0 0 0,0 0 0,0 0 0,-3-3 0,2 2 0,-2-2 0,6 3 0,-2 0 0,2 0 0,-6-3 0,2 2 0,-2-2 0,3 3 0,0 0 0,-3-3 0,2 2 0,4-5 0,-2 2 0,5-3 0,-6 3 0,0 1 0,-3 0 0,2 2 0,-5-5 0,5 5 0,-5-5 0,12-1 0,-8-1 0,8 1 0,-9 1 0,2 2 0,-2-3 0,0 0 0,2 3 0,-2-3 0,3 3 0,-3-3 0,2 4 0,4-13 0,-1 10 0,4-8 0,-9 8 0,2 2 0,-2-3 0,3 0 0,0 3 0,0-2 0,-3 2 0,2 0 0,-2-2 0,9-4 0,-5 1 0,6-1 0,-11 4 0,4 2 0,-3 0 0,3-2 0,-1 2 0,1 0 0,-3-3 0,3 7 0,-4-7 0,14-3 0,-8 2 0,7-3 0,-9 5 0,0 5 0,0-5 0,0 2 0,0 0 0,0-2 0,0 2 0,0-3 0,12-6 0,-9 7 0,10-6 0,-13 8 0,0-3 0,0 3 0,0-2 0,0 2 0,0 0 0,0-2 0,0 5 0,6-8 0,-5 4 0,5-2 0,-9 1 0,3 5 0,-4-6 0,4 7 0,0-7 0,-3 4 0,2-1 0,-2-3 0,3 7 0,0-7 0,9-3 0,-6 5 0,3-8 0,-7 12 0,-2-5 0,3 2 0,0 0 0,0-2 0,0 2 0,0-3 0,0 3 0,0-2 0,9-4 0,-7 1 0,8-4 0,-10 9 0,-3-2 0,2 2 0,-2 0 0,3-2 0,0 2 0,-1 0 0,1-2 0,0 2 0,-3-3 0,6 0 0,-6 0 0,6-1 0,-3 5 0,0-4 0,-3 3 0,2-3 0,-2 3 0,3-2 0,0 2 0,0-3 0,0 3 0,3-2 0,-2 2 0,2-3 0,0-3 0,-2 2 0,2 1 0,-3 1 0,0 2 0,0-3 0,0 0 0,0 3 0,0-2 0,3 2 0,-6-3 0,6 0 0,-6 3 0,3-2 0,0 2 0,0-3 0,3 0 0,-3 0 0,3-1 0,-3 1 0,0 4 0,0-4 0,0 3 0,0 0 0,0-2 0,0 2 0,0-3 0,0 0 0,0 3 0,0-2 0,0 2 0,0 0 0,9-11 0,-6 8 0,6-9 0,-9 9 0,12-6 0,-9 4 0,7-4 0,-11 6 0,4-7 0,-2 6 0,6-6 0,-8 7 0,1 4 0,0-4 0,-3 3 0,3-3 0,-4 3 0,1-2 0,6 2 0,-9-3 0,8 0 0,-5 3 0,3-2 0,-3 2 0,2-3 0,-2 0 0,3 3 0,-3-2 0,2 2 0,-2-3 0,3 0 0,0 0 0,0 0 0,0 0 0,-3 0 0,2 0 0,-2 0 0,3 3 0,-3-3 0,2 4 0,-2-4 0,3-1 0,-3 1 0,2 4 0,-5-4 0,5 3 0,-2-3 0,3 0 0,0 0 0,0 0 0,-3 0 0,2 0 0,-2 0 0,3 0 0,0 0 0,0 0 0,-4 0 0,4 0 0,-7 0 0,7 3 0,-4-2 0,1 2 0,3-3 0,-4 0 0,4 0 0,-3 0 0,2 0 0,-5 0 0,5-1 0,-2 5 0,0-4 0,2 3 0,-5-3 0,5 3 0,-5-5 0,5 8 0,-5-9 0,5 6 0,-5-3 0,5 3 0,-5-2 0,5 2 0,-5-3 0,5 3 0,-5-2 0,5 2 0,-5-3 0,5 0 0,-2 0 0,0 0 0,2 0 0,-5 0 0,5 0 0,-5 0 0,5 0 0,-2 0 0,0 0 0,2 3 0,-5-3 0,2 4 0,0-5 0,-2 1 0,5 4 0,-5-4 0,2 3 0,-3-3 0,3 0 0,1 0 0,0 0 0,2 0 0,-5 0 0,5 0 0,-5 0 0,5 0 0,-5 0 0,2 0 0,0 0 0,-3 0 0,7 0 0,-3-3 0,3-1 0,-4 0 0,4 1 0,-7 3 0,7 0 0,-7 0 0,7 0 0,-7 0 0,7-1 0,-7 1 0,6 0 0,-5-3 0,5 2 0,-5-2 0,5 3 0,-5 0 0,5 0 0,-5 0 0,5-3 0,-5 2 0,5-2 0,-5 3 0,5 0 0,-5 0 0,5-3 0,-5 2 0,5-2 0,-5 3 0,2 0 0,0 0 0,-2 0 0,5 0 0,-5 0 0,5-4 0,-5 4 0,2-3 0,0 3 0,-2-1 0,5 1 0,-5-3 0,5-1 0,-5 0 0,2 1 0,0 3 0,1 0 0,0 0 0,-1 0 0,-3 0 0,3 0 0,-2 0 0,2 0 0,0 0 0,-2-3 0,2 2 0,0-5 0,-2 5 0,5-2 0,-5 3 0,2 0 0,0 0 0,-2 0 0,2 0 0,0-4 0,-2 1 0,5-1 0,-5 0 0,2 4 0,0 0 0,-2 0 0,2 0 0,-3 0 0,0 0 0,0 0 0,3 0 0,-2 0 0,5 0 0,-5 0 0,2 0 0,-3 0 0,0 0 0,3 3 0,-2-2 0,2 2 0,0-6 0,-3 2 0,4-2 0,-4 3 0,0 0 0,3 0 0,-3 0 0,4-1 0,-4 1 0,0 0 0,3 0 0,-3 0 0,4-3 0,-4 2 0,3-2 0,-3 3 0,4 0 0,-4 0 0,0 0 0,3 0 0,-3 0 0,3 0 0,-3 0 0,0 0 0,0 0 0,0 0 0,4 3 0,-4-2 0,3 2 0,-3-3 0,0 0 0,0 0 0,0 0 0,0 0 0,4 0 0,-4-1 0,3 1 0,-3 0 0,0 0 0,0 0 0,0 0 0,0 0 0,0 0 0,4 0 0,-4 0 0,3 0 0,-3 0 0,0 0 0,3 0 0,-2 0 0,2 0 0,-3 0 0,0 0 0,3 0 0,-2 0 0,2 0 0,-3 0 0,0 0 0,0 0 0,3 3 0,-2-3 0,2 3 0,-3-3 0,0 0 0,0 0 0,0 0 0,0 0 0,0 0 0,0 0 0,0 0 0,0 0 0,0 0 0,0 0 0,3 0 0,-2 0 0,2 0 0,-3 0 0,0 0 0,0 0 0,0 0 0,0 0 0,0 0 0,0 0 0,0 0 0,0-4 0,0 4 0,0-4 0,3 4 0,-2 0 0,2 0 0,-3 0 0,0-3 0,0 2 0,0-2 0,0 3 0,0 0 0,0 0 0,0 0 0,3 0 0,-2 0 0,2 0 0,-3 0 0,0 0 0,0 0 0,0 0 0,0 0 0,0 0 0,0 0 0,0 0 0,0 0 0,0 0 0,0 0 0,0-1 0,0 1 0,3 0 0,-2 0 0,2 0 0,-3 0 0,0 0 0,0 0 0,0 0 0,0 0 0,0 0 0,0 0 0,0 0 0,0 0 0,0 0 0,0 0 0,0 0 0,0 0 0,3-3 0,-2 2 0,2-2 0,-3 3 0,0 0 0,0 0 0,0-1 0,0-2 0,0 3 0,0-4 0,0 4 0,0 0 0,0 0 0,0 0 0,0 0 0,3-3 0,-2 2 0,2-2 0,-3 3 0,0 0 0,0 0 0,0 0 0,0 0 0,0 0 0,0-3 0,0 2 0,0-2 0,0 3 0,0 0 0,0-1 0,0 1 0,0 0 0,0 0 0,0 0 0,0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23.094"/>
    </inkml:context>
    <inkml:brush xml:id="br0">
      <inkml:brushProperty name="width" value="0.2" units="cm"/>
      <inkml:brushProperty name="height" value="1.2" units="cm"/>
      <inkml:brushProperty name="inkEffects" value="pencil"/>
    </inkml:brush>
  </inkml:definitions>
  <inkml:trace contextRef="#ctx0" brushRef="#br0">0 761 16383,'0'-15'0,"0"1"0,0 7 0,0 0 0,0 0 0,0-3 0,0 2 0,0-2 0,0 3 0,0 0 0,0 0 0,0-6 0,3 7 0,-2-6 0,2 8 0,-3-3 0,3 0 0,-2 0 0,2-3 0,0 2 0,-2-2 0,5 3 0,-5-1 0,2 1 0,-3 0 0,3 0 0,-2 0 0,5 3 0,-5-2 0,2 2 0,0 0 0,-2-2 0,2 2 0,0-3 0,1 0 0,0 0 0,-1 0 0,0 3 0,-2-2 0,2 2 0,0 0 0,-2-2 0,5 5 0,-5-5 0,5 2 0,-5-3 0,5 3 0,-5-2 0,5 2 0,-2-3 0,0 0 0,2 3 0,-5-3 0,5 4 0,-2-5 0,3 1 0,-3 0 0,2 0 0,-5 0 0,5 0 0,-2 0 0,3 3 0,-3-2 0,2 2 0,-2-3 0,-1 0 0,4 3 0,-3-2 0,-1 2 0,4 0 0,-4-2 0,4 2 0,-3-3 0,3 3 0,-7-2 0,6 5 0,-2-5 0,0 2 0,2 0 0,-2-2 0,3 2 0,0-3 0,0 3 0,-3-2 0,2 5 0,-2-6 0,0 4 0,2-1 0,-2-3 0,0 3 0,2 1 0,-2-4 0,3 7 0,0-7 0,0 3 0,0-3 0,0 0 0,3 0 0,-2 3 0,-1-2 0,-1 5 0,-2-5 0,3 5 0,0-5 0,0 2 0,0 0 0,-3-2 0,2 5 0,-2-5 0,3 5 0,-4-5 0,4 5 0,-3-5 0,3 5 0,-4-5 0,4 5 0,-4-2 0,1 0 0,3 2 0,-4-2 0,1 0 0,2 2 0,-2-2 0,3 0 0,0 2 0,-3-5 0,5 5 0,-4-2 0,2 0 0,-1 2 0,-2-2 0,3 0 0,0 2 0,0-6 0,0 7 0,0-7 0,0 7 0,3-3 0,-5-1 0,4 4 0,-5-7 0,3 7 0,0-4 0,0 1 0,0 3 0,0-4 0,0 1 0,0 3 0,-3-7 0,2 6 0,-2-2 0,-1 6 0,1 1 0,-4 3 0,0 0 0,0 0 0,3-3 0,-3 2 0,4-2 0,-4 3 0,0 0 0,0 0 0,3 0 0,-3-3 0,4-1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23.761"/>
    </inkml:context>
    <inkml:brush xml:id="br0">
      <inkml:brushProperty name="width" value="0.2" units="cm"/>
      <inkml:brushProperty name="height" value="1.2" units="cm"/>
      <inkml:brushProperty name="inkEffects" value="pencil"/>
    </inkml:brush>
  </inkml:definitions>
  <inkml:trace contextRef="#ctx0" brushRef="#br0">719 148 16383,'-11'-7'0,"1"3"0,6-2 0,-3 5 0,4-5 0,-4 5 0,3-5 0,-3 5 0,3-5 0,-3 5 0,-3-8 0,2 7 0,-2-7 0,3 8 0,0-5 0,0 5 0,0-5 0,0 5 0,0-5 0,0 5 0,-3-5 0,2 2 0,-2 0 0,3 1 0,0 0 0,0 2 0,0-2 0,0-1 0,0 4 0,0-7 0,-7 4 0,6-1 0,-6-3 0,7 7 0,0-4 0,0 4 0,0 0 0,0 0 0,0-3 0,-9 3 0,6-4 0,-6 4 0,9-3 0,0 3 0,0-4 0,0 4 0,0 0 0,0 0 0,-7 0 0,6 0 0,-6 0 0,7 0 0,0 0 0,0 0 0,0 0 0,-3 0 0,2 0 0,-2 0 0,3 0 0,0 0 0,0 0 0,0 0 0,3 3 0,-2-2 0,2 2 0,-3-3 0,0 3 0,0-2 0,0 2 0,3 0 0,-2-2 0,2 5 0,-3-5 0,3 5 0,-3-5 0,4 2 0,-5-3 0,1 3 0,4 1 0,-4 0 0,3-1 0,-3 0 0,0-2 0,3 5 0,-2-5 0,2 2 0,-3 0 0,0-2 0,0 2 0,0 0 0,0-2 0,0 2 0,0-3 0,3 3 0,-2-2 0,2 2 0,-3-3 0,0 0 0,3 3 0,1 1 0,3 0 0,0-1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24.604"/>
    </inkml:context>
    <inkml:brush xml:id="br0">
      <inkml:brushProperty name="width" value="0.2" units="cm"/>
      <inkml:brushProperty name="height" value="1.2" units="cm"/>
      <inkml:brushProperty name="inkEffects" value="pencil"/>
    </inkml:brush>
  </inkml:definitions>
  <inkml:trace contextRef="#ctx0" brushRef="#br0">0 198 16383,'7'-8'0,"-3"-2"0,-1 6 0,0 1 0,-2-4 0,5 7 0,-5-7 0,5 6 0,-2-5 0,3 2 0,0 0 0,-3-2 0,2 5 0,-5-5 0,5 5 0,-2-5 0,3 2 0,0 0 0,-3-2 0,2 5 0,-2-5 0,3 5 0,0-5 0,-3 2 0,2 0 0,-2 1 0,3 0 0,0-1 0,-1 0 0,1-2 0,0 5 0,0-5 0,0 5 0,0-2 0,0 0 0,0 2 0,0-2 0,0 0 0,0 2 0,0-2 0,3 0 0,1-1 0,0 0 0,-1 1 0,-3 3 0,0 0 0,0 0 0,0-3 0,3 2 0,-2-6 0,2 7 0,-3-3 0,0 3 0,0 0 0,3 0 0,-2 0 0,2-4 0,-3 4 0,0-3 0,0 3 0,-1 0 0,8 0 0,-6-4 0,8 4 0,-8-4 0,2 4 0,-3 0 0,3 0 0,-2 0 0,2 0 0,-3 0 0,3 0 0,-2 0 0,2 0 0,-3 0 0,0 0 0,0 0 0,0 0 0,0 0 0,0 0 0,0 0 0,0 0 0,0 0 0,0 0 0,0 0 0,0 0 0,0 0 0,0 0 0,0 0 0,0 0 0,0 0 0,-1 0 0,1 0 0,4 0 0,-4 0 0,0 4 0,-1-4 0,-2 3 0,3-3 0,0 0 0,0 0 0,0 0 0,0 0 0,3 0 0,-2 4 0,2-4 0,-3 3 0,0-3 0,0 0 0,0 4 0,0-4 0,0 3 0,0-3 0,3 0 0,-2 0 0,5 4 0,-2-4 0,0 3 0,-1-3 0,0 3 0,-3-2 0,4 2 0,-5-3 0,1 0 0,0 0 0,0 3 0,0-2 0,0 2 0,0-3 0,0 0 0,0 0 0,0 3 0,0-2 0,0 2 0,0-3 0,0 0 0,0 0 0,-3 3 0,2-2 0,-2 2 0,3-3 0,0 0 0,0 0 0,-3 3 0,2-2 0,-2 2 0,3-3 0,0 0 0,0 3 0,0-2 0,0 2 0,0-3 0,-3 3 0,2-2 0,-2 2 0,3-3 0,0 0 0,0 0 0,-4 3 0,4-2 0,-3 2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26.257"/>
    </inkml:context>
    <inkml:brush xml:id="br0">
      <inkml:brushProperty name="width" value="0.2" units="cm"/>
      <inkml:brushProperty name="height" value="1.2" units="cm"/>
      <inkml:brushProperty name="inkEffects" value="pencil"/>
    </inkml:brush>
  </inkml:definitions>
  <inkml:trace contextRef="#ctx0" brushRef="#br0">1 360 16383,'3'-11'0,"1"1"0,-4 3 0,3 3 0,-3-3 0,4 3 0,-4-3 0,0 0 0,0 0 0,3-6 0,-3 4 0,7-1 0,-7 4 0,3 2 0,1-3 0,-4 0 0,7 3 0,-4-5 0,1 4 0,-1-5 0,0 6 0,-2-2 0,5 5 0,-5-5 0,5 2 0,-2 0 0,9-12 0,-4 13 0,4-13 0,-6 13 0,0-1 0,-3-3 0,2 7 0,-5-7 0,5 7 0,-2-4 0,0 1 0,8-4 0,-6 3 0,4-6 0,-4 9 0,-2-2 0,3 3 0,-3-3 0,2 2 0,-2-2 0,3 0 0,0 2 0,0-5 0,0 5 0,9-5 0,-7 2 0,11 0 0,-13-2 0,3 5 0,-3-2 0,0 3 0,3-3 0,1 2 0,0-2 0,2 0 0,-5 2 0,2-5 0,0 5 0,-2-2 0,2 3 0,0 0 0,-2 0 0,2-3 0,-3 2 0,3-2 0,-2 3 0,2 0 0,0-3 0,-2 2 0,8-2 0,-5 3 0,3 0 0,-4-3 0,1 2 0,-1-2 0,1 3 0,-1 0 0,0 0 0,-2 0 0,5-3 0,-5 2 0,2-2 0,0 3 0,1 0 0,0 0 0,2 0 0,-2 0 0,0 0 0,-1-3 0,0 2 0,1-2 0,0 3 0,2 0 0,-6 0 0,7 0 0,-4 0 0,1 0 0,2 0 0,-2 0 0,0 0 0,2 0 0,-2 0 0,3 0 0,-3 0 0,2 0 0,-5 0 0,5 0 0,-2 0 0,0 0 0,2 0 0,-2 0 0,0 0 0,2 0 0,-2 0 0,-1 0 0,4 0 0,-7 0 0,7 0 0,0 0 0,0 0 0,3 3 0,-6-2 0,-1 2 0,0-3 0,1 0 0,0 0 0,-1 3 0,0-2 0,-2 2 0,5-3 0,-5 3 0,5-2 0,-2 2 0,0-3 0,-1 0 0,-3 3 0,3-3 0,-3 4 0,4-1 0,-4-3 0,3 4 0,-3-4 0,7 3 0,-7-3 0,3 4 0,-3-1 0,0-3 0,3 3 0,-2 1 0,2-4 0,-3 7 0,0-7 0,0 3 0,0 1 0,0-4 0,0 3 0,0 1 0,0-4 0,0 6 0,0-5 0,0 5 0,0-5 0,0 2 0,0 0 0,0-2 0,0 5 0,0-5 0,3 5 0,-3-2 0,4 0 0,-8 2 0,4-5 0,-3 5 0,2-2 0,1 0 0,0 2 0,-3-2 0,6 0 0,-9 2 0,8-5 0,-5 5 0,3-2 0,0 3 0,0 0 0,0-3 0,0 2 0,-3-2 0,2 0 0,-2 2 0,3-2 0,0 3 0,-3 0 0,2 0 0,-2-3 0,3 2 0,-3-2 0,2 3 0,-2 0 0,3 0 0,0 0 0,0 0 0,0 0 0,-3 0 0,2-1 0,-5 1 0,5 0 0,-2-3 0,3 6 0,0-6 0,0 6 0,0-3 0,-4 0 0,4 0 0,-7 0 0,7 0 0,-3 0 0,-1 0 0,4 0 0,-4 0 0,1 0 0,3 0 0,-4 0 0,4 0 0,-3 0 0,2 0 0,-2 0 0,0 0 0,2 0 0,-5 0 0,5 0 0,-2 0 0,0 0 0,2 0 0,-5 0 0,5 0 0,-5 0 0,5 0 0,-5 0 0,5 0 0,-5-1 0,5 1 0,-2 0 0,0 0 0,-1 0 0,0 0 0,-2 0 0,5-3 0,-5 2 0,5-2 0,-5 3 0,5 0 0,-5 0 0,2 0 0,0 0 0,-2 0 0,5 0 0,-5 0 0,5 3 0,-5-2 0,5 2 0,-5-3 0,2 0 0,0-3 0,-2 2 0,5-2 0,-5 3 0,2 0 0,0-3 0,1 8 0,0-7 0,-1 9 0,0-11 0,-2 4 0,2-3 0,-3 3 0,3-4 0,-2 4 0,2 0 0,-3 0 0,3 0 0,-2 0 0,2-4 0,-3 4 0,0 0 0,3-3 0,-2 2 0,5 4 0,-6-1 0,4 4 0,-1-9 0,-3 2 0,4-2 0,-1 0 0,-3 2 0,4-2 0,-4 3 0,3-3 0,1 8 0,-1-6 0,0 7 0,1-9 0,-4 2 0,7-2 0,-7 3 0,7 0 0,-4 0 0,4 0 0,-3 0 0,6 3 0,-9-3 0,8 4 0,-5-4 0,0 0 0,2-4 0,-5 4 0,5-7 0,-5 7 0,5-4 0,1 11 0,-2-6 0,4 2 0,-8-4 0,5-5 0,-5 5 0,5-5 0,-5 5 0,5-5 0,-5 8 0,5-4 0,-2 5 0,0-3 0,2-3 0,-5 2 0,5-2 0,-5 3 0,2 0 0,0-3 0,-2 2 0,2-2 0,0 0 0,-2 2 0,8 4 0,-4-1 0,2 4 0,-1-6 0,-2 0 0,0 0 0,2-3 0,-5 2 0,5-2 0,-2 6 0,3-3 0,-4 4 0,4-5 0,-3 1 0,-1 0 0,4-3 0,-7 2 0,7-2 0,-4 3 0,8 7 0,-7-6 0,5 5 0,-8-6 0,5 0 0,-2-3 0,0 2 0,2 1 0,-2-2 0,0 4 0,-1-5 0,0 0 0,-2 2 0,2-2 0,-3 3 0,0 0 0,0 0 0,0 3 0,0-2 0,3 2 0,-2-6 0,2-1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27.664"/>
    </inkml:context>
    <inkml:brush xml:id="br0">
      <inkml:brushProperty name="width" value="0.2" units="cm"/>
      <inkml:brushProperty name="height" value="1.2" units="cm"/>
      <inkml:brushProperty name="inkEffects" value="pencil"/>
    </inkml:brush>
  </inkml:definitions>
  <inkml:trace contextRef="#ctx0" brushRef="#br0">1 1113 16383,'14'0'0,"-1"-4"0,-6 4 0,0-4 0,0 4 0,0 0 0,-3-3 0,2 3 0,-2-4 0,3 4 0,0 0 0,0 0 0,-3-3 0,2 3 0,-2-4 0,3 4 0,9-3 0,-6-1 0,6 0 0,-9 1 0,-3 0 0,2 2 0,-2-2 0,3 0 0,0 2 0,0-2 0,0 0 0,9-4 0,-7 2 0,8-4 0,-10 8 0,0-5 0,-1 5 0,1-5 0,0 2 0,0 0 0,0-2 0,0 2 0,0 0 0,0-2 0,0 5 0,0-5 0,0 2 0,0 0 0,0-2 0,0 2 0,0 0 0,0-2 0,0 2 0,0 0 0,-3-3 0,2 7 0,-5-7 0,8 7 0,-7-7 0,7 4 0,-5-5 0,3 1 0,0 0 0,0 3 0,-3-2 0,2 2 0,-5-3 0,5 3 0,-5-2 0,5 2 0,-5-3 0,5 3 0,-5-2 0,5 5 0,-5-5 0,5 2 0,-6-3 0,7 3 0,-7-2 0,7 2 0,-7-3 0,4 0 0,-1 3 0,-3-2 0,3 2 0,1 0 0,-4-2 0,7 2 0,-7-3 0,3 0 0,-3 0 0,4 3 0,-4-3 0,7 3 0,-7-3 0,3 0 0,-3 0 0,0 0 0,0 0 0,3 0 0,-2-3 0,2 2 0,-3-2 0,0 3 0,3 0 0,-2 0 0,2 0 0,-3 0 0,0 0 0,0 0 0,0 0 0,0 0 0,0 0 0,0-3 0,0-1 0,0 0 0,0 1 0,0 3 0,0-4 0,0 4 0,0-4 0,0 4 0,0 0 0,0 0 0,-3 0 0,2-3 0,-2 2 0,3-2 0,-3 3 0,2 0 0,-2 0 0,3 0 0,-3 0 0,2-3 0,-5 2 0,5-2 0,-2 3 0,0 0 0,2 0 0,-2-3 0,0 2 0,2-2 0,-2 3 0,0 0 0,2-1 0,-5 1 0,5 0 0,-5 0 0,5 0 0,-2 0 0,0 3 0,2-2 0,-2 2 0,0-3 0,-1 0 0,0 0 0,-2 0 0,5 0 0,-5 0 0,5 0 0,-5 0 0,5 0 0,-2 0 0,0 3 0,2-2 0,-5 2 0,5-3 0,-5 3 0,5-2 0,-6 2 0,7-3 0,-7 3 0,7-3 0,-3 4 0,-1-1 0,4-3 0,-7 7 0,7-7 0,-4 3 0,1-6 0,-1 6 0,1-6 0,-4 6 0,3-3 0,0 0 0,-2 3 0,5-2 0,-5 5 0,5-5 0,-5 5 0,5-5 0,-5 5 0,5-5 0,-5 5 0,5-5 0,-5 5 0,5-5 0,-5 5 0,5-5 0,-5 5 0,2-2 0,0 0 0,-2 2 0,5-5 0,-5 5 0,2-5 0,-3 5 0,3-5 0,-2 5 0,2-5 0,-3 5 0,0-2 0,3 0 0,1 2 0,3-2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30.176"/>
    </inkml:context>
    <inkml:brush xml:id="br0">
      <inkml:brushProperty name="width" value="0.2" units="cm"/>
      <inkml:brushProperty name="height" value="1.2" units="cm"/>
      <inkml:brushProperty name="inkEffects" value="pencil"/>
    </inkml:brush>
  </inkml:definitions>
  <inkml:trace contextRef="#ctx0" brushRef="#br0">0 908 16383,'0'-15'0,"0"2"0,0 6 0,0 0 0,0 0 0,0 0 0,0 0 0,0 0 0,0 0 0,0 0 0,0 0 0,0 0 0,0 0 0,0 0 0,0-1 0,0-2 0,0 2 0,0-2 0,3 3 0,-2 0 0,2-3 0,-3 2 0,0-2 0,0 3 0,3 0 0,-2 0 0,2 0 0,-3 0 0,0-3 0,3 2 0,-2-2 0,2 3 0,0 0 0,-2 0 0,2 0 0,-3 0 0,3 0 0,-2-3 0,5-1 0,-5 0 0,2 1 0,0 3 0,-2-1 0,2 1 0,0 0 0,-2 0 0,5 0 0,-5 0 0,2 0 0,-3 0 0,3 0 0,1 0 0,0 0 0,-1 0 0,0 0 0,-2 0 0,5 3 0,-5-2 0,5 2 0,-5-3 0,2 0 0,0-3 0,1 2 0,3-2 0,0 3 0,-3 0 0,2 3 0,-5-3 0,5 3 0,-5-3 0,5 4 0,-2-4 0,0 3 0,2-3 0,-2 3 0,3-2 0,0 2 0,0-3 0,-4 0 0,4 0 0,-3 3 0,3-2 0,-4 2 0,7-3 0,-6 3 0,6-2 0,-3 2 0,0 0 0,0-2 0,0 5 0,0-5 0,0 2 0,0 0 0,3-2 0,-2 2 0,2 0 0,-3 1 0,0 0 0,0-1 0,0 0 0,0-3 0,0 7 0,0-3 0,3-1 0,1 1 0,0-1 0,-1 1 0,-3-1 0,0 4 0,3-4 0,-2 1 0,2 3 0,-3-7 0,0 7 0,3-4 0,-3 1 0,3 2 0,-3-2 0,0 3 0,3 0 0,-2-3 0,2 2 0,-3-2 0,3 0 0,-2 2 0,2-2 0,-3 3 0,0-3 0,3 2 0,-2-2 0,2 3 0,-3-3 0,3 2 0,-2-2 0,2 3 0,-3 0 0,0-3 0,0 2 0,0-2 0,3 3 0,-2 0 0,2-3 0,-3 2 0,3-2 0,-3 3 0,3-3 0,-3 2 0,3-2 0,-2 3 0,2 0 0,-3-3 0,0 2 0,0-2 0,0 3 0,0-3 0,3 2 0,-2-2 0,5 0 0,-5 2 0,2-2 0,-3 0 0,0 2 0,0-2 0,3 0 0,-2 2 0,2-2 0,-3 3 0,0-3 0,0 2 0,0-2 0,3 0 0,1 2 0,-1-5 0,0 5 0,-3-2 0,0 0 0,0 2 0,0-2 0,0 3 0,3-3 0,-2 2 0,2-5 0,-3 5 0,0-2 0,0 3 0,0 0 0,0-3 0,0 2 0,3-6 0,-2 7 0,5-3 0,-5-1 0,2 4 0,-3-3 0,0 3 0,0-4 0,3 4 0,-2-4 0,2 4 0,0-3 0,-3 3 0,4-4 0,-4 4 0,0-3 0,6 3 0,-5-4 0,8 4 0,-8 0 0,2-3 0,-3 2 0,3-2 0,-2 3 0,2 0 0,0 0 0,-2 0 0,5 0 0,-5 0 0,2 0 0,0 0 0,-2 0 0,2 0 0,0 0 0,1 0 0,0 0 0,-1 0 0,0 0 0,-3 0 0,7 0 0,-7 0 0,7 0 0,-4 0 0,1 0 0,-1 0 0,0 0 0,-2 0 0,5 0 0,-5 0 0,5 0 0,-5 0 0,2 0 0,0 0 0,-2 0 0,5 0 0,-5 0 0,5 3 0,-5-2 0,2 2 0,-3-3 0,3 0 0,-2 0 0,2 0 0,0 3 0,-3-2 0,7 2 0,-4-3 0,1 3 0,2-2 0,-5 2 0,2-3 0,-3 0 0,3 0 0,-2 3 0,2-2 0,-3 2 0,3-3 0,-2 0 0,2 3 0,0-2 0,-2 2 0,5 0 0,-2-2 0,0 2 0,-1 0 0,0-2 0,-2 2 0,5-3 0,-5 3 0,2-2 0,0 5 0,-3-5 0,7 2 0,15 3 0,-10-1 0,10 2 0,-16-4 0,-5 0 0,5-2 0,-5 5 0,5-5 0,-5 2 0,2 0 0,0-2 0,-2 5 0,5-5 0,-5 5 0,5-5 0,-2 5 0,3-5 0,-4 5 0,0-2 0,1 0 0,-4 2 0,6-5 0,-5 5 0,2-5 0,0 2 0,-2 0 0,5-2 0,-5 5 0,2-5 0,0 5 0,-2-2 0,2 0 0,0 2 0,-2-5 0,2 5 0,0-6 0,-2 7 0,2-7 0,0 7 0,-2-7 0,5 7 0,-6-3 0,4-1 0,-4 4 0,-1-4 0,5 1 0,-1 3 0,1-7 0,-1 3 0,0 0 0,-5 1 0,4 0 0,-2 2 0,1-2 0,2 0 0,0 2 0,-2-5 0,2 5 0,-3-5 0,3 5 0,-2-5 0,2 5 0,-3-5 0,0 5 0,0-2 0,0 0 0,0 2 0,3-2 0,-2 0 0,2 2 0,-3-2 0,0 0 0,-4 2 0,7-5 0,-9 5 0,9-2 0,-7 0 0,4 2 0,0-5 0,0 5 0,0-2 0,-3 3 0,2-3 0,-2 2 0,3-2 0,0 3 0,0-3 0,-3 2 0,2-2 0,-2 0 0,0 2 0,2-2 0,-2 3 0,3 0 0,-3 0 0,2-4 0,-2 4 0,0-3 0,-1 2 0,0 1 0,1 0 0,3-3 0,-3 2 0,2-2 0,-2 3 0,0 0 0,2 0 0,-5 0 0,5 0 0,-2 0 0,3 3 0,0-5 0,0 4 0,-3-5 0,2 3 0,-2 3 0,3-2 0,0 2 0,-4 0 0,4-5 0,-3 7 0,3-7 0,-1 8 0,1-5 0,-3 2 0,3-3 0,-7 0 0,6 0 0,-2 0 0,0 0 0,2 0 0,-2-1 0,0 1 0,2-3 0,-5 6 0,5-9 0,-2 12 0,3-9 0,-3 6 0,2-3 0,-5 0 0,5 0 0,-2-3 0,0 2 0,2 1 0,-5 1 0,5-1 0,-5 2 0,5-4 0,-2 5 0,0 0 0,2-5 0,-5 4 0,2-5 0,0 3 0,1 0 0,0 3 0,2-2 0,-5 2 0,5-3 0,-5 0 0,2 0 0,0 0 0,1 0 0,0 0 0,-1 0 0,0-1 0,-2 5 0,5-7 0,-5 9 0,2-9 0,0 6 0,-2-3 0,5 0 0,-5 0 0,5 0 0,-5 0 0,2 0 0,0 0 0,-2 3 0,5-5 0,-6 7 0,4-7 0,-1 5 0,1-3 0,-1 0 0,1 3 0,-1-2 0,1 2 0,-1-3 0,0 3 0,1-2 0,-4 2 0,7-3 0,-4 3 0,1-3 0,2 4 0,-2-1 0,0-3 0,2 3 0,-5-3 0,5 3 0,-2-2 0,0 2 0,2 0 0,-2 1 0,0 0 0,2 2 0,-2-5 0,0 2 0,2-3 0,-2 3 0,0-2 0,2 2 0,-5 0 0,5-2 0,-2 2 0,0 0 0,2-2 0,-2 2 0,0-3 0,-1 3 0,0-3 0,1 4 0,0-5 0,2 5 0,-5-4 0,5 3 0,-5-3 0,5 3 0,-2-2 0,0 2 0,2-3 0,-5 0 0,2 0 0,0 3 0,-2-2 0,5 2 0,-5-3 0,5 0 0,-5 0 0,2 0 0,0 3 0,1-2 0,0 2 0,-1-3 0,0 0 0,-3 0 0,4 0 0,-1 0 0,-3 0 0,4 0 0,-1 0 0,-3 0 0,7 3 0,-7-3 0,4 3 0,-1-3 0,-3 0 0,3 0 0,1 0 0,-4 0 0,3 0 0,1 0 0,-4 3 0,7-5 0,-7 4 0,3-5 0,-3 3 0,3 6 0,1-4 0,0 4 0,-1-6 0,-3 3 0,3-5 0,-2 4 0,2-5 0,-3 6 0,3-5 0,-2 4 0,2-5 0,-3 6 0,3-2 0,-2 2 0,2 3 0,0-5 0,-2 5 0,2-2 0,-3-4 0,3 3 0,-2-3 0,2 0 0,-3 0 0,0 0 0,3 3 0,-2-2 0,2 2 0,-3-3 0,3 12 0,-2-5 0,2 6 0,-3-10 0,0 0 0,0-2 0,0 2 0,0 0 0,3-2 0,-2 5 0,2-6 0,-3 4 0,0-4 0,0 3 0,3 13 0,-2-9 0,2 8 0,-3-15 0,0 3 0,0-2 0,0 5 0,0-5 0,0 5 0,3-5 0,-2 2 0,2 0 0,-3-2 0,0 5 0,3 10 0,-2-6 0,2 6 0,0-9 0,-2-7 0,2 7 0,-3-7 0,3 6 0,-2-5 0,2 5 0,0-5 0,-2 5 0,5 14 0,-2-10 0,0 10 0,-1-14 0,0-5 0,-2 2 0,5 0 0,-5-2 0,5 5 0,-5-5 0,5 5 0,-5-6 0,2 4 0,6 14 0,-7-10 0,11 11 0,-9-16 0,0-3 0,2 3 0,-5-2 0,5 2 0,-6-3 0,7 3 0,-7-2 0,7 2 0,-7 0 0,10 7 0,-6-5 0,3 5 0,0-7 0,-7-2 0,3 2 0,1-3 0,-1 0 0,1-1 0,-1 1 0,0 0 0,-2 0 0,2 0 0,4 10 0,-6-8 0,5 7 0,-3-9 0,-2 0 0,2 0 0,-3 0 0,3-3 0,-2 5 0,2-4 0,0 5 0,-2-3 0,2 3 0,-3-2 0,3 2 0,-2-3 0,2 0 0,-3 0 0,0 0 0,0 0 0,0 0 0,0 0 0,0 0 0,0 0 0,0 0 0,0 0 0,0 3 0,0 0 0,0 1 0,0-1 0,-3-3 0,2 0 0,-2 0 0,0 3 0,2-2 0,-5 2 0,5-3 0,-2 0 0,3 0 0,-3 0 0,2 0 0,-2 3 0,0-2 0,2 2 0,-5-3 0,5 0 0,-2 0 0,3 0 0,-3 0 0,2 3 0,-2-2 0,0 2 0,2-3 0,-5 3 0,5-3 0,-2 4 0,0 2 0,2-5 0,-5 5 0,5-6 0,-5 3 0,5-2 0,-2 2 0,0-3 0,2 3 0,-2-2 0,0 2 0,2-3 0,-6 3 0,7-2 0,-7 2 0,7-3 0,-7 3 0,7-2 0,-3 2 0,-1-3 0,4 3 0,-4-2 0,1 2 0,3-3 0,-7 3 0,7-3 0,-4 4 0,1-1 0,2-3 0,-5 3 0,5 1 0,-2-4 0,0 3 0,2 0 0,-5 1 0,5 0 0,-2 2 0,0-5 0,2 2 0,-2-3 0,0 3 0,2-2 0,-2 2 0,3-3 0,-3 3 0,2-2 0,-2 2 0,3-3 0,-3 12 0,2-9 0,-2 13 0,3-16 0,-3 4 0,2-5 0,-2 1 0,3 0 0,0 0 0,0 0 0,0 3 0,0-2 0,0 2 0,0-3 0,0 10 0,0-8 0,0 7 0,0-9 0,0 0 0,0 0 0,0 0 0,0 0 0,0 0 0,0 0 0,0 0 0,0 0 0,0 0 0,0 0 0,0 0 0,0 0 0,0 0 0,0 0 0,3 0 0,-2 0 0,2 0 0,-3 0 0,0 0 0,3-1 0,-2 1 0,2 0 0,0 0 0,-2 3 0,5-5 0,-5 8 0,2-9 0,-3 6 0,3-3 0,-2 0 0,2 0 0,0 0 0,-2 0 0,5 0 0,-5 0 0,2 0 0,0 0 0,1 3 0,3-2 0,-3 2 0,-1-3 0,0 0 0,-2 0 0,5 0 0,-5 0 0,5 0 0,-5 0 0,2 0 0,0-3 0,1 2 0,0-2 0,2 3 0,-2 0 0,-1 0 0,1-1 0,-1-2 0,-3 3 0,7-4 0,-3 4 0,-1 0 0,4-3 0,-7 2 0,7-2 0,-7 3 0,7-3 0,-7 2 0,6-2 0,-5 3 0,9 3 0,-6-2 0,6 2 0,-6-3 0,2-3 0,-5 2 0,5-2 0,-2 3 0,3-3 0,-3 2 0,5 1 0,-7 1 0,7-1 0,-5-1 0,0-2 0,2 0 0,-5 2 0,5-5 0,-5 5 0,5-5 0,-5 5 0,5-5 0,-2 5 0,0-2 0,2 3 0,-5 0 0,5-4 0,-5 4 0,5-7 0,-5 7 0,5-7 0,1 10 0,-2-6 0,4 3 0,-8 0 0,5-4 0,-2 4 0,3 0 0,0 3 0,-4-2 0,4-1 0,-7-1 0,4-2 0,-4 3 0,3 0 0,-3 3 0,4-2 0,-4 2 0,0-3 0,0 0 0,0 0 0,0 0 0,0 6 0,-4-4 0,4 4 0,-4-6 0,1 0 0,3 0 0,-7 0 0,7 0 0,-4 0 0,1 0 0,3 0 0,-10 12 0,5-9 0,-5 9 0,6-9 0,-2 1 0,2 0 0,0-1 0,-2-3 0,5 0 0,-5 0 0,5 0 0,-11 12 0,6-8 0,-4 8 0,4-12 0,5 0 0,-5 0 0,2 0 0,-3 3 0,3-2 0,-2 2 0,2-3 0,0 3 0,-2-3 0,-5 19 0,3-15 0,-6 11 0,11-12 0,-4-5 0,7 7 0,-7-7 0,6 5 0,-5-3 0,2 3 0,0-2 0,-2 2 0,2 3 0,0-4 0,1 4 0,0-6 0,2 0 0,-2 0 0,0 0 0,2 0 0,-2 0 0,3 0 0,-3-3 0,2 2 0,-2-2 0,3 3 0,0 0 0,0 0 0,0 3 0,0-3 0,0 3 0,0-3 0,0 0 0,0 0 0,0 0 0,0 0 0,0 0 0,0 0 0,3 0 0,-2 3 0,5-2 0,-5 2 0,5-6 0,-5 2 0,2-2 0,-3 3 0,3 0 0,1 0 0,0 0 0,2 0 0,-5 0 0,8 3 0,-7-2 0,7 2 0,-5-3 0,3 0 0,0 0 0,-3 0 0,2-3 0,-2 2 0,0-2 0,2 0 0,-5 2 0,5-6 0,-5 7 0,5-7 0,-5 7 0,5-7 0,-2 7 0,-1-4 0,4 1 0,-7 3 0,7-7 0,-7 7 0,7-7 0,-7 7 0,7-7 0,-7 6 0,7-5 0,-4 5 0,4-2 0,0 3 0,0 0 0,0-3 0,-3 2 0,2-2 0,-2 3 0,3-3 0,-3 2 0,2-5 0,-5 5 0,5-5 0,-2 5 0,6-2 0,-5 3 0,4-3 0,-5 2 0,3-2 0,0 3 0,0-3 0,-3 2 0,2-5 0,-2 5 0,3-5 0,-3 5 0,2-5 0,-2 5 0,12 1 0,-10 1 0,10-1 0,-12-1 0,3-5 0,0 5 0,0-2 0,0 3 0,-1-3 0,-2 2 0,3-2 0,-4-1 0,4 4 0,13 3 0,-10-2 0,9 2 0,-15-3 0,2-4 0,-2 1 0,3 2 0,0-5 0,0 5 0,0-2 0,0 3 0,0-3 0,3 9 0,-2-11 0,2 10 0,-3-8 0,0 3 0,0-3 0,-3 2 0,2-5 0,-5 5 0,8-2 0,-8 3 0,9 0 0,-9 0 0,5-3 0,-5 2 0,2 1 0,-3 1 0,0 2 0,-4-6 0,4 2 0,-7-5 0,0 8 0,3-4 0,-6 2 0,10-1 0,-7-5 0,7 5 0,-7-5 0,3 2 0,0 0 0,-2 1 0,2-1 0,-3 4 0,0-3 0,-9 9 0,10-5 0,-13 5 0,14-6 0,-5 0 0,3 0 0,0 0 0,0-3 0,0 5 0,0-4 0,-10 18 0,8-13 0,-7 9 0,8-12 0,5 0 0,-4 0 0,3 0 0,-3 0 0,3 0 0,-2 0 0,2 3 0,0-2 0,-2-1 0,2 5 0,-3-7 0,3 9 0,-2-7 0,5 0 0,-5 0 0,5-1 0,-5 1 0,5 0 0,-2 0 0,0 0 0,2 3 0,-5-2 0,5 2 0,-2-3 0,0 0 0,2 6 0,-5-1 0,5 2 0,-2-4 0,3 0 0,0-2 0,-3 2 0,2-3 0,-2 0 0,3 0 0,0 0 0,0 0 0,0 0 0,0 3 0,0-2 0,-3 2 0,2-3 0,-2 0 0,3 0 0,0 0 0,0-1 0,0 1 0,0 0 0,0 0 0,0 0 0,0 0 0,0 0 0,3 0 0,-2 0 0,2 3 0,-3-2 0,3 2 0,-2 0 0,5-2 0,-5 2 0,5-3 0,-5 0 0,2 0 0,0 0 0,-2 0 0,5-3 0,-5 2 0,5-2 0,-2 3 0,-1 0 0,1 0 0,-1-3 0,-3 2 0,7-2 0,-4 3 0,1 0 0,3 0 0,-4 0 0,4 0 0,0 0 0,0-1 0,0 1 0,0 0 0,0 0 0,0 0 0,0 0 0,0 0 0,0 0 0,0 0 0,0-3 0,-3 2 0,2-2 0,-2 0 0,0 2 0,5-2 0,-1 3 0,0 0 0,1 0 0,-5 0 0,3 0 0,0-3 0,-3 2 0,2-5 0,-5 5 0,5-2 0,1 3 0,-3 0 0,3 0 0,-10-3 0,-1-1 0,-10-6 0,9-1 0,-8 0 0,9-2 0,-3 5 0,4-5 0,-4 5 0,3-2 0,0 0 0,-2 2 0,2-5 0,-18-5 0,11 3 0,-9-2 0,17 6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32.662"/>
    </inkml:context>
    <inkml:brush xml:id="br0">
      <inkml:brushProperty name="width" value="0.2" units="cm"/>
      <inkml:brushProperty name="height" value="1.2" units="cm"/>
      <inkml:brushProperty name="inkEffects" value="pencil"/>
    </inkml:brush>
  </inkml:definitions>
  <inkml:trace contextRef="#ctx0" brushRef="#br0">3638 204 16383,'-8'-14'0,"-2"3"0,10 5 0,-7 5 0,7-5 0,-7 2 0,3 0 0,0-2 0,-2 5 0,5-5 0,-5 5 0,5-5 0,-5 5 0,2-2 0,0 0 0,-2 2 0,2-2 0,0 0 0,-2 2 0,2-5 0,-3 5 0,0-5 0,0 5 0,3-5 0,-8 2 0,6 0 0,-4-2 0,4 5 0,2-2 0,-3 3 0,0-3 0,0 2 0,3-5 0,-3 5 0,4-2 0,-5 3 0,-5-3 0,5 2 0,-3-5 0,5 5 0,2-2 0,-3 3 0,0 0 0,0-4 0,0 4 0,0-3 0,-3-1 0,-7 4 0,4-7 0,-3 7 0,9-4 0,0 4 0,0-3 0,0 3 0,0-4 0,0 4 0,0 0 0,0 0 0,-1 0 0,1 0 0,-3-3 0,-1 3 0,0-4 0,1 4 0,3 0 0,0 0 0,0-3 0,0 3 0,0-4 0,0 4 0,0 0 0,0 0 0,0 0 0,0 0 0,0 0 0,-10-3 0,8 2 0,-7-2 0,9 3 0,0 0 0,-1 0 0,-2 0 0,3 0 0,-4-3 0,4 2 0,0-2 0,0 3 0,-3 0 0,-7 0 0,4 0 0,-3 0 0,9 0 0,0 0 0,-3 0 0,2 0 0,-2 0 0,3 0 0,0 0 0,0 0 0,-3 0 0,2 0 0,-2 0 0,-10 0 0,10 0 0,-13 0 0,16 0 0,-4 0 0,4 0 0,-3 0 0,2 0 0,-2 0 0,3 0 0,0 0 0,-3 0 0,2 0 0,-2 0 0,-12 0 0,7 0 0,-8 0 0,13 0 0,3 0 0,0 0 0,0 0 0,-3 0 0,2 0 0,-2 0 0,0 0 0,2 0 0,-18 3 0,15-2 0,-12 2 0,16 0 0,0-2 0,0 2 0,-3-3 0,2 0 0,-2 3 0,3-2 0,0 2 0,0-3 0,0 0 0,-13 3 0,7-2 0,-7 2 0,13 0 0,1-2 0,2 2 0,-6-3 0,2 3 0,-2-2 0,3 2 0,0-3 0,0 3 0,-7 1 0,6 0 0,-6-1 0,7-3 0,3 3 0,-2-2 0,2 2 0,-3-3 0,0 3 0,0-2 0,0 5 0,0-5 0,-9 5 0,6-2 0,-6 0 0,9-1 0,0 0 0,0-2 0,0 2 0,0 0 0,-4-2 0,4 5 0,-7-5 0,-9 8 0,9-4 0,-9 2 0,16-4 0,0 0 0,0-2 0,0 2 0,-3 0 0,-1 1 0,0 0 0,1-1 0,-3 0 0,4-2 0,-4 5 0,6-5 0,-3 2 0,2 0 0,-2-2 0,3 5 0,-4-6 0,4 4 0,-3-1 0,3 1 0,-4-1 0,4 1 0,-4-1 0,-5 0 0,7 4 0,-8-3 0,7 3 0,2-7 0,-2 7 0,0-4 0,2 1 0,-2-1 0,3 0 0,0 1 0,-3 0 0,2 2 0,-2-5 0,0 5 0,2-2 0,-2 0 0,3 2 0,-3-2 0,2 0 0,-2 2 0,3-5 0,0 5 0,-4-2 0,4 3 0,-3-3 0,-1 2 0,4-2 0,-4 0 0,4 2 0,-3-2 0,6 3 0,-9-3 0,8 2 0,-5-2 0,3 3 0,0-3 0,0 2 0,-3-2 0,2 3 0,-2-3 0,3 2 0,0-2 0,-13 12 0,10-7 0,-9 8 0,12-10 0,0-1 0,0-2 0,0 3 0,0-4 0,-1 4 0,1 0 0,0 0 0,4 0 0,-7 0 0,9 0 0,-9 0 0,6 0 0,-3 0 0,0 0 0,-3 3 0,5-2 0,-4 2 0,5 0 0,-3-2 0,0 2 0,3-3 0,-2 0 0,2 0 0,-3 0 0,3 3 0,-2-2 0,2 2 0,-3-3 0,0 3 0,3-3 0,-2 4 0,2-4 0,-3 3 0,3-3 0,-3 3 0,4-3 0,-5 3 0,1-2 0,4 2 0,-4 0 0,7-2 0,-7 5 0,3-5 0,0 2 0,-2 0 0,2-2 0,0 2 0,-2 0 0,2-2 0,-3 2 0,3 0 0,-2-2 0,2 2 0,0 0 0,-2-2 0,2 2 0,0 0 0,-2 1 0,2-1 0,-3 0 0,3 1 0,-2-4 0,2 6 0,-3-5 0,3 5 0,-2-5 0,2 2 0,-3 0 0,0-2 0,3 5 0,-3-5 0,4 2 0,-5 0 0,5-2 0,-4 5 0,3-5 0,-3 5 0,3-5 0,-2 5 0,2-5 0,0 2 0,-2-3 0,5 3 0,-5-3 0,2 7 0,0-7 0,-2 3 0,5-3 0,-5 3 0,5-2 0,-5 2 0,2 0 0,0-2 0,-2 2 0,5 0 0,-5-2 0,5 2 0,-5-3 0,5 3 0,-5-2 0,5 2 0,-5 0 0,5-2 0,-5 2 0,5-3 0,-2 3 0,0-2 0,2 2 0,-5-3 0,5 3 0,-2-3 0,0 4 0,2-1 0,-2-3 0,-1 3 0,4 0 0,-3-2 0,-1 2 0,4-3 0,-7 3 0,7-2 0,-3 2 0,3 0 0,-4-2 0,4 2 0,-4 0 0,4-2 0,-3 2 0,3 0 0,-4-2 0,4 5 0,-3-5 0,3 2 0,-4 0 0,1-2 0,2 2 0,-2 0 0,3-3 0,0 7 0,0-7 0,0 7 0,-3-7 0,2 6 0,-2-5 0,3 5 0,0-5 0,0 5 0,0-5 0,-3 5 0,2-5 0,-2 5 0,3-5 0,0 5 0,0-5 0,0 5 0,0-2 0,0 0 0,0 2 0,0-2 0,0 0 0,0 2 0,0-2 0,0 2 0,0-2 0,0 2 0,0-5 0,0 5 0,0-2 0,0 0 0,0 2 0,0-2 0,0 3 0,0-3 0,0 2 0,0-2 0,0 0 0,0 2 0,0-2 0,0 3 0,0-3 0,0 5 0,0-5 0,0 6 0,0-6 0,0 3 0,3-4 0,-2 1 0,2 2 0,-3-2 0,0 0 0,0 2 0,3-5 0,-2 5 0,2-2 0,-3 0 0,0 2 0,3-2 0,-2 0 0,2 2 0,-3-5 0,0 5 0,3-2 0,-2-1 0,2 1 0,-3-1 0,0 0 0,3 1 0,-2-1 0,2 0 0,-3 1 0,0 0 0,3-1 0,-2 3 0,2-1 0,-3 2 0,0-4 0,0 0 0,0-2 0,0 2 0,0 0 0,3-2 0,-2 2 0,2-3 0,-3 3 0,0-2 0,0 2 0,0-3 0,0 3 0,0 1 0,0-1 0,0 0 0,0-3 0,0 0 0,0 0 0,0 0 0,0 0 0,0 0 0,-3 3 0,2-2 0,-2 2 0,3-3 0,0 0 0,0 0 0,0 0 0,-3 0 0,2 0 0,-2 0 0,3 0 0,0 0 0,-3 0 0,2 0 0,-2 0 0,3 0 0,0 0 0,0 0 0,-3-3 0,2 2 0,-2-2 0,0 6 0,2-2 0,-2 2 0,0-7 0,2 7 0,-2-6 0,0 6 0,2-3 0,-2 0 0,0 0 0,2 0 0,-2 0 0,3 0 0,-3 0 0,2 0 0,-2 0 0,3 0 0,-3 0 0,2 0 0,-5 0 0,5 0 0,-2 0 0,3 0 0,-3 0 0,2 0 0,-2 0 0,-1 0 0,4 0 0,-7 0 0,7 0 0,-3 0 0,-1 0 0,4 0 0,-7 0 0,7 3 0,-4-2 0,1 2 0,3-3 0,-7-4 0,6 7 0,-5-6 0,5 6 0,-5-3 0,5 0 0,-5 0 0,2 3 0,0 1 0,-2 0 0,5-1 0,-5-3 0,5 0 0,-5 0 0,5 0 0,-5 0 0,5 3 0,-5-2 0,5 2 0,-5-3 0,2 0 0,0 0 0,-2 3 0,2-2 0,0 2 0,-2-3 0,5 0 0,-8 3 0,7-2 0,-7 2 0,5-3 0,0 0 0,-2 0 0,5 0 0,-5-1 0,2 1 0,-3 4 0,0-1 0,0 1 0,3-1 0,-3-3 0,7 0 0,-7 0 0,3 0 0,-3 0 0,3 0 0,-2 0 0,2 0 0,-3 0 0,3 0 0,-2 0 0,2 0 0,-3 0 0,3 0 0,-2 0 0,-4 12 0,4-9 0,-6 10 0,8-13 0,0 0 0,-2 0 0,5 0 0,-5 3 0,2-6 0,-3 6 0,3-7 0,-2 8 0,2-4 0,0 3 0,-9 13 0,11-12 0,-11 11 0,13-12 0,-7-2 0,7 2 0,-7-3 0,7 3 0,-7-2 0,6 2 0,-5 0 0,-1 16 0,-1-8 0,1 8 0,1-16 0,5-3 0,-5 4 0,5-4 0,-2 6 0,0-5 0,2 5 0,-5-5 0,5 2 0,-2-3 0,-3 22 0,1-17 0,-2 17 0,1-19 0,5 1 0,-5 0 0,5-1 0,-2 0 0,0-2 0,2 2 0,-2 0 0,0-3 0,2 7 0,-8 12 0,7-11 0,-7 13 0,8-20 0,-5 5 0,5-5 0,-2 5 0,-1-5 0,4 5 0,-7-5 0,7 5 0,-3-5 0,-1 2 0,0 9 0,1-9 0,-1 13 0,1-16 0,3 7 0,-7-7 0,7 3 0,-7 1 0,6-4 0,-2 6 0,0-5 0,2 2 0,-2 0 0,0-2 0,-1 21 0,-3-18 0,0 15 0,3-19 0,1 0 0,0 3 0,2-2 0,-5 2 0,5-3 0,-2 0 0,0 0 0,2 0 0,-8 12 0,7-9 0,-7 9 0,8-12 0,-2 0 0,0 0 0,2 0 0,-2 0 0,0 0 0,2 0 0,-5 3 0,5 1 0,-5 0 0,2 8 0,0-9 0,-2 6 0,5-6 0,-2-2 0,0 2 0,2-3 0,-2 0 0,0 0 0,2 0 0,-2 0 0,3 0 0,-4 3 0,4-3 0,-3 4 0,3-4 0,0-1 0,0 1 0,0 0 0,0 0 0,0 0 0,0 0 0,0 0 0,0 0 0,0 0 0,0 0 0,0 0 0,0 3 0,0-2 0,0 2 0,0-3 0,0 0 0,0 0 0,0 0 0,0 0 0,3 0 0,-3 0 0,4 0 0,-4 0 0,0 0 0,3 0 0,-3 0 0,4 0 0,-1-3 0,-3 2 0,3-2 0,-3 3 0,4 0 0,-4 0 0,3 0 0,1 0 0,-4 0 0,3-1 0,1 5 0,-1-7 0,1 5 0,-1-5 0,0 3 0,-2 0 0,5 0 0,-5 0 0,5 0 0,-2 0 0,0 0 0,5 6 0,-7-4 0,7 4 0,-5-6 0,0 0 0,2 0 0,-5 0 0,5-3 0,-2 2 0,3-2 0,-3 3 0,2 0 0,-2 0 0,6 3 0,-2-2 0,-1 2 0,-1-3 0,-2 0 0,3 3 0,3-6 0,-5 6 0,4-6 0,-2 2 0,1 1 0,2 0 0,-3 0 0,0 0 0,6 3 0,-8-2 0,11 2 0,-12-3 0,6 0 0,-3 0 0,3 0 0,-2 0 0,5 0 0,-5 0 0,2 0 0,0 0 0,-2 0 0,2 0 0,0 0 0,-2-3 0,2 2 0,0-2 0,-2 3 0,2 0 0,0 0 0,-2-3 0,2 2 0,0-2 0,-2 0 0,2 2 0,0-2 0,1 3 0,-1 0 0,0-4 0,-3 4 0,0-3 0,0-1 0,0 1 0,0-1 0,-3 0 0,2 1 0,-2-1 0,3 1 0,0-4 0,0 7 0,0-7 0,-3 7 0,5-7 0,-7 6 0,7-5 0,-2 5 0,1-2 0,2 0 0,-3-1 0,-3 0 0,2-2 0,-2 2 0,0 0 0,2-2 0,-2 2 0,0 0 0,2-2 0,-5 5 0,5-5 0,-2 2 0,0 0 0,2-2 0,-5 5 0,5-5 0,-2 5 0,0-2 0,2 0 0,-6 2 0,4-2 0,-1 3 0,-3 0 0,4 0 0,-4 0 0,0 0 0,0 0 0,0 0 0,0 0 0,0 3 0,0-2 0,0 2 0,0-3 0,0 0 0,-4 0 0,4 0 0,-7 3 0,7-3 0,-4 3 0,1-3 0,3 0 0,-7 0 0,7 0 0,-4 0 0,1-3 0,2 2 0,-8 8 0,8-5 0,-9 7 0,6-9 0,0 0 0,1 0 0,0 0 0,2 0 0,-5-3 0,5 2 0,-5-2 0,5 3 0,-5 0 0,-1 9 0,-1-7 0,1 8 0,1-10 0,5 0 0,-5 0 0,5 0 0,-5 0 0,2 0 0,0 0 0,-2 0 0,2-1 0,0 1 0,-12 13 0,13-10 0,-13 9 0,12-12 0,1 0 0,-4 0 0,3 0 0,-3 0 0,3 0 0,-2 0 0,2 0 0,-3 0 0,-6 12 0,4-9 0,-4 7 0,9-11 0,-2-2 0,2 3 0,-3 0 0,0 3 0,0-2 0,0 2 0,3-3 0,-12 9 0,10-10 0,-10 10 0,12-13 0,-3 4 0,4 0 0,-5 0 0,1 0 0,0-3 0,3 2 0,-2-2 0,-4 13 0,1-11 0,-4 9 0,6-14 0,3 5 0,-2-2 0,2 0 0,0 2 0,-2-2 0,2 0 0,0 2 0,-2-2 0,2 0 0,-6 8 0,2-6 0,-2 7 0,3-6 0,3 0 0,-2-3 0,2 2 0,0-2 0,-3 0 0,7 2 0,-7-2 0,7 3 0,-7-4 0,7 4 0,-4-3 0,1-1 0,3 4 0,-4-3 0,1 2 0,2 5 0,-5-7 0,5 6 0,-2-7 0,3 4 0,0 0 0,0 0 0,0 0 0,0 0 0,0 0 0,0 0 0,3 0 0,-2 0 0,2 0 0,0 0 0,1 6 0,3-4 0,-3 4 0,2-6 0,-5 0 0,2 0 0,0-3 0,-2 2 0,5-2 0,-2 9 0,3-8 0,-3 8 0,2-9 0,-2 0 0,0 2 0,-1-2 0,0-1 0,-2 4 0,5-7 0,-5 7 0,5-3 0,-5 2 0,5-2 0,-2 3 0,0-4 0,2 4 0,-2-3 0,0 2 0,2-5 0,-5 5 0,5-5 0,-5 5 0,11 1 0,-7 1 0,9 2 0,-7-3 0,0-3 0,-4 2 0,4-5 0,-3 5 0,3-5 0,-4 5 0,7-2 0,-6 0 0,3 2 0,0-5 0,-4 2 0,1 0 0,2-2 0,-2 2 0,0 0 0,2-2 0,-2 2 0,0 0 0,2-2 0,-2 5 0,3-5 0,0 5 0,0-5 0,0 2 0,0-3 0,0 0 0,0 0 0,0 0 0,0 0 0,-3 0 0,-1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34.331"/>
    </inkml:context>
    <inkml:brush xml:id="br0">
      <inkml:brushProperty name="width" value="0.2" units="cm"/>
      <inkml:brushProperty name="height" value="1.2" units="cm"/>
      <inkml:brushProperty name="inkEffects" value="pencil"/>
    </inkml:brush>
  </inkml:definitions>
  <inkml:trace contextRef="#ctx0" brushRef="#br0">33 1 16383,'0'14'0,"0"-1"0,0-6 0,0 0 0,0 0 0,0 0 0,0 0 0,0 0 0,0 0 0,0 0 0,0 0 0,0 0 0,0 0 0,0 0 0,0 0 0,0 0 0,3 0 0,-3 0 0,4 3 0,-4-2 0,0 2 0,0-3 0,0 18 0,0-13 0,3 17 0,-3-22 0,4 7 0,-4-7 0,0 7 0,0-4 0,0 1 0,0 2 0,0-5 0,3 5 0,-3-5 0,4 21 0,-4-15 0,0 13 0,0-14 0,3-2 0,-3 3 0,3-3 0,-3 2 0,4-2 0,-4 3 0,3-4 0,-3 4 0,0-4 0,0 26 0,4-17 0,-4 17 0,3-22 0,-3 0 0,4 0 0,-4 0 0,3-3 0,-3 2 0,0-2 0,4 3 0,-4 0 0,3 0 0,0 24 0,-2-18 0,5 19 0,-5-25 0,2 0 0,-3 0 0,3 0 0,-2 0 0,2 0 0,-3 0 0,0 0 0,3 0 0,-2 7 0,5 7 0,-5-3 0,2 1 0,-3-12 0,0 0 0,0 7 0,0-5 0,0 13 0,0-13 0,0 13 0,3-13 0,-2 13 0,2-14 0,-3 14 0,-3-7 0,2 9 0,-2-2 0,3-5 0,0 4 0,0-4 0,-3-1 0,2-2 0,-2 1 0,3 1 0,0 34 0,-3-27 0,2 25 0,-2-26 0,3 4 0,0-4 0,0 0 0,0-13 0,0 13 0,0-13 0,0 5 0,0 16 0,0-18 0,0 18 0,0-16 0,0-5 0,0 13 0,0-13 0,-4 13 0,2-13 0,-2 5 0,4 0 0,0 3 0,0-1 0,-3-2 0,2-7 0,-2 8 0,0-6 0,2 13 0,-2-14 0,-2 14 0,4-13 0,-4 5 0,5-7 0,-4 8 0,3 7 0,-7-4 0,7 3 0,-2-7 0,3-5 0,-3 5 0,2 1 0,-2-6 0,0 5 0,2-7 0,-2 8 0,3-7 0,-3 7 0,2-8 0,-2 7 0,0-5 0,2 5 0,-2-7 0,3 8 0,0-6 0,-3 5 0,2-7 0,-2 0 0,3 0 0,-3 0 0,2 0 0,-2 0 0,3 0 0,-3-1 0,2 1 0,-2 0 0,3 0 0,0 0 0,0-3 0,0 2 0,0-2 0,0 3 0,-3 0 0,2-3 0,-2 2 0,3-2 0,0 0 0,0 2 0,0-5 0,0 5 0,0-5 0,0 5 0,0-6 0,0 4 0,0 2 0,0-5 0,0 5 0,0-3 0,0-2 0,0 2 0,0-3 0,0 0 0,0 0 0,0 0 0,0 0 0,0 0 0,0 0 0,0 0 0,0 0 0,0 0 0,0 0 0,0 0 0,0 0 0,0 0 0,0 0 0,0 0 0,0 0 0,0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35.640"/>
    </inkml:context>
    <inkml:brush xml:id="br0">
      <inkml:brushProperty name="width" value="0.2" units="cm"/>
      <inkml:brushProperty name="height" value="1.2" units="cm"/>
      <inkml:brushProperty name="inkEffects" value="pencil"/>
    </inkml:brush>
  </inkml:definitions>
  <inkml:trace contextRef="#ctx0" brushRef="#br0">1 0 16383,'0'15'0,"0"-2"0,0-6 0,0 0 0,0 0 0,0 0 0,0 0 0,3 0 0,-3 0 0,3 0 0,-3 0 0,0 0 0,0 0 0,0 0 0,0 0 0,0 0 0,0 0 0,0 0 0,0 0 0,0 0 0,0 0 0,0 3 0,0 1 0,4-1 0,-4 0 0,3-3 0,-3 4 0,0-4 0,0 3 0,0-3 0,0 3 0,0-2 0,0 2 0,0-3 0,0 3 0,0-2 0,0 2 0,0 0 0,0-2 0,0 2 0,0 0 0,0-2 0,0 2 0,0-3 0,0 3 0,0-2 0,0 5 0,0-5 0,0 2 0,0-3 0,0 3 0,4-3 0,-4 3 0,3 1 0,-3-4 0,0 3 0,0-3 0,0 3 0,0-2 0,0 2 0,0-3 0,0 3 0,0-2 0,4 5 0,-4-5 0,3 2 0,-3-3 0,0 0 0,0 3 0,0-2 0,0 2 0,0 3 0,0-4 0,3 7 0,-2-8 0,2 2 0,-3 0 0,0-3 0,0 4 0,3-5 0,-2 5 0,2-4 0,-3 3 0,0-3 0,0 3 0,3-2 0,-2 2 0,2 3 0,-3-4 0,0 7 0,3-5 0,-2 0 0,2-1 0,-3 0 0,0-2 0,0 2 0,0 0 0,0-2 0,0 2 0,0 0 0,0-2 0,3 5 0,-2 7 0,2-7 0,-3 6 0,0-9 0,0-2 0,0 2 0,0 0 0,0-2 0,0 2 0,0-3 0,0 0 0,0 3 0,0-2 0,0 5 0,0-2 0,0 0 0,0-1 0,0-3 0,0 0 0,0 0 0,0 3 0,0-2 0,3 2 0,-2-3 0,2 0 0,-3 0 0,0 0 0,0 0 0,0 0 0,0-1 0,0 1 0,0 0 0,0 0 0,0 0 0,0 3 0,0-2 0,0 2 0,0-3 0,0 0 0,0 0 0,0 0 0,0 0 0,0 0 0,0 0 0,0 0 0,0 0 0,0 0 0,0 0 0,0 0 0,0 0 0,0 0 0,0 0 0,0 0 0,0 0 0,3 0 0,-2 0 0,2 0 0,-3 0 0,0 0 0,0 0 0,0 0 0,0 0 0,0 0 0,0-1 0,0 1 0,0 0 0,0 0 0,0 0 0,0-3 0,0-1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37.032"/>
    </inkml:context>
    <inkml:brush xml:id="br0">
      <inkml:brushProperty name="width" value="0.2" units="cm"/>
      <inkml:brushProperty name="height" value="1.2" units="cm"/>
      <inkml:brushProperty name="inkEffects" value="pencil"/>
    </inkml:brush>
  </inkml:definitions>
  <inkml:trace contextRef="#ctx0" brushRef="#br0">1063 0 16383,'-15'4'0,"5"2"0,4-5 0,2 2 0,0 0 0,-2-2 0,2 5 0,-3-2 0,0 0 0,3 2 0,-2-5 0,2 5 0,-3-5 0,3 5 0,-2-2 0,2 0 0,-3 2 0,0-2 0,-1 3 0,1-3 0,0 2 0,0-2 0,0 0 0,3 2 0,-2-2 0,2 0 0,-3 2 0,0-2 0,0 3 0,0-4 0,0 4 0,0-3 0,0-1 0,0 7 0,0-9 0,0 9 0,0-7 0,0 4 0,0-3 0,0 2 0,0-2 0,0 3 0,0 0 0,0-3 0,-1 5 0,1-7 0,0 7 0,-3-2 0,2-2 0,-2 4 0,3-5 0,0 3 0,0 0 0,0-3 0,-3 2 0,5-2 0,-7 3 0,7 0 0,-5 0 0,3-3 0,0 2 0,0-2 0,0 3 0,0-3 0,0 2 0,0-2 0,0 3 0,0 0 0,0 0 0,0-3 0,0 2 0,-1-2 0,1 3 0,0 0 0,0-4 0,0 4 0,0-4 0,0 4 0,0 0 0,0 0 0,0 0 0,0 0 0,0-3 0,0 2 0,0-2 0,0 3 0,0 0 0,0 0 0,0 0 0,0 0 0,0 0 0,0 0 0,3 0 0,-6 0 0,6 0 0,-6 0 0,-1 3 0,4-2 0,-4 2 0,8-3 0,-7 0 0,6 0 0,-7 0 0,4 0 0,0 0 0,0 0 0,0 0 0,0 0 0,0 3 0,0-3 0,0 4 0,-3-5 0,2 1 0,-2 0 0,3 0 0,0 3 0,0-2 0,0 2 0,0-3 0,-3 3 0,2-2 0,-2 2 0,6-3 0,-6 0 0,6 0 0,-6 0 0,3 0 0,0 0 0,3 0 0,-3 0 0,3 0 0,-3 3 0,0-2 0,0 2 0,0-3 0,3 0 0,-2 0 0,2-3 0,0 5 0,-2-8 0,2 9 0,0-6 0,-2 3 0,2 0 0,0 0 0,-5 3 0,7-3 0,-7 3 0,5-3 0,0 0 0,-2 0 0,2-3 0,0 2 0,-2-2 0,5 3 0,-5-3 0,5-1 0,-2-3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39.002"/>
    </inkml:context>
    <inkml:brush xml:id="br0">
      <inkml:brushProperty name="width" value="0.2" units="cm"/>
      <inkml:brushProperty name="height" value="1.2" units="cm"/>
      <inkml:brushProperty name="inkEffects" value="pencil"/>
    </inkml:brush>
  </inkml:definitions>
  <inkml:trace contextRef="#ctx0" brushRef="#br0">395 211 16383,'-11'4'0,"1"2"0,3-5 0,0 5 0,0-5 0,3 5 0,-3-5 0,4 5 0,-4-5 0,-1 5 0,1-5 0,4 5 0,-4-5 0,3 5 0,-3-5 0,0 5 0,0-5 0,3 5 0,-2-5 0,2 5 0,-3-5 0,0 5 0,0-2 0,0 3 0,0-3 0,3 2 0,-2-5 0,-1 5 0,-1-2 0,-2 0 0,6 2 0,-2-5 0,2 5 0,-3-2 0,0 0 0,3 2 0,-3-5 0,7 5 0,-7-5 0,4 5 0,-5-2 0,1 0 0,4 2 0,-4-5 0,6 5 0,-5-6 0,5 7 0,-5-7 0,5 7 0,-5-7 0,5 7 0,-5-3 0,2 2 0,0 1 0,-2 0 0,2 0 0,-3 0 0,3 0 0,-2 0 0,5 0 0,-5-3 0,5 2 0,-5-2 0,2 6 0,0-2 0,-2-1 0,5-1 0,-2-2 0,0 0 0,2 2 0,-2-2 0,3 3 0,-3-3 0,2 2 0,-2-2 0,3 3 0,-3 0 0,2 0 0,-2 0 0,3 0 0,0 0 0,-3-3 0,2 2 0,-2-2 0,3 3 0,0 0 0,0 0 0,0 0 0,0 0 0,0 0 0,0 0 0,0 0 0,3-1 0,-2 1 0,2 0 0,-3 0 0,3-3 0,-2 2 0,2-2 0,0 3 0,-2 0 0,2 0 0,0 0 0,-3 0 0,7-3 0,-7 2 0,4-2 0,-4 3 0,3 0 0,-3 0 0,7 0 0,-7 0 0,7 0 0,-7 0 0,7-3 0,-7 2 0,3-2 0,1 0 0,-4 2 0,7-2 0,-7 3 0,6-3 0,-5 2 0,2-2 0,0 3 0,1 0 0,0 0 0,2-3 0,-5 2 0,5-5 0,-5 5 0,2-2 0,0-1 0,-2 4 0,5-7 0,-5 7 0,5-3 0,-2 2 0,3 1 0,0-3 0,-3 3 0,2-4 0,-2 4 0,6 3 0,-2-2 0,2-1 0,-3-1 0,0-2 0,0 0 0,-3 2 0,2-2 0,-2 3 0,3-3 0,0 2 0,0-2 0,0 0 0,0 2 0,0-2 0,0 0 0,0 2 0,0-2 0,0 0 0,-1 2 0,1-5 0,0 5 0,0-5 0,0 5 0,0-5 0,0 5 0,0-5 0,0 5 0,0-5 0,0 5 0,0-5 0,3 5 0,-2-5 0,2 5 0,-3-5 0,0 5 0,0-5 0,0 5 0,3-5 0,-2 2 0,2 0 0,-3-2 0,0 5 0,0-5 0,0 2 0,6 0 0,-5 1 0,6-1 0,-4 1 0,1-1 0,-1-3 0,0 4 0,-3-4 0,3 3 0,-2-3 0,5 7 0,-5-7 0,2 3 0,0 1 0,-2-4 0,5 7 0,-2-7 0,0 3 0,-1 1 0,0-4 0,1 6 0,0-5 0,2 2 0,-2 0 0,3-2 0,-3 2 0,2 0 0,-2-2 0,2 2 0,1 0 0,-3-2 0,2 2 0,-2 0 0,3-2 0,0 2 0,0-3 0,0 3 0,0-2 0,0 2 0,0 0 0,0-2 0,0 2 0,-3-3 0,2 3 0,-2-2 0,3 2 0,0-3 0,7 5 0,-8-4 0,14 3 0,-8-4 0,3 0 0,0 4 0,-8-4 0,7 3 0,-5-3 0,5 0 0,-7 3 0,0-2 0,8 2 0,-6-3 0,5 0 0,0 0 0,-5 0 0,6 0 0,-8 0 0,7 0 0,-8 0 0,15 0 0,-15 0 0,8 0 0,-7 0 0,0 0 0,7 0 0,-5 0 0,6 0 0,-9 0 0,1 0 0,0 0 0,8 0 0,-9 0 0,15 0 0,-16 0 0,10 0 0,-8 0 0,7 0 0,-5 0 0,5 0 0,-7 0 0,0 0 0,0 0 0,0 0 0,8 0 0,-10 0 0,16 0 0,-15 0 0,9 0 0,-9 0 0,28 0 0,-21 0 0,20 0 0,-26 0 0,0-3 0,0 2 0,0-2 0,0 3 0,0 0 0,0 0 0,0 0 0,7 0 0,-8-3 0,7 2 0,16-2 0,-16 3 0,19-3 0,-28 2 0,2-2 0,-2 3 0,3 0 0,-4-3 0,11 2 0,-11-2 0,7 3 0,-7 0 0,23-6 0,-17 4 0,16-7 0,-22 8 0,-2-2 0,5 0 0,-5 2 0,2-2 0,-3 0 0,0 2 0,3-2 0,-2 0 0,17-4 0,-14 2 0,11-1 0,-15 3 0,0 2 0,3-2 0,-5 0 0,7 2 0,-7-5 0,5 5 0,-3-5 0,0 5 0,0-5 0,12-1 0,-8-1 0,11 1 0,-17 0 0,4 7 0,-5-7 0,3 7 0,0-3 0,0-1 0,0 0 0,9-9 0,-7 5 0,8-3 0,-11 5 0,1 5 0,-3-5 0,3 2 0,-4 0 0,4-2 0,0 5 0,-3-5 0,2 2 0,8-12 0,-5 6 0,7-6 0,-9 9 0,-3 0 0,2 3 0,-2-2 0,0 2 0,2 0 0,-2-2 0,0 2 0,2-3 0,4-7 0,-1 6 0,1-6 0,-4 10 0,-5-2 0,5 5 0,-2-5 0,0 2 0,2-3 0,-2 3 0,3-2 0,-3 2 0,8-9 0,-7 4 0,5-4 0,-3 9 0,-7-2 0,7 2 0,-3-3 0,-1 0 0,4 3 0,-7-2 0,3 2 0,7-10 0,-8 6 0,10-2 0,-11 3 0,2 3 0,0 1 0,1-4 0,0 3 0,-1-3 0,0 3 0,-2-2 0,5 2 0,-5-3 0,8-6 0,-4 7 0,2-6 0,-1 8 0,-5-3 0,5 0 0,-5 0 0,5 0 0,-2 0 0,3 0 0,-3 0 0,-1 0 0,3-3 0,-4 2 0,7-2 0,-5 6 0,0-3 0,-1 3 0,0 1 0,-2-4 0,5 3 0,-2-3 0,0 0 0,-1 0 0,3-6 0,-1 4 0,5-4 0,-3 6 0,-3 0 0,-1 0 0,0 0 0,-2 0 0,8-6 0,-8 4 0,6-4 0,-4 6 0,-3 0 0,7 0 0,-7 0 0,4 0 0,-4-1 0,0 1 0,0 0 0,0 0 0,0 0 0,0 0 0,0 0 0,0 0 0,0 0 0,-4-6 0,1 4 0,-1-4 0,0 6 0,1 3 0,3-2 0,-4 2 0,4-3 0,-3 3 0,3-2 0,-7-1 0,6-1 0,-5-2 0,5 3 0,-5 3 0,5-3 0,-5 7 0,5-7 0,-5 3 0,2-3 0,-3 4 0,3-4 0,-2 6 0,5-5 0,-5 5 0,2-5 0,-3 5 0,0-5 0,0 5 0,3-5 0,-2 5 0,2-2 0,0 0 0,-2 2 0,2-5 0,-6 2 0,2 0 0,-2 1 0,6 0 0,-3 2 0,4-5 0,-5 5 0,1-2 0,4 0 0,-4 2 0,0-5 0,-1 5 0,1-5 0,1 5 0,2-2 0,0 0 0,-2 2 0,2-2 0,0 0 0,-2 2 0,2-2 0,0 0 0,-2 2 0,2-2 0,-3 3 0,3-3 0,-2 2 0,2-2 0,-3 3 0,0-3 0,0 2 0,0-2 0,0 3 0,3-3 0,-3 2 0,4-2 0,-11-1 0,6 4 0,-6-3 0,10-1 0,-2 4 0,2-3 0,-3 3 0,0-4 0,-9 1 0,6-1 0,-6 0 0,9 1 0,0 3 0,0-4 0,0 4 0,0 0 0,-6-3 0,4 3 0,-4-7 0,6 6 0,0-2 0,-1 3 0,5-3 0,-4 2 0,3-2 0,-9 3 0,5 0 0,-6-3 0,7 2 0,0-2 0,0 3 0,0 0 0,-3 0 0,2 0 0,4 0 0,5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39.780"/>
    </inkml:context>
    <inkml:brush xml:id="br0">
      <inkml:brushProperty name="width" value="0.2" units="cm"/>
      <inkml:brushProperty name="height" value="1.2" units="cm"/>
      <inkml:brushProperty name="inkEffects" value="pencil"/>
    </inkml:brush>
  </inkml:definitions>
  <inkml:trace contextRef="#ctx0" brushRef="#br0">0 0 16383,'8'7'0,"1"-3"0,-8 2 0,5-5 0,-5 5 0,5-5 0,-5 5 0,5-5 0,-2 5 0,3-2 0,0 3 0,3 0 0,-5 0 0,4-3 0,-5 2 0,3-2 0,0 0 0,0 2 0,0-2 0,0 3 0,0-3 0,0 2 0,-1-2 0,5 3 0,-4 0 0,3-3 0,4 5 0,-6-5 0,5 7 0,-3-5 0,-2 1 0,5 0 0,-5 0 0,5 0 0,-2 0 0,0 0 0,2 0 0,-2 3 0,0-2 0,2 2 0,-2-3 0,0 0 0,8 6 0,-7-4 0,16 5 0,-12-6 0,2 3 0,-5-3 0,6 4 0,-7-2 0,9-1 0,-10 1 0,10 3 0,-8-4 0,15 10 0,-18-11 0,18 11 0,-16-7 0,16 5 0,-5 0 0,-1-3 0,0 0 0,-9-1 0,1-2 0,0 0 0,0 2 0,0-5 0,8 8 0,-7-5 0,7 6 0,-8-6 0,0 2 0,0-2 0,6 6 0,-5-2 0,13 5 0,-12-9 0,5 6 0,-7-7 0,0 1 0,8 5 0,-7-4 0,7 5 0,-8-6 0,7 5 0,-5-5 0,13 9 0,-13-8 0,5 4 0,7 4 0,-11-4 0,18 10 0,-19-11 0,13 4 0,-13-7 0,5 4 0,1-2 0,-7 0 0,7 3 0,-8-3 0,7 3 0,-5-2 0,5 2 0,-7-3 0,8 3 0,-6-3 0,5 3 0,-7-3 0,0 0 0,0 0 0,0 0 0,7 3 0,-5-3 0,5 3 0,-7-3 0,0 0 0,0 0 0,0 0 0,0 0 0,16 15 0,-13-11 0,19 18 0,-20-21 0,4 5 0,-6-6 0,0 0 0,7 3 0,-5-2 0,5 2 0,-7-3 0,0 0 0,0 0 0,0 0 0,0-1 0,7 4 0,-5-2 0,6 2 0,4 9 0,-9-9 0,9 7 0,-9-4 0,-2-7 0,2 8 0,-3-10 0,3 10 0,-3-12 0,0 12 0,-1-10 0,-2 3 0,3 0 0,-3-3 0,2 2 0,-2-2 0,0 3 0,2-4 0,-5 4 0,5-4 0,-6 4 0,7-3 0,-7 2 0,7-2 0,-7 0 0,6 2 0,-5-2 0,5 0 0,-5 2 0,2-5 0,0 5 0,-2-5 0,2 2 0,-3 0 0,3 1 0,-2 0 0,2-1 0,-3 0 0,3 1 0,-2-1 0,2 1 0,-3-1 0,0-3 0,0 7 0,0-7 0,0 3 0,3 0 0,-2-2 0,2 2 0,-3 0 0,0-2 0,-1 5 0,1-5 0,0 2 0,-3 0 0,3-2 0,-4 2 0,4-3 0,0 0 0,0 3 0,0-2 0,0 2 0,-3-3 0,2 0 0,-2 3 0,3-2 0,0 2 0,0-3 0,-3 0 0,2 3 0,-2-6 0,0 9 0,2-9 0,-2 6 0,0-3 0,2 0 0,-5 0 0,5 0 0,-5 0 0,5 0 0,-2 0 0,0 0 0,2 0 0,-2 0 0,0 0 0,-1 0 0,0 0 0,-2 0 0,5 0 0,-5 0 0,2 0 0,0-3 0,-2 2 0,2-2 0,-3 3 0,-7-16 0,3 6 0,-6-13 0,3 9 0,3 0 0,-3 3 0,7-3 0,-7 7 0,7-7 0,-7 3 0,3 0 0,-3-2 0,3 2 0,-2 0 0,5-2 0,-5 5 0,5-5 0,-5 5 0,2-5 0,-3 2 0,0 0 0,3-2 0,-2 5 0,5-2 0,-2 3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41.207"/>
    </inkml:context>
    <inkml:brush xml:id="br0">
      <inkml:brushProperty name="width" value="0.2" units="cm"/>
      <inkml:brushProperty name="height" value="1.2" units="cm"/>
      <inkml:brushProperty name="inkEffects" value="pencil"/>
    </inkml:brush>
  </inkml:definitions>
  <inkml:trace contextRef="#ctx0" brushRef="#br0">1544 0 16383,'-11'4'0,"4"2"0,0-2 0,3 3 0,-3 0 0,3 0 0,-2-3 0,5 2 0,-5-2 0,2 3 0,-3 0 0,3 0 0,1 0 0,0-3 0,2 2 0,-5-2 0,2 3 0,-3 0 0,3 0 0,-2 0 0,2 0 0,-3 3 0,0-3 0,3 3 0,-2-3 0,2 0 0,-3 0 0,3 0 0,-2 0 0,2 3 0,-3-2 0,0 2 0,0-3 0,-4 3 0,4-2 0,-3 5 0,-1-5 0,-3 11 0,3-9 0,-6 9 0,6-8 0,-3 3 0,3 0 0,-2-3 0,-1 9 0,0-7 0,-3 8 0,3-7 0,0 0 0,-3 8 0,2-7 0,-2 7 0,-12 7 0,11-11 0,-12 12 0,13-9 0,3-5 0,-19 21 0,15-19 0,-11 11 0,12-8 0,-5-2 0,0 11 0,0-12 0,2 11 0,5-13 0,-2 6 0,-12 7 0,11-11 0,-16 25 0,16-18 0,-9 7 0,11-10 0,-5-5 0,7 5 0,0-7 0,-6 14 0,5-13 0,0 13 0,4-13 0,0 5 0,0-7 0,-2 8 0,-3 1 0,3 0 0,-10 12 0,10-17 0,-3 9 0,6-13 0,1 8 0,-5-6 0,5 5 0,-1-7 0,0 0 0,2 0 0,-2 0 0,1 7 0,2-5 0,-2 5 0,2-7 0,0 0 0,0 0 0,0 0 0,0 0 0,-1 8 0,0-7 0,0 7 0,1-8 0,0 0 0,3 0 0,-3 0 0,4 0 0,-8-1 0,7 1 0,-6 0 0,6 0 0,-3 0 0,4 0 0,-4 0 0,3 0 0,-3 0 0,3 0 0,-2-3 0,2 2 0,-3-2 0,0 3 0,3 0 0,-2-3 0,5 2 0,-5-2 0,5 3 0,-5-4 0,2 4 0,0-4 0,-2 7 0,2-2 0,0-1 0,-2-4 0,5 0 0,-5-2 0,5 5 0,-5-5 0,5 5 0,-2-5 0,0 5 0,-1-5 0,0 5 0,1-5 0,3 2 0,-3-3 0,2 0 0,-2 0 0,0 0 0,2 0 0,-6 3 0,7-3 0,-3 3 0,-1-3 0,4 0 0,-3 0 0,-1 0 0,4 0 0,-4 0 0,1 0 0,3 0 0,-4 0 0,1 0 0,3 0 0,-4 0 0,1-3 0,2 2 0,-2-2 0,3 3 0,0 0 0,0 0 0,-3-3 0,2 2 0,-2-2 0,6 0 0,-2 2 0,2-2 0,-3 3 0,0-3 0,0-1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50.346"/>
    </inkml:context>
    <inkml:brush xml:id="br0">
      <inkml:brushProperty name="width" value="0.2" units="cm"/>
      <inkml:brushProperty name="height" value="1.2" units="cm"/>
      <inkml:brushProperty name="inkEffects" value="pencil"/>
    </inkml:brush>
  </inkml:definitions>
  <inkml:trace contextRef="#ctx0" brushRef="#br0">507 0 16383,'0'15'0,"0"-2"0,0-6 0,0 0 0,0 0 0,0 0 0,0 0 0,0 0 0,0 0 0,-3 0 0,2 0 0,-2 0 0,0 0 0,2 0 0,-2 0 0,3 0 0,0 0 0,-3 0 0,2-1 0,-2 1 0,0 0 0,2 0 0,-2 0 0,0-3 0,2 2 0,-2-2 0,3 3 0,-3-3 0,2 2 0,-2-2 0,0 3 0,2 0 0,-5 0 0,5 0 0,-2 0 0,0-3 0,2 2 0,-5-2 0,5 3 0,-2 0 0,0-3 0,2 2 0,-5-2 0,2 3 0,0 0 0,-3 0 0,4 0 0,-5 3 0,1-2 0,0 2 0,0-3 0,0 0 0,0 0 0,3 0 0,-2 0 0,5 0 0,-8 0 0,7-1 0,-7 1 0,5 0 0,0 0 0,-2 0 0,-1 3 0,2-2 0,-4 2 0,5-3 0,-3 0 0,0 0 0,0 0 0,3 0 0,-2 0 0,2 0 0,-3 0 0,3 0 0,-2 0 0,2 0 0,-3 0 0,0 0 0,0 0 0,3 0 0,-3 0 0,3 0 0,-3 0 0,0 0 0,3 0 0,-2 0 0,5 0 0,-5-3 0,2 2 0,0-2 0,-2-1 0,5 4 0,-5-3 0,5 3 0,-5-1 0,5 1 0,-5 0 0,5 0 0,-5 0 0,2 0 0,0 0 0,-2 0 0,5 0 0,-5 0 0,5 0 0,-5 0 0,5 0 0,-5 0 0,5 0 0,-2 0 0,0-3 0,2 2 0,-2-2 0,0 3 0,2 0 0,-2 0 0,0 0 0,2 0 0,-5 0 0,5 0 0,-2 0 0,0 0 0,2 0 0,-2 0 0,-1 0 0,4 0 0,-3 0 0,-1 0 0,4 0 0,-3 0 0,-1 0 0,4-1 0,-3 1 0,3 0 0,0 0 0,-4 0 0,4 0 0,-4 0 0,1 0 0,3 0 0,-4 0 0,4 0 0,0 0 0,-3 0 0,3 0 0,-4 0 0,4 0 0,0 0 0,-3 0 0,2 0 0,-2 0 0,3 3 0,0 1 0,-3-3 0,2 4 0,-2-7 0,3 5 0,0 0 0,0-2 0,0 2 0,0 0 0,0-3 0,0 3 0,0-3 0,0 0 0,0 0 0,0 0 0,0 0 0,0 0 0,0 0 0,0 0 0,0 0 0,0 0 0,0 0 0,0 0 0,0 0 0,0 0 0,0 0 0,0 0 0,0 0 0,0 0 0,0 0 0,0 0 0,0 0 0,0 0 0,0 0 0,0 0 0,0 0 0,3 0 0,-2 0 0,2 0 0,-3 0 0,0 0 0,0 0 0,3 0 0,-2 0 0,2 0 0,-3 0 0,3 3 0,-2-3 0,5 3 0,-5 0 0,5-5 0,-5 4 0,2-5 0,-3 6 0,3-2 0,-2 2 0,2-3 0,0 0 0,-2 0 0,5 0 0,-5 0 0,5 3 0,-5 1 0,5-3 0,-5 4 0,5-7 0,-5 5 0,5 0 0,-5-2 0,2 2 0,0-6 0,-2 2 0,2-2 0,0 3 0,-2 0 0,5 0 0,-5 0 0,2 0 0,-3-1 0,3-2 0,-2 3 0,2-4 0,0 4 0,-2 0 0,2 0 0,0-3 0,-2 2 0,5-2 0,-5 3 0,2 0 0,0 0 0,-2 0 0,5 0 0,-5 0 0,5-3 0,-5 2 0,2-2 0,0 3 0,1 0 0,0 0 0,2 0 0,-2 0 0,-1 0 0,1 0 0,-1-3 0,-3 2 0,7-5 0,-7 5 0,4-2 0,-1 0 0,-3 2 0,4-2 0,-1 0 0,-3 2 0,3-2 0,-3 3 0,0-3 0,0-1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51.509"/>
    </inkml:context>
    <inkml:brush xml:id="br0">
      <inkml:brushProperty name="width" value="0.2" units="cm"/>
      <inkml:brushProperty name="height" value="1.2" units="cm"/>
      <inkml:brushProperty name="inkEffects" value="pencil"/>
    </inkml:brush>
  </inkml:definitions>
  <inkml:trace contextRef="#ctx0" brushRef="#br0">71 0 16383,'0'15'0,"0"-2"0,0-6 0,0 7 0,0-6 0,0 5 0,0-6 0,0 0 0,0 0 0,0 0 0,0 9 0,0-6 0,0 6 0,0-9 0,0 0 0,0 0 0,0 0 0,0 0 0,0 0 0,0 0 0,3 0 0,-2 9 0,2-7 0,-3 8 0,0-10 0,0 3 0,0-3 0,0 3 0,0-3 0,0 0 0,-3 10 0,2-8 0,-2 7 0,3-9 0,-3 0 0,2 0 0,-2 0 0,0 3 0,2-2 0,-2 2 0,3-3 0,-4-3 0,4 2 0,-7 1 0,7 1 0,-7-1 0,7-1 0,-7-5 0,7 5 0,-7-2 0,7 3 0,-7 0 0,7 0 0,-7-3 0,6 2 0,-2-2 0,0-1 0,2 4 0,-2-3 0,3 3 0,0-1 0,0 1 0,3 0 0,1 0 0,0 0 0,-1-3 0,-3-1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16.012"/>
    </inkml:context>
    <inkml:brush xml:id="br0">
      <inkml:brushProperty name="width" value="0.2" units="cm"/>
      <inkml:brushProperty name="height" value="1.2" units="cm"/>
      <inkml:brushProperty name="inkEffects" value="pencil"/>
    </inkml:brush>
  </inkml:definitions>
  <inkml:trace contextRef="#ctx0" brushRef="#br0">42 0 16383,'-15'0'0,"2"0"0,9 4 0,-2-4 0,5 7 0,-2-4 0,3 4 0,0 0 0,3-3 0,-2 2 0,5-5 0,-5 5 0,5-5 0,-2 2 0,3-3 0,-3 3 0,2-2 0,-2 2 0,3-3 0,-3 3 0,2-2 0,-2 2 0,0 0 0,2-2 0,-2 2 0,3-3 0,0 3 0,0-2 0,-3 5 0,2-5 0,-2 2 0,3-3 0,-4-3 0,1-1 0,-4-3 0,0 0 0,0 0 0,0 0 0,0 0 0,0 0 0,0 0 0,0 0 0,-4 3 0,0 1 0,1 0 0,-1-1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17.941"/>
    </inkml:context>
    <inkml:brush xml:id="br0">
      <inkml:brushProperty name="width" value="0.2" units="cm"/>
      <inkml:brushProperty name="height" value="1.2" units="cm"/>
      <inkml:brushProperty name="inkEffects" value="pencil"/>
    </inkml:brush>
  </inkml:definitions>
  <inkml:trace contextRef="#ctx0" brushRef="#br0">63 1 16383,'-14'0'0,"0"0"0,7 0 0,0 0 0,0 0 0,3 3 0,-2-3 0,5 7 0,-2-4 0,3 4 0,3-3 0,1-1 0,0 1 0,2-4 0,-2 3 0,0 1 0,2-4 0,-2 3 0,0 0 0,2-2 0,-2 2 0,3-3 0,0 3 0,0-2 0,0 2 0,0-3 0,-3 3 0,2-2 0,-2 2 0,3-3 0,0 0 0,0 0 0,0 0 0,0 0 0,-16-6 0,6 4 0,-14-4 0,13 3 0,-2 2 0,5-5 0,-5 5 0,2-5 0,-3 5 0,3-5 0,-2 5 0,2-2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20.248"/>
    </inkml:context>
    <inkml:brush xml:id="br0">
      <inkml:brushProperty name="width" value="0.2" units="cm"/>
      <inkml:brushProperty name="height" value="1.2" units="cm"/>
      <inkml:brushProperty name="inkEffects" value="pencil"/>
    </inkml:brush>
  </inkml:definitions>
  <inkml:trace contextRef="#ctx0" brushRef="#br0">0 64 16383,'11'-4'0,"-1"1"0,-3 3 0,-3-4 0,2 4 0,-2-3 0,0-1 0,2 4 0,-2-3 0,3 3 0,-3-4 0,2 4 0,-2-4 0,3 4 0,0 0 0,0-3 0,0 3 0,0-4 0,0 4 0,-4-3 0,4 3 0,-3-4 0,2 4 0,1 0 0,0 0 0,-3-3 0,2 3 0,-2-4 0,3 4 0,0 0 0,0 0 0,0 0 0,0 0 0,0 0 0,0 0 0,0-3 0,0 2 0,0-2 0,0 3 0,0 0 0,3 0 0,-2 0 0,2 0 0,-3 0 0,0 0 0,0 0 0,0 0 0,0-3 0,0 2 0,0-2 0,0 3 0,0 0 0,0 0 0,0 0 0,0 0 0,0 0 0,0 0 0,0 0 0,-1 0 0,1 0 0,0 0 0,0 0 0,0 0 0,0 0 0,0 0 0,0 0 0,0 0 0,0 0 0,0 0 0,0 0 0,0 0 0,0 0 0,0 0 0,0 0 0,0 0 0,0 0 0,0 0 0,0 0 0,0 0 0,0 0 0,0 0 0,0 0 0,0 0 0,0 0 0,0 0 0,0 0 0,0 0 0,0 0 0,0 0 0,0 0 0,0 0 0,0 0 0,0 0 0,-4 3 0,4-2 0,-4 2 0,4-3 0,0 0 0,0 0 0,-3 3 0,2-2 0,-2 2 0,3-3 0,0 0 0,0 3 0,0-2 0,0 2 0,0-3 0,-3 3 0,2-2 0,-2 2 0,3-3 0,0 0 0,0 0 0,0 3 0,0-2 0,0 2 0,0-3 0,0 0 0,0 0 0,-3 3 0,2-2 0,-2 2 0,3-3 0,0 0 0,0 0 0,0 0 0,0 0 0,-3 3 0,-1-2 0,-3 2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25.937"/>
    </inkml:context>
    <inkml:brush xml:id="br0">
      <inkml:brushProperty name="width" value="0.2" units="cm"/>
      <inkml:brushProperty name="height" value="1.2" units="cm"/>
      <inkml:brushProperty name="inkEffects" value="pencil"/>
    </inkml:brush>
  </inkml:definitions>
  <inkml:trace contextRef="#ctx0" brushRef="#br0">0 8 16383,'11'-4'0,"-1"1"0,-3 3 0,0 0 0,0 0 0,0 0 0,0 0 0,-3 3 0,2 1 0,-2 0 0,0 2 0,2-6 0,-5 7 0,5-7 0,-5 7 0,5-3 0,-5 2 0,5-2 0,-5 3 0,2-4 0,-3 4 0,3-3 0,-2 2 0,2-2 0,-3 3 0,0 0 0,3-3 0,-2 2 0,2-2 0,-3 3 0,3 0 0,-2 0 0,2 0 0,-3 0 0,3-3 0,-2 2 0,2-2 0,0 3 0,-2 0 0,2 0 0,0-3 0,-2 2 0,2-2 0,0 0 0,-2 2 0,2-5 0,-3 2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26.743"/>
    </inkml:context>
    <inkml:brush xml:id="br0">
      <inkml:brushProperty name="width" value="0.2" units="cm"/>
      <inkml:brushProperty name="height" value="1.2" units="cm"/>
      <inkml:brushProperty name="inkEffects" value="pencil"/>
    </inkml:brush>
  </inkml:definitions>
  <inkml:trace contextRef="#ctx0" brushRef="#br0">155 0 16383,'-8'7'0,"-1"-3"0,5-1 0,0 0 0,-2-2 0,5 5 0,-2-2 0,0 0 0,2 2 0,-2-2 0,0 0 0,2 2 0,-2-2 0,0 0 0,2 2 0,-2-2 0,0 0 0,2 2 0,-2-2 0,0 0 0,2 2 0,-2-2 0,0 0 0,2 2 0,-5-6 0,5 7 0,-5-7 0,5 7 0,-2-3 0,0-1 0,2 4 0,-5-7 0,5 7 0,-6-7 0,7 7 0,-7-7 0,7 7 0,-7-7 0,7 6 0,-7-2 0,7 3 0,-7-3 0,3 2 0,0-2 0,-2 0 0,5 2 0,-2-5 0,3 2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28.438"/>
    </inkml:context>
    <inkml:brush xml:id="br0">
      <inkml:brushProperty name="width" value="0.2" units="cm"/>
      <inkml:brushProperty name="height" value="1.2" units="cm"/>
      <inkml:brushProperty name="inkEffects" value="pencil"/>
    </inkml:brush>
  </inkml:definitions>
  <inkml:trace contextRef="#ctx0" brushRef="#br0">15 0 16383,'-4'11'0,"1"-1"0,3-3 0,0 0 0,0 0 0,-4 0 0,4 0 0,-3 0 0,3 0 0,0 0 0,0 0 0,0 0 0,0 0 0,0 0 0,0 0 0,0 0 0,0 0 0,0 0 0,0 0 0,0 0 0,0 0 0,0 0 0,0 0 0,0 0 0,0 0 0,0 0 0,0 0 0,3-4 0,-3 4 0,3-4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29.308"/>
    </inkml:context>
    <inkml:brush xml:id="br0">
      <inkml:brushProperty name="width" value="0.2" units="cm"/>
      <inkml:brushProperty name="height" value="1.2" units="cm"/>
      <inkml:brushProperty name="inkEffects" value="pencil"/>
    </inkml:brush>
  </inkml:definitions>
  <inkml:trace contextRef="#ctx0" brushRef="#br0">50 0 16383,'-11'4'0,"4"2"0,1-5 0,5 5 0,-5-5 0,5 5 0,-2-2 0,3 3 0,0 0 0,0 0 0,0 0 0,-3 0 0,2 0 0,-2 0 0,3 0 0,0 0 0,0 0 0,0 0 0,0 0 0,0 0 0,0 0 0,0-1 0,0 1 0,0 0 0,-3-3 0,2 2 0,-2-2 0,3 3 0,0-3 0,0-1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07:07.900"/>
    </inkml:context>
    <inkml:brush xml:id="br0">
      <inkml:brushProperty name="width" value="0.5" units="cm"/>
      <inkml:brushProperty name="height" value="1" units="cm"/>
      <inkml:brushProperty name="color" value="#FFE008"/>
      <inkml:brushProperty name="tip" value="rectangle"/>
      <inkml:brushProperty name="rasterOp" value="maskPen"/>
    </inkml:brush>
  </inkml:definitions>
  <inkml:trace contextRef="#ctx0" brushRef="#br0">10806 6675,'-46'-4,"8"1,29 3,-4 0,-12 0,-36 0,-18 0,20 0,-3 0,-5 0,11 0,-4 0,-2 0,0-1,1-1,-14-1,0 0,1-2,-1 1,14 2,0 0,-1 0,1-1,0 0,-1 0,1-2,-1 0,0 1,-1 0,-2 1,0 1,-1 1,-1-1,1 0,-2 0,1-1,-1 1,0-1,-1 1,-4 0,-2 1,1 0,2-1,7 1,-3-1,7-1,-7 1,1 2,-8 1,-2 0,0 0,7 1,6-1,5 0,-1 1,-6-1,0 1,-7 1,-3-1,0 1,4-1,6 0,1 0,5-1,2 0,0 1,-7 0,-3 0,8 1,20-2,19 0,-39 2,-4-1,30-1,-8 0,-2 1,-9 1,14-3,-1 1,-16 1,-8-1,8-2,35 1,-44 2,1-1,42 0,-45 0,0 1,44-2,-43 1,-2 1,43-2,-41 2,-2-1,39-1,-38-1,-1-1,41 1,-42-1,0-1,43 2,-39-1,1 1,44 1,-32 0,-1 0,32 0,-35 0,-3 0,31 0,-17 2,-15 0,11 0,10-1,-22 3,-17 0,17 0,15-3,-3 2,-16 1,0 0,18-1,7-1,-9 1,-18 1,0 1,19-3,8 0,-24 0,-17 0,19-1,28-1,-27-1,-19-1,18 0,26 0,-23 0,-18-1,19 0,29-1,-43 2,3 1,46-2,-40 3,-10 0,48 0,-38 1,0 1,40-2,-26 2,-8 2,16 0,2 1,-28 0,4 1,9-1,35-4,-33 2,1 0,33-3,-28 4,0 1,30-4,-56 8,59-9,-39 9,41-8,-33 13,34-12,-14 7,4-4,10-3,-20 4,16-4,-5 2,-14 2,19-2,-32 4,32-4,-45 8,42-7,-55 6,57-10,-48 11,51-11,-49 10,47-9,-49 6,50-4,-50 2,49-2,-55 1,54-4,-45 5,48-6,-26 6,27-5,-5 4,60-18,-31 12,41-16,-47 16,30-13,11 0,-2-3,25-7,-57 16,46-13,-51 13,33-10,-37 10,31-12,-31 11,35-20,-33 22,34-30,-31 32,30-29,-29 30,23-21,-24 19,16-15,-15 14,4-8,0 2,-7-1,10-1,-8 2,8 0,-4 0,4 3,-2-2,1 2,4-3,-10 3,15-5,-14 8,18-8,-18 10,28-9,-28 12,53-12,-49 12,58-6,-60 7,23-2,1-2,-24 0,60-7,-56 8,25-4,0 2,-23 4,34-6,0 1,-33 6,36-4,-1 1,-37 4,29-3,9 0,-16 0,-1 0,32-2,-6 1,-10 0,-36 3,43-2,2 0,-42 3,46-4,1-1,-45 4,39-2,0 0,-40 3,36-1,-1-1,-39 1,31-1,-2-1,-34 2,33-1,1 1,-30 1,32 0,1 0,-33 0,33 0,-42 0,-1 0,18 0,-13 0,12 0,48 0,-51 0,42 0,0 0,-38 0,31 0,-1 0,-33 0,38 0,1 0,-39 0,37 0,0 0,-41 0,34 0,1 0,-29 0,35 0,0 0,-34 0,21 0,14 0,-13 0,-17 0,31 0,21 0,-20 0,-27 0,28 1,20 0,-18 0,-24 0,15 0,15 0,-17 0,-17-1,14 0,13 0,-15 0,-18 0,40 0,-2 0,-49 0,43-2,1 1,-42 0,45-1,0 1,-44 1,39-1,0-1,-40 2,45-3,1 0,-42 2,19 1,14-1,-13-1,-17-1,16 2,13 0,-13 0,-18-3,45 1,0 1,-44 1,40-3,0-1,-46 4,35-2,-1 0,-37 3,42-1,3-1,-35 2,19-2,16 0,-15 0,-20 1,27 0,20-2,-17 2,-26 0,29 0,20-1,-20-1,-27 0,22 0,18 2,-19-2,-24 0,11 1,4 1,20-2,0-1,-31 3,1-1,17-1,-9 0,-29 2,56-1,-63 2,44 0,-42 0,55 2,-53-1,23 1,1-1,-24-1,31 0,1 0,-25 0,16 0,7 0,27 0,-16 0,3 0,-7 0,-33 0,25 0,0 0,-30 0,29 0,2 0,-26 0,38 1,0 1,-37-1,40 0,-1 0,-38-1,31-1,1-1,-34 2,31-3,4 3,-3-3,9 2,-3-1,-46 2,18 0,-13 0,1 0,7-3,-7 2,2-2,2 0,-1 0,-1-1,3-2,-6 6,3-3,8 0,-11 2,33-2,-36 3,52-2,-50 1,47-5,-49 6,38-9,-39 8,22-11,-22 8,6-5,0-3,-7 4,13-4,-13 2,7 3,-2-8,-3 5,0-9,-35 0,15 8,-25-1,-9 9,26 3,-57-3,55 3,-36 0,-3 0,26 0,-34 0,2 0,38 0,-27-1,-17 0,12 0,7 0,-13 0,-7-1,-2-1,10 1,20 0,-8 1,-18-1,0 0,19 2,8 0,-8-1,-18 0,0 0,16 1,4-1,-20 0,-16 0,16 0,20 1,-5 0,-10 0,12 0,17 0,-37 0,-11 0,20 2,2-1,4-1,-4 1,-14 0,-7 0,18-1,20 0,-24 0,-20 0,18 0,25 0,-23 1,-17-1,17-1,19-1,-26 2,8-1,47-2,-14 3,11 0,6 0,-12 0,-14 0,15 0,-15 0,-13 0,-1 0,18 3,-19-1,-14 0,15 0,24 2,-20 1,-14 0,14-2,20-1,-26 2,-18 1,17-2,23-1,-27 0,-20 0,19-1,26-1,-18 0,-8 0,1 0,7 0,10 0,-11 0,-13 0,6 0,16 0,2 0,-4 0,-4 0,0 1,-4 0,13 0,10 0,-17 0,-13 0,13 0,20-1,-18 1,-13 0,12 0,18-1,-24 2,-18 0,15 0,14-1,-10 1,-14 2,16-2,19 0,-15 1,-14 2,13-1,12-2,-38 4,2 1,48-6,-41 7,-2 1,43-6,-26 4,-17 2,15-1,22-5,-23 3,-16 3,17-3,24-4,-23 3,-15 2,15-2,22-3,-20 2,-14 2,14-2,23-3,-43 5,3 0,46-5,-39 6,0 0,37-5,-33 7,-1-1,33-6,-31 7,-2-1,31-6,-33 7,0-1,36-6,-35 4,-1 0,39-6,-42 4,1 1,39-4,-40 2,-1 0,42 0,-36-2,2 1,37 2,-30-1,-1-1,31-1,-29 3,0 1,30-4,-27 5,2-1,26-3,-47 9,51-10,-26 11,29-11,-20 7,14-4,-4 2,-5-2,12-1,-12-3,5 0,2 0,-5-6,6 2,3-14,9-2,5-1,11 0,-2 8,0-2,2-2,-2 1,3 0,-1 1,4-2,-6 4,8-14,-10 20,23-33,-22 32,33-30,-34 29,41-20,-37 19,40-16,-41 20,12-8,-3 8,-13 1,33-12,-29 12,38-16,-37 13,31-10,-8 2,-8 2,33-7,-47 13,50-12,-49 14,21-7,1 0,-21 10,45-17,-49 19,32-11,-32 11,49-11,-45 11,59-10,-57 9,22-2,0 0,-21 3,22-1,0 1,-25 1,30-1,1-1,-25 1,33-1,1-1,-32 2,35-2,0 0,-38 3,39-3,1 0,-36 2,38-2,1 1,-35 1,17 0,13 0,-11 0,-15 1,31 0,20 0,-17 0,-24 0,25 0,19 0,-21 0,-31 0,11 0,7 0,0 0,-7 0,-11 0,21 0,16 0,-17 0,-23 0,19 1,16 0,-17 0,-21 0,20 0,14 1,-13 0,-17-1,17 0,14 0,-13 0,-13-1,15 0,14 0,-12 0,-15 0,19 0,15 2,-16-2,-19 1,17 2,16 0,-5 0,-9-3,-3 1,3 2,2 0,-5-3,3 0,-14 0,-19 0,49 1,1 1,-47-2,46 3,2 0,-46-2,42 1,-1 1,-42-2,45 2,0 0,-42-3,21 2,16 1,-16-1,-21-1,25 1,16 1,-16-1,-25-1,20 1,14 0,-15 0,-20-2,21 2,14 0,-13 0,-21-1,21 0,13 2,-15-2,-23 0,11 0,4 1,33 1,-49-3,44 2,1-1,-44-1,44-1,0-1,-40 2,37-3,-1 0,-37 2,42-3,-1 0,-41 2,41-2,0 0,-40 3,35-3,0-1,-39 4,38-3,0-1,-34 5,26-3,7 0,-24 1,-2 0,35-1,-16 1,-6 1,-26 1,31 0,-1 0,-32 0,38-1,0-1,-36 2,37-5,1 1,-34 3,27-5,0 0,-29 5,30-6,0 0,-30 4,46-5,2-1,-43 7,18-3,13-2,-14 2,-18 3,17-5,15-2,-14 2,-17 4,20-8,15-3,-14 2,-20 3,33-10,-4 0,-44 13,23-11,-2 0,-23 12,35-24,-42 27,8-9,1-1,-6 3,12-9,-11 8,3 0,3-2,-57-3,32 6,-43-2,-14 11,34 0,-19 1,-14 0,10 0,-3-1,4 1,-17 1,0 0,13 0,16 1,0-1,-13 0,-16 0,-4 0,4 0,15 0,12 0,3 1,-15-1,-8 0,-2 1,5-1,-2 1,-2 0,0 0,-2 2,-1 0,0 0,-2-1,-3 0,0-1,-3 0,-3 1,5 1,-8 1,-3 0,4 0,9-1,16 0,12-1,0 1,-11 0,-18 2,-11 0,-3 1,4 0,10-1,18-1,11 0,0-1,-9 0,-17 2,-10 0,-3 1,4-1,10-2,18-1,-22 0,20-1,-16 0,-9 1,0 0,8 0,16-2,10-2,0 1,-15 0,-16 0,-6 1,7 0,17-1,-16-1,8 0,-19 0,2-1,22 1,14-1,-13-1,-22 0,-2 0,21 1,5 0,-4 0,-19-1,0 1,21-1,8 2,-20-3,-17-1,18 1,24 1,-20-1,-17-1,17 1,20 3,-18-3,-16 0,19 0,24 2,-23-1,-15 0,14 0,16-2,-17 1,-15 2,15-2,17-3,-10 3,-13 0,16 1,21 1,-37-3,1 0,38 2,-32-4,1 1,35 3,-28-3,2-1,32 5,-47-11,58 11,-12-5,60-5,-24 8,24-9,9 7,-30 0,48-3,4 0,-36 3,11-1,23-1,9-1,-4 0,-18 3,-14 2,2 0,0-1,14-1,10-2,7 1,2-2,-1 1,-5 1,-9 0,-13 1,18-2,2 0,-23 3,13-2,10 0,7 0,6-1,3 0,-1 0,-1 0,-5 0,-7 1,-10 0,-11 2,12-2,-14 0,14 1,-12 0,12 0,10 0,7-1,5-1,2 1,-1 0,-2 0,-5 1,-9 0,-9 1,-13 1,22 1,1-1,-23 1,13-1,9-1,9-1,5 0,3 0,0 0,-2 0,-5 1,-7 0,-10 0,-12 1,13 1,-16 0,16-1,-14 1,11-1,11-1,6 0,4 0,3-1,-1 1,-3 0,-5 0,-9 1,-9 0,-13 2,16-1,-2 0,-5 0,16-1,12-1,4 0,-1 0,-7 0,-11 1,-19 0,-10 1,-1 1,22-3,21 0,5-1,-9 1,-24 1,-13 2,10-1,10-1,-19 1,-31 2,19-3,-84 3,35 0,-41 0,1 0,1 0,9 0,0 0,-20 1,-7-1,4 1,18 0,17-1,-3 0,-13 1,-19 0,-13 0,-4 0,3 1,9-1,19-1,0 1,-1-1,11 1,-13 0,-11-1,-6 1,-3 0,-1 1,3-1,6 0,10 1,12-1,-20 3,-3 0,26-2,-12 0,-10 0,-7 0,-5 0,-3-1,1 1,1 0,5 0,6 0,10 0,12 0,-12 1,14 1,-14-1,12-1,-11 1,-9-1,-7 1,-4-1,-3 1,1-1,2 1,6-1,6 1,10-1,12 0,-25 3,2 1,20-4,-13 1,-9 0,-6 1,-3-1,0 0,3 1,6-1,10 0,13-1,-19 4,2-1,13-3,-14 1,-8 0,-5 0,1-1,6 0,9 0,16-1,2 0,1-1,-15 2,-18 0,-5 0,8-1,21 1,1-1,3 0,-16 0,2 0,18 0,13-1,-14 1,-14 2,15-1,17-1,-45 6,0 0,45-5,-12 3,-4 1,-16 1,36 0,-38 0,-10 1,25 0,3 0,-4-1,-3 0,-22 6,11 0,34-7,-42 12,-1-2,45-11,-17 7,-14 4,15-4,20-7,-48 12,-1 2,46-12,-42 10,1 1,43-11,-31 10,1 0,34-13,-21 11,1 1,23-10,-18 10,1 0,20-9,-47 21,49-25,-34 17,35-18,-29 12,29-13,-26 8,27-8,-31 7,30-4,-44 11,41-10,-55 15,54-17,-42 13,46-14,-10 6,55-41,-22 24,28-26,-14 18,-14 11,39-20,-38 17,55-17,-52 17,22-5,1 1,-25 5,26-4,0 0,-24 4,36-7,1 0,-32 5,48-7,1 0,-42 7,21-3,16-1,-14 3,-18 3,14-4,13-2,-14 3,-15 7,32-12,0 1,-37 11,29-9,-2 0,-36 10,35-11,-40 14,-2-6,17-1,-6 0,5-2,12 0,1 0,-8 0,21-5,-1 2,-28 6,19-7,0 0,-20 10,26-13,-1 1,-27 10,35-13,1-1,-35 14,37-11,0 1,-39 12,37-8,2-1,-32 10,38-8,1 0,-34 5,41-5,-12 2,-39 6,49-5,2-1,-39 5,18-2,17-4,-5 2,-5 1,-3 1,4-2,2 0,-3 2,3 0,-14 1,-16 3,22-4,15 0,-14 0,-20 3,17-4,14-2,-16 2,-20 3,42-8,1 0,-43 8,19-4,16-2,-14 2,-17 4,17-4,14-2,-15 2,-21 5,44-9,0 2,-43 6,21-2,14-3,-12 2,-12 3,10-2,11-2,-14 2,-14 0,37-1,-1 0,-38 2,15-1,14 0,-13 1,-16 2,42-4,-1 0,-47 6,42-3,-1 0,-41 2,42-2,0 0,-42 3,35-3,-1 0,-35 2,26-2,-2 1,-25 1,36-5,1 1,-33 2,9-1,5 0,0 1,-5 0,-7-1,31-2,9 0,-20 1,-2 0,-8 1,2 1,13 0,6 1,-13 1,-15 1,22 0,14 0,-15 0,-20 0,17 0,13 0,-14 0,-19 0,26-1,19 0,-16 0,-18 0,23-1,19-1,-21 0,-27 2,22-2,17-1,-17 2,-22 1,25 0,18 0,-17 0,-24 1,29-1,19 0,-20-1,-26 1,23-1,17-1,-19 1,-27 1,16-1,13-1,-15 0,-22 1,41-2,-1 0,-44 3,39 0,-1-1,-39 2,30 0,-1 0,-33 0,24 0,0 0,-25 0,33 0,-113 9,56-7,-26 2,-11 0,-19-3,4-2,16 1,-3 0,-17 0,0 0,15 0,0 0,-5 0,-18-1,-2 0,16-1,-15-2,23 3,-15-1,-5 0,6 0,14 0,-22-2,13 2,-15 0,0 0,18 0,-2 1,-10-1,-16-2,19 2,22 1,-18-2,-17 1,19 0,24 1,-19-2,-17 0,17 0,23 2,-43-3,3-1,48 5,-36-3,0 0,37 2,-34 0,-1-1,35 2,-33 0,1 0,36 0,-41 0,0 0,38 0,-45 0,0 0,44 0,-44 0,0 0,45 0,-36 0,1 0,39 0,-30 0,-1 0,31 0,-29 0,0 0,30 0,-28 2,1-1,27 0,-27 1,0-1,27-1,-32 2,0 1,28-1,-31 3,0 1,31-4,-29 3,0 1,29-2,-32 2,-1 0,29-2,-31 2,0 0,31-5,-28 5,2-1,31-3,-32 2,1 0,29-3,-31 2,-1-1,30-1,-26 2,2 0,28-3,-26 2,0-1,29-1,-26 2,0-1,27 0,-58 2,59-3,-22 0,-4 0,26 0,-26 1,-1 0,25 0,-22 2,0 0,23-3,-24 2,-1-1,20-1,-26 0,0 0,30 0,-37 2,-1 2,34 0,-33 1,-7 2,3 9,-6-8,14 2,8 0,24-5,-30 5,-1 0,28-4,-33 7,-1-1,28-5,-27 6,-1 0,29-8,-20 5,2 0,22-5,-29 5,-1 0,31-4,-38 4,1 0,39-5,-34 5,0 0,34-4,-33 8,-1 0,33-10,-34 13,0 0,32-13,-34 14,-1 1,35-14,-35 13,-1 1,36-12,-35 8,1 1,34-7,-31 6,1-1,33-7,-30 7,1 0,31-11,-31 11,-2 1,29-9,-32 8,-1 1,32-9,-32 9,0-2,35-9,-37 11,0 1,33-12,-31 11,-1 1,31-10,-24 10,1 0,28-9,-27 11,0 1,22-9,-14 7,0-1,20-8,-48 21,51-25,-27 12,0 2,26-11,-25 8,2 1,27-6,-29 8,-1 1,28-11,-36 19,-3 0,30-16,-29 14,0 1,33-15,-36 13,1 0,33-11,-40 15,-1 1,38-16,-27 13,1-1,32-16,-25 16,33-22,3 4,-16 8,10-10,-8 9,3-5,7-1,-11 7,-31 15,33-16,-27 16,0-2,32-18,-29 19,-1-2,30-20,-27 19,1 1,24-20,-24 19,-1-1,26-16,-24 16,0 1,24-13,-28 17,0 0,26-17,-26 16,2-1,30-16,-25 15,0 0,25-14,-26 14,1 0,25-15,-22 15,0-2,23-16,-20 16,-1 1,18-17,-15 16,1 1,15-14,-12 16,-2-1,15-18,-40 45,40-45,-16 19,-1 1,15-15,-16 14,0 1,17-17,-39 34,41-36,-27 25,29-26,-21 17,24-18,-22 16,21-16,-25 18,22-19,-8 9,-7-1,-4 9,-2-6,-12 13,32-25,-24 20,26-20,-9 5,-3 3,-14 10,8-5,-20 14,38-29,-15 18,11-17,3 10,48-11,-23 2,37-6,-1-9,-31 7,23-3,0-1,-19 2,33-3,1-1,-26 3,40-7,3 1,-22 4,0-2,16-3,4 0,-13 2,-8 2,2 1,2-2,13-1,5-2,-1 1,-7 2,5 0,-5 1,10 0,-13 2,8 0,6 0,3 0,-2-1,-6 1,-8 1,-1-2,-8 0,0 0,6 1,5 1,10 1,3 0,-3 0,-6 0,-13 1,4-1,-3 0,2 0,8 0,1 0,-9 1,3 0,-1 1,6-2,6-1,-13 1,-4 0,-5 2,10-2,-11 1,6-1,1-1,13-2,-12 1,8-2,-5 1,18-2,2 0,-16 2,-21 3,-3-1,21-1,9-1,-9 2,-20 4,-1-1,27-1,2-1,-17 2,2-1,2-1,4 0,-13-1,-9 1,23-1,0 1,-22 0,20-2,-2 1,-31 3,36-7,1 1,-33 6,37-5,1-1,-33 4,9 2,12 0,-12 0,-9-1,38 2,-3 2,-50-1,49 0,0 0,-47 0,44 0,0 0,-44 0,44 1,4 1,-35-2,34 3,3 0,-25-2,18 2,-1-1,-28-1,17 1,-2-1,-28-1,23 0,0 0,-22 0,19-1,1 2,-22 2,25-3,1 0,-20 3,23-1,0-1,-18 0,23 2,-1-1,-23-1,20 2,-3 0,-25-3,19 2,0-1,-21-1,16 2,-3-1,-20 0,47 2,-49-3,34 2,-36-1,31 2,-30-3,18 0,-19 0,15 0,-13 0,39 0,-28 0,25-1,1-1,-17-2,18 1,0 0,-23 0,25-2,1 1,-23 3,20-4,-1 1,-28 3,24-2,-5 1,-24 1,33-2,4 6,-22-2,6 1,-3 1,-18-2,51 5,-50-6,20 3,-31-3,18 0,-10 0,32 0,-34 0,28 0,-30 0,17 0,-14 0,3 0,3 0,-5 0,4-3,1 3,-5-3,7 0,-7 2,2-2,2 0,2 3,-6-3,15 0,-19 2,30-7,-28 6,23-3,-30 2,13 2,0-2,-5 3,10 0,-10 0,4-3,2 3,-3-3,0 3,0 0,0 0,0 0,3 0,-5 0,4 0,1 0,-8 0,13 3,-13-3,5 6,13-2,-18-1,24 0,-29-3,11 0,1 0,-5 0,13 0,-15 0,8 0,-3-3,-2 2,7-4,-10 1,4-8,-5-4,-3 1,4-2,0 7,2 0,2-2,-2 2,1 0,1-2,-2 2,0 0,3-2,-6 2,5-3,2-9,-6 13,0-11,1 10,-4-3,8-3,-7 3,1 0,3 1,-3-1,3 0,-4-3,1 3,0-3,2 1,-1 4,1-7,-2 7,-1-4,4 2,-3 0,3 0,-3-2,5-2,-7 7,12-7,-11 12,17-19,-16 18,19-17,-15 12,20-11,-21 8,24-10,-33 16,28-13,-23 11,26-12,-24 11,32-13,-35 19,32-18,-21 14,1-6,11 0,-29 7,34-15,-17 2,5 0,2-2,-21 15,16-10,-13 7,16-7,-15 7,22-12,-23 14,29-18,-29 22,9-10,14-3,-7 0,12-5,4 0,-32 17,47-22,-44 23,48-26,-49 27,21-11,0-1,-18 9,25-9,0 0,-24 7,19-5,-1 1,-23 8,48-21,-46 20,40-21,-43 22,29-15,-30 18,33-18,-31 17,43-20,-43 17,45-14,-47 12,25-5,1 0,-26 3,28-7,0 2,-26 5,50-16,-49 20,41-14,-42 18,40-15,-40 15,36-15,-36 15,39-15,-38 15,55-18,-52 17,21-9,0 1,-23 8,27-9,0-1,-23 6,25-7,-1-1,-27 9,51-17,-54 21,54-21,-51 19,56-18,-57 17,46-10,-48 10,39-6,-39 10,42-14,-41 10,39-10,-41 11,32-7,-33 7,39-11,-36 10,21-7,-21 9,3-4,6 1,-5-1,4 1,-5 0,32-15,-28 14,40-19,-49 24,49-21,-45 17,25-9,-8 1,-20 8,57-23,-54 19,28-10,0-1,-26 10,31-16,9-6,-20 6,0 2,0 2,2-1,14-18,-10 7,-27 26,18-25,-3-1,-22 25,34-45,-39 43,27-28,-27 30,15-14,-66 34,38-12,-46 16,48-14,-33 8,-31 9,19-5,3-2,-10 1,13-1,14-3,-21 2,-16 2,14-1,16 0,-15 0,-15 1,13-1,8 2,-14 0,-15 3,17-4,16-2,-16 4,-14 4,18-5,26-6,-41 14,3-1,48-14,-40 15,-2 2,36-16,-35 14,1 0,39-17,-38 11,-2 0,36-10,-46 8,-2 1,44-7,-21 1,-16 2,16-2,19-1,-27 1,-17 2,18-3,27-3,-31 4,-19 1,18-2,27-3,-23 1,-17 3,18-3,24-2,-22 0,-18 2,17-2,20-1,-24 2,-18 1,18 0,24-2,-22 2,-15 2,16-2,24-3,-23 5,-17 3,16-3,21-2,-25 5,-18 4,18-4,24-5,-18 3,-16 1,18-2,22-5,-33 2,2 0,41-3,-20 0,2 0,25 0,-32-3,37 2,-9-1,62-13,-29 12,40-11,6 6,-4 1,-21 1,25-2,8-2,-16 2,-5 0,12-1,1 1,15-2,1 1,-19 1,2 1,-1-1,-3 2,2-1,-4 1,9-1,-3 1,10 0,5-1,-3 0,-8 2,-14 1,-13 3,1-1,12-1,17-2,8 0,0-1,-9 2,-16 1,19-1,-17-1,16-2,5-1,-7 1,-18 2,1 0,12-3,15-3,-20 3,-31 6,22-2,-8 0,-35 4,-45 14,21-11,-46 14,11 1,0-1,3-2,3 1,-16 7,-6 3,3-1,14-6,7-1,0 0,-5 1,-14 5,-7 3,-1-1,8-2,14-5,4-1,-2-1,2-2,-13 5,-8 2,-4 0,4-1,7-2,14-5,-2 1,-1-1,-1-1,-17 3,-9 2,-3 1,4-2,10-2,17-5,8-3,2-1,-21 3,-21 3,-5 1,9-2,22-4,4-3,-12 4,-15 2,21-2,34-5,-23 6,8-1,34-7,45-12,-14 4,43-14,-7 1,-30 10,18-4,15-4,-11 4,-1 0,-4 1,19-4,7-2,-6 1,-15 4,-19 3,4 0,6 1,17-4,11-2,8-1,4-1,-1 1,-6 1,-8 2,-15 2,2 0,-12 3,14-2,-8 2,12-2,10-1,7-2,4 0,4 0,-1 0,-1 0,-6 1,-6 1,-10 2,-12 1,11-2,-14 2,15-1,-13 2,10-1,10-1,8 0,4-2,4 1,1-1,-1 0,-3 1,-4 0,-8 1,-8 2,-11 0,23-3,-17 2,14-1,-19 3,10-2,8 0,6-1,2-1,2 0,-2 1,-5 0,-6 1,-9 1,-13 1,25-4,-6 1,-11 3,12-2,5 1,-1-1,-9 1,-15 1,18-6,-7 5,8 0,-19 2,-30 2,14-2,-85 11,34 0,-44 1,-4 0,3-1,21-3,-16 3,-23 2,-2 0,22-2,4-1,13-1,-17 2,-12 0,-4 1,1 0,8-1,15-2,-8-1,-3 0,15 0,-13 1,-10 0,-6 0,-2 1,2-1,5 0,10-1,12 0,-19-1,0-1,20 1,-12 0,-8-1,-6 1,-1 0,2 0,6 0,10-1,13 1,-7-1,1 0,0-2,-16 0,-8 0,-3-1,4 0,12 0,17 1,-16-2,4-1,-17-3,2 1,24 2,21 3,-26-6,4-1,36 7,-16-10,71-11,-25 14,31-16,-33 21,-1-2,58-18,-46 14,23-5,15-2,-11 4,-10 4,18-2,23-3,3-1,-21 4,2 2,-11 1,23-2,10-2,1 0,-10 1,-20 3,-18 0,1 0,12 0,18-2,12-1,3-1,-4 0,-10 2,-19 2,-10-1,0 0,14 0,19-3,9 0,0 0,-11 1,-20 3,10-3,-2 1,19-3,-2 0,-25 4,-24 5,34-8,-4 2,-46 10,20-6,-88 2,34 1,-44 0,-6 9,43-5,-33 6,0 0,34-5,-32 6,-2 1,31-4,-33 3,0 2,29-3,-29 3,0-2,33-3,-27 3,0-2,32-5,-32 6,0 1,30-6,-32 4,1-1,35-4,-33 3,1 0,35-2,-31 3,0 1,30-5,-33 4,-1 2,31-3,-27 0,2 1,31-2,-27 0,34-3,-5 0,-16 3,13-2,-11 2,-20-1,32-1,-26 1,0-1,27-1,-27 0,-6 3,32-3,-28 3,1 0,28-2,-25 0,1 1,25-2,-23 0,-1 0,23 0,-29 0,-2 0,29 0,-25 0,-6 0,-12 0,6 0,9 0,6 0,25 0,-24 0,-2 0,22-3,-22 2,1 1,19-3,-49 0,54 3,-19-3,-3 3,-10 0,-1 3,9-2,4 1,19 2,-24 0,1 0,24 0,-24 1,0 0,25-2,-26 2,-2-1,23-3,-24 3,-1 0,26-3,-30 2,0 0,30-3,-38 3,5 0,34-2,-27 1,-7 1,-17 1,4-1,7-1,8-1,30 2,-38-2,-1-1,38 3,-37-2,2 0,37 0,-39 1,-1-1,37-1,-45 2,0 2,44-3,-39 6,1 0,42-5,-37 7,-2-1,35-6,-38 7,1-1,36-6,-35 5,1 0,38-5,-34 3,0 1,35-5,-28 5,0 0,30-5,-26 4,0-1,27-4,-24 4,0 1,25-4,-49 8,52-9,-40 6,40-5,-40 7,40-6,-43 6,43-4,-40 2,40-3,-31 6,32-8,-35 11,31-11,-43 10,41-7,-20 2,0 0,20-1,-29 0,-3 1,-14 4,0-2,11 1,6-1,25-6,-29 9,0 0,32-7,-35 11,0 1,34-9,-34 8,0 1,34-6,-26 3,1 0,30-8,-41 15,50-18,51 9,-22-10,45 2,-28-3,33 0,-22 0,24 0,-4 0,-35 0,16 1,24 1,10 1,-4 0,-20-1,-18-1,3 0,2 1,16 0,11 0,5 0,0 0,-5 1,-11-2,-16 0,-3 0,0-1,1 1,17-1,11 1,8-1,2 1,-2-1,-5 1,-11-1,-15 0,12 1,0-2,-13 1,15-1,9 0,6-1,2 1,-2-1,-6 1,-11 0,-14 0,10 0,-3-1,-5-1,13 0,9-2,2 0,-4 0,-10 1,-15 2,-8 0,-1-1,19-1,18-2,5-1,-6 1,-21 1,3 3,-7-2,17-1,6-1,-7 0,-17 1,6-1,7-2,22-3,0-1,-23 3,-14 0,14-3,22-6,1 1,-23 5,-7 3,8-5,21-7,1-1,-23 6,-7 4,0-2,16-5,0 1,-18 5,-9 4,19-3,16-4,-16 5,-20 4,15-1,14-2,-16 3,-23 2,18 1,14-1,-14 3,-16 1,13-2,11 0,-13 0,-17 2,45-6,-1 0,-45 5,47-7,0 1,-45 5,38-5,-3-1,-40 7,31-6,0-1,-33 7,28-6,0-1,-30 4,27-3,0-2,-30 2,27-3,0-1,-28 3,24-8,0 2,-26 7,44-20,-51 22,33-20,-32 19,29-18,-27 22,30-25,-29 20,29-21,-30 21,22-13,-26 13,14-4,-67 34,35-16,-41 20,44-20,0-2,-15 5,10-2,-12-1,7 5,4-9,-26 21,23-19,-17 15,27-14,56-11,-31 4,45-10,5-17,-38 20,38-22,1-2,-34 16,12-8,12-6,-12 4,-7 2,6-2,10-7,-10 6,-6 1,24-15,-2 2,-33 16,30-15,-2 0,-37 21,42-26,0 2,-39 25,18-11,13-8,-13 8,-14 11,25-20,-2 2,-33 26,13-14,2-3,1 4,22-25,-27 22,10-13,-30 28,25-28,-26 28,17-22,-21 23,6-9,-45 45,25-22,-28 30,13-12,16-13,-18 17,-2 1,13-14,-27 21,0 1,24-21,-35 24,0 1,33-23,-15 9,-12 7,12-7,13-10,-15 11,-10 7,11-7,18-10,-21 14,-15 10,12-8,17-10,-24 15,-16 10,16-9,18-11,-14 6,-12 8,14-10,19-13,-12 7,-10 6,10-8,15-11,-38 24,2-1,39-27,-31 18,1-1,35-18,-28 9,1 1,27-9,-27 6,0-1,27-8,-28 9,-1 1,28-9,-33 11,0 1,31-8,-37 11,0-1,36-13,-40 18,11-6,32-9,-46 21,55-24,-20 12,17-6,-6-1,-1 5,11-8,-8 6,5 2,3-4,-5 7,8-4,-5-1,2 5,7-4,3 5,7-3,0-3,5 0,-2-7,3 3,2-2,-4 0,4-1,1 0,-2-4,7 3,-10-7,10 2,-7-3,2 0,5 0,-9 0,20 0,-21 0,20 0,-22 0,9 0,0 3,-6-3,9 3,-5-3,-2 0,10 0,-12 0,6 0,3 0,-12 0,23-3,-25 2,36-4,-34 4,45-7,-44 6,47-12,-47 12,39-12,-42 12,25-12,-26 12,20-13,-17 11,15-5,-13 3,13-4,-13 6,10-7,-7 9,7-9,-9 7,20-9,-28 6,36-10,-35 11,44-20,-40 23,37-23,-38 23,29-17,-30 15,22-10,-21 8,16-11,-15 13,20-21,-22 23,7-14,0 7,9-9,-6 4,25-14,-36 20,36-23,-33 22,36-25,-36 25,31-19,-33 20,27-20,-26 22,24-22,-26 24,20-19,-20 16,20-13,-20 16,20-15,-20 17,20-19,-20 19,20-20,-20 20,28-28,-25 26,33-35,-33 32,34-30,-35 28,40-30,-38 31,36-31,-39 36,30-27,-32 24,40-30,-38 25,39-28,-39 30,30-28,-32 27,29-23,-30 24,36-27,-34 25,44-31,-43 35,39-29,-38 33,26-28,-27 26,27-26,-26 22,23-22,-25 23,29-35,-27 32,26-38,-27 40,21-36,-21 33,19-30,-21 36,4-13,14-6,-18 14,32-32,-13 17,-2 2,12-13,-27 31,19-21,-23 22,25-26,-24 24,36-32,-31 33,39-34,-41 30,21-12,-5 5,-11 6,34-21,-32 21,30-20,-13 5,-3 8,14-18,-33 30,11-14,2-2,-16 12,15-13,6-4,20-22,-3 6,-12 9,-4 6,-16 18,16-16,0-1,-16 15,19-17,1 2,-22 19,18-17,1 0,-19 17,17-14,0 0,-17 12,44-26,-45 29,46-23,-46 25,45-21,-44 22,47-18,-47 20,50-20,-50 20,24-9,0-1,-20 6,24-8,0-2,-25 10,29-14,1 0,-28 14,29-17,0 0,-28 15,22-13,1-2,-24 13,25-16,-8 7,-2-2,6-1,7-6,-37 19,30-16,-32 20,25-19,-23 21,14-16,-9 13,-1-3,7-5,-8 7,6-7,-2 5,-66 23,42-14,-50 24,52-22,3 1,-58 15,42-10,-39 9,1 0,37-10,-40 10,-2-1,37-10,-45 10,-1 1,42-13,-17 6,-12 2,13-3,18-4,-18 4,-13 3,12-2,17-3,-37 7,2 1,36-6,-19 5,2 0,24-7,-21 13,0-1,19-12,-18 14,1-1,23-15,-17 12,-1-1,18-11,-50 21,51-22,-48 20,51-18,-48 16,46-13,-35 9,36-12,-32 15,34-17,-48 19,45-19,-21 9,0 1,21-6,-25 8,-1 1,24-6,-25 5,33-9,-26 8,22-8,-27 14,-1 0,23-10,-26 14,-9 5,18-10,1 0,3 1,-3 2,-25 12,7-2,29-12,-32 17,1 0,33-18,-33 22,2 0,33-25,-34 29,0-1,28-28,-21 24,-1-3,26-26,-18 18,1-2,23-20,-21 15,0 1,22-16,-22 13,0 1,21-11,-26 14,-2 1,24-12,-28 15,1 1,26-17,-31 21,-1 0,32-18,-42 24,-1 1,40-23,-11 4,-4 3,-11 11,-10 4,28-18,-1 1,-13 5,6-4,21-10,-21 9,1-1,22-12,-29 17,-2 1,23-16,-25 19,-1 2,25-15,-22 13,1 0,29-14,-27 11,0 0,31-15,-30 13,0-1,26-13,-29 15,-2-1,26-12,-19 10,1 0,22-13,-29 19,34-21,-22 15,28-14,-21 11,19-15,-12 9,4-7,-5 3,5-1,-7 1,10-3,-16 5,17-8,-8 4,4-1,-7 5,3-1,-17 6,27-12,-41 15,39-14,-53 17,52-17,-22 7,0-1,21-8,-24 9,0 2,24-9,-29 9,4 2,22-14,-49 20,37-18,0 4,70-37,-17 17,40-24,-19 9,-21 11,20-9,1-1,-18 10,24-12,0 2,-29 15,29-14,0 0,-33 16,33-15,0-1,-35 13,36-14,0 1,-36 12,29-12,0 1,-29 13,23-11,1 1,-21 10,18-9,0 0,-20 9,19-8,-1 1,-20 7,52-22,-53 23,18-6,-5-5,14-7,-7 4,1-1,-2 3,-18 12,46-32,-51 31,44-27,-43 26,33-24,-34 26,29-29,-27 27,23-24,-25 26,25-20,-22 19,28-22,-30 23,24-23,-24 22,22-22,-23 23,23-26,-22 27,24-32,-24 32,27-32,-26 29,29-27,-29 28,26-24,-27 24,22-22,-23 22,28-22,-26 25,30-24,-31 25,30-27,-29 26,38-30,-37 32,39-34,-39 34,19-19,1-1,-17 15,16-16,0 0,-19 18,43-35,-46 35,45-32,-45 32,37-29,-33 33,25-28,-25 26,16-18,-21 16,19-12,-18 11,25-20,-23 22,35-36,-34 34,36-37,-36 38,36-38,-36 40,40-42,-40 42,33-37,-34 38,35-29,-37 28,39-21,-40 22,41-21,-37 20,45-23,-44 19,24-6,0 0,-20 6,28-8,1 1,-29 10,35-11,1-1,-27 11,32-11,1 1,-33 11,33-8,-1 1,-39 8,24-3,-3 1,-28 3,22-3,-77 44,36-30,-45 34,32-28,-38 13,22-6,-20 1,3-3,27-7,-25 5,1-1,31-5,-21 1,0 0,22-5,-26 8,-2-1,22-7,-20 8,1 2,26-10,-46 16,47-13,-36 6,34-7,-9 3,10-4,5 0,-12 6,10-4,-5 4,4-3,-2-2,-2 2,3 1,-3-3,-9 10,12-11,-36 19,39-18,-36 16,39-15,-20 6,19-7,-16 14,15-15,-20 22,25-21,-27 22,29-20,-15 6,8 2,4-11,-19 20,18-20,-20 22,23-21,-26 27,25-21,-28 28,25-27,-27 43,12-20,1 6,-11 8,28-42,-25 39,26-39,-20 34,21-33,-13 25,13-26,-9 20,6-17,-10 17,7-17,-9 20,11-25,-9 21,11-19,37-48,-23 29,32-47,-27 30,-6 10,19-33,-16 35,21-34,-18 37,6-14,-1 3,-8 12,17-21,-20 23,22-26,-9 4,4 3,3-15,-20 35,13-24,-14 24,10-13,-2 7,-3 1,5-5,-2 7,-3-4,8 2,-7 0,7 0,7-8,-7 9,28-23,-30 24,16-9,-6 0,-15 16,23-25,-25 23,-54 34,31-18,-47 33,9-6,35-23,-20 11,2-1,23-15,-31 20,32-23,-9 11,3-2,13-6,-22 23,21-22,-16 24,16-24,-18 24,5-4,1-5,-6 13,21-29,-15 25,12-23,-13 29,13-29,-15 29,14-29,-17 26,17-27,-14 16,12-16,-7 6,-1-1,5-4,-6 4,23-59,-12 34,17-42,-2 23,-4 17,10-31,-8 33,8-25,-8 28,14-27,-13 26,13-24,-14 26,8-20,-8 15,5-8,-2-2,-3 9,4-9,-4 5,3 2,2-10,-5 13,5-10,-5 4,8-5,-7 8,7-9,-5 14,-1-12,6 8,-4-1,4-3,4 6,-8-2,9 1,-6-1,-1 2,22-15,-26 16,42-25,-39 28,45-33,-40 35,43-35,-48 36,42-28,-42 26,40-21,-40 22,37-15,-38 18,29-13,-30 14,36-13,-36 9,54-16,-52 13,31-6,2 1,-23 7,29-9,0 1,-29 11,24-9,-1 1,-30 9,31-9,2-1,-29 9,30-10,-2 0,-30 7,24-5,0-1,-25 6,26-9,1-1,-26 8,23-10,-1 1,-24 11,44-20,-47 20,51-20,-48 20,48-17,-49 21,36-15,-36 15,26-13,-30 14,27-13,-26 12,32-18,-32 14,43-23,-40 19,24-10,1-1,-22 10,29-13,1 2,-29 13,27-10,1 1,-27 15,19-9,-1 1,-21 9,24-10,-95 40,46-24,-55 24,55-28,2 0,-22 9,18-7,-16 6,12 1,4-7,-13 15,9-12,-6 9,5-7,-18 8,20-7,-23 4,0-1,21-4,-36 6,-1-1,33-9,-31 9,-1 1,35-9,-33 11,-1 1,30-9,-31 13,0 0,31-12,-32 16,0 0,34-15,-32 13,2-1,32-11,-27 5,2-1,26-8,-56 11,59-16,-45 10,46-9,-37 9,37-9,-34 12,35-9,-38 12,36-9,-33 10,36-13,-42 17,38-18,-38 21,41-22,-18 17,21-13,-6 3,57-27,-34 11,40-19,-27 10,-14 8,32-21,-32 21,15-8,0-2,-15 11,32-18,-5 2,-8 7,19-12,-37 22,29-17,-27 18,15-13,0 5,-15 6,32-17,-32 18,24-16,-9 2,-4 7,15-11,-27 21,19-12,-15 9,5-4,2 0,-1 2,-3 0,11-1,-18 6,28-9,-28 10,30-8,-29 8,12-1,1-4,-14 4,19-6,-4 4,-12-2,38-3,-41 4,50-6,-47 10,41-11,-42 11,51-8,-48 9,53-12,-54 10,26-8,2 0,-24 7,36-12,0-1,-34 11,30-12,-1 0,-30 10,19-7,-1-1,-21 9,44-23,-47 26,47-26,-47 26,47-26,-44 23,36-20,-38 17,26-12,-30 14,19-8,-18 7,7-1,1 0,-2-1,2 0,-1 1,-2 0,3 1,0-1,0 3,3 2,-5-1,18 1,-21 0,27-4,-32 6,32-6,-30 7,40-7,-38 6,44-6,-41 4,44-2,-41 2,45-4,-48 6,49-9,-50 9,22-6,-25 7,-2-5,17 3,-11-4,8 4,5-6,-15 8,46-10,-42 6,54-7,-55 8,48-10,-51 9,43-13,-45 13,28-6,-31 10,17-5,-9 5,0-1,9 2,-14 0,12-3,-5 2,-2-5,7 3,-7-1,13-4,-14 6,27-9,-29 9,33-6,-34 7,28-4,-31 4,30-5,-29 5,37-4,-35 4,33-5,-36 6,10-3,4 3,-5-3,9 2,4-2,-18 3,29 0,-29 0,32 0,-32 0,38-5,-37 3,40-6,-40 7,34-5,-38 6,35-3,-35 3,35-3,-35 2,41-5,-40 6,51-9,-49 8,26-5,-30 6,3-3,14 0,-14-1,13-2,1 3,-13-3,40-1,-38 4,51-3,-50 5,21-3,0 0,-19 2,22-3,-1-1,-23 2,52-6,-56 4,39-1,-42 4,28-3,-29 3,32-4,-30 4,32-3,-33 5,39-4,-36 4,38-5,-39 5,33-4,-33 4,25-5,-28 6,17-6,-9 2,0 1,9-3,-14 5,12-4,-2 4,-7-2,25 0,-28 3,39-6,-39 2,34 1,-35 0,26 0,-27 2,24-1,-21-1,17 2,-13-2,7 3,-7-3,21 0,-20-4,37 1,-40 2,43-4,-43 6,34-6,-35 7,20-5,-25 6,18-6,-11 5,1-1,9 2,-14 0,12 0,-5 0,-2 0,7 0,-7 0,2 0,2 2,-4-1,5 8,-3-5,-3 5,6-3,-8 1,7-1,-5 3,0-2,5 2,-7-2,8 2,-20 15,2-8,-13 11,-3-12,4-4,-13 4,10-5,-11-1,6 1,0-4,-11 0,14-2,-25 1,27-4,-29 10,29-8,-27 8,28-11,-10 3,-1 0,8-2,-14 2,11-3,0 0,-9 0,10 0,-12-3,10 2,-5-5,3 6,-6-3,10 3,-14 0,17 0,-21 0,20 0,-22 0,26 0,-29 3,27-3,-32 6,31-5,-23 4,24-4,-19 5,17-6,-21 6,24-5,-31 7,30-6,-44 6,41-7,-43 7,45-6,-40 6,40-4,-46 5,44-5,-43 4,42-4,-38 2,35-2,-37 1,36-4,-45 8,47-8,-52 8,55-9,-52 9,52-8,-55 13,54-12,-51 18,51-17,-49 22,47-21,-50 24,54-25,-53 26,49-23,-19 8,-1 1,19-9,-22 8,-1-5,24-4,-21 2,0 1,20-1,-48 2,53-6,-44 9,18-5,1 3,-20 1,45-9,-50 12,49-12,-50 15,46-15,-44 15,40-12,-42 13,45-13,-51 11,52-13,-25 8,0 0,26-7,-27 7,1 0,29-9,-27 6,1 1,24-4,-25 4,1 0,25-4,-22 4,0-1,19-6,-22 7,-1 1,22-7,-23 7,0 0,27-8,-28 8,0 0,26-7,-30 9,-1 1,27-9,-21 10,1 0,23-11,-17 10,-1 0,18-8,-52 16,54-16,-42 12,46-15,-46 17,45-16,-48 20,49-20,-52 19,50-16,-25 7,0 0,23-7,-27 9,0-2,27-9,-25 7,1 1,25-8,-25 6,30-8,-2 1,-13 1,9 2,-7-2,-13 7,20-9,-45 12,48-10,-41 8,41-7,-41 9,41-9,-53 15,51-14,-25 7,-1-1,22-8,-25 11,-1 1,22-9,-25 10,1 0,26-10,-30 10,-1 0,27-10,-23 7,0 1,27-7,-21 5,1 1,21-5,-19 4,0 0,19-5,-44 16,49-19,-37 18,40-20,-28 13,30-14,-22 12,20-12,-15 12,12-10,-9 8,10-5,-10 8,9-7,-14 10,13-11,-25 17,26-18,-11 8,0 0,14-8,-34 26,32-22,-39 30,35-28,-17 14,0 2,11-12,-11 12,2-1,15-13,-11 11,1-1,14-15,-13 14,-3 5,-2 1,-2 4,-10 8,36-32,-37 29,38-28,-44 31,45-31,-46 36,43-34,-20 15,-2 0,16-14,-18 14,0 0,20-15,-18 11,1 0,17-13,-33 19,36-24,-10 9,2-7,9 3,-18-1,13 1,-5-6,3 2</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05:39.269"/>
    </inkml:context>
    <inkml:brush xml:id="br0">
      <inkml:brushProperty name="width" value="0.2" units="cm"/>
      <inkml:brushProperty name="height" value="1.2" units="cm"/>
      <inkml:brushProperty name="color" value="#00A0D7"/>
      <inkml:brushProperty name="inkEffects" value="pencil"/>
    </inkml:brush>
  </inkml:definitions>
  <inkml:trace contextRef="#ctx0" brushRef="#br0">0 7414 16383,'7'-10'0,"2"4"0,-9 0 0,6 6 0,-5-6 0,4 5 0,-4-4 0,5 4 0,-3-5 0,4 5 0,-4-4 0,3 1 0,-3 1 0,1-3 0,2 5 0,-3-5 0,3 3 0,1-3 0,-1-1 0,0 1 0,1 2 0,-4-2 0,3 3 0,-3-3 0,4 2 0,-4-2 0,3 6 0,-3-6 0,4 2 0,-4-2 0,3 2 0,-2-1 0,2 1 0,0 1 0,-2-3 0,1 2 0,-1-2 0,2-1 0,1 1 0,-1 2 0,0-1 0,1 1 0,2-5 0,-2 2 0,-1-2 0,3 2 0,-5 1 0,5-1 0,-3 1 0,1 0 0,-1-1 0,0 1 0,1-1 0,2 1 0,-2 0 0,2 2 0,-3-2 0,1 0 0,5-1 0,-4-2 0,4 2 0,-6 1 0,3-1 0,-5 1 0,8 0 0,-8-1 0,5 4 0,0-3 0,-2 2 0,2-2 0,-2 2 0,-1-4 0,0 4 0,3-3 0,-1 2 0,1 1 0,0-2 0,-5-1 0,7 4 0,-6-6 0,4 8 0,-3-8 0,0 6 0,4-1 0,-3-2 0,2 3 0,-3-4 0,1 1 0,2 2 0,-5-1 0,4 4 0,-1-7 0,0 6 0,2-6 0,-3 4 0,1-2 0,-1 2 0,0-2 0,1 3 0,2-4 0,-2 1 0,2 2 0,-3-1 0,1 1 0,-1-2 0,0 2 0,1-1 0,2-2 0,-2 3 0,2-5 0,0 6 0,-2-4 0,0 1 0,1 2 0,-4-1 0,5 1 0,-2-2 0,-1-1 0,1 1 0,-1 0 0,0 2 0,1-2 0,-1 3 0,0-4 0,1 1 0,-1 0 0,0-1 0,1 1 0,-1 2 0,0-2 0,1 3 0,-1-3 0,0-1 0,1 1 0,-1-1 0,0 1 0,1 0 0,-1-1 0,0 1 0,1-1 0,-1 1 0,0 2 0,1-1 0,2-2 0,-5 0 0,5 1 0,-3-3 0,1 5 0,2-5 0,-2 5 0,-1-4 0,0 3 0,1-4 0,-1 3 0,3-1 0,-5 1 0,10-3 0,-9 2 0,7-3 0,-5 1 0,-1 5 0,0-7 0,3 6 0,-1-4 0,1 3 0,-3-1 0,0 1 0,4-1 0,-3 1 0,5-3 0,-5 2 0,2-2 0,-3 2 0,3 1 0,-2-1 0,3 1 0,-4-1 0,3-2 0,-2 5 0,2-7 0,0 9 0,-2-9 0,3 7 0,-4-6 0,0 7 0,3-6 0,-2 5 0,3-2 0,-4 0 0,3 2 0,-2-2 0,2 0 0,-2-1 0,-1 4 0,3-3 0,-2 2 0,2-2 0,-2 0 0,2 2 0,-5-2 0,5 3 0,-3-4 0,1 4 0,2-3 0,-2 5 0,5-10 0,-5 9 0,5-9 0,-5 7 0,-1 0 0,0-1 0,1 4 0,-1-5 0,0 3 0,1-1 0,-1-1 0,0 4 0,1-5 0,-1 3 0,0-1 0,1-2 0,-1 3 0,3-4 0,1 1 0,3 0 0,-3-1 0,-1 4 0,0-3 0,-5 2 0,5 1 0,-6-3 0,4 5 0,-1-4 0,0 1 0,1 1 0,-1-3 0,0 5 0,1-5 0,-1 3 0,0-1 0,1-1 0,-1 4 0,0-5 0,1 3 0,-1-1 0,0-2 0,1 6 0,-1-6 0,0 2 0,1-2 0,-1 3 0,0-3 0,1 2 0,-1 1 0,0-3 0,4 2 0,-3 1 0,2-3 0,-3 3 0,0-4 0,1 4 0,-1-3 0,1 2 0,-1-2 0,3 2 0,-2-1 0,2 1 0,-2 1 0,-1-3 0,3 2 0,-2 1 0,2-3 0,0 3 0,-1-4 0,1 1 0,-3-1 0,3 4 0,-2-3 0,2 3 0,1-4 0,-3 1 0,2 2 0,-3-1 0,3 1 0,-2-2 0,5-1 0,-5 4 0,5-3 0,-5 2 0,3-2 0,-1 2 0,-2-1 0,5 1 0,-5-2 0,2 2 0,0-2 0,-2 3 0,2-3 0,0 2 0,4-5 0,-2 5 0,1-2 0,-3 0 0,-2 2 0,2-2 0,0 3 0,-2-3 0,5 2 0,-5 1 0,2-3 0,1 2 0,-3-2 0,2 3 0,0-3 0,1 2 0,0-2 0,-1-1 0,0 4 0,-2-3 0,5 3 0,-5-4 0,5 4 0,-5-3 0,5 2 0,-5-2 0,5 0 0,-2-1 0,0 4 0,2-3 0,-5 2 0,5-2 0,-2 0 0,3 2 0,-4-2 0,3 3 0,-5-4 0,5 1 0,-2 0 0,3-1 0,-3 4 0,2-3 0,-5 2 0,5-2 0,-2 0 0,2-1 0,-2 1 0,2-1 0,-2 4 0,8-6 0,-3 5 0,3-5 0,-5 2 0,-4 1 0,10 2 0,-10-1 0,10 1 0,-9-2 0,2-1 0,1 4 0,0-3 0,-1 2 0,1-2 0,0 0 0,-1 2 0,14-6 0,-13 6 0,11-7 0,-14 8 0,9-5 0,-7 5 0,13-6 0,-13 2 0,14-2 0,-11 5 0,4-3 0,-6 3 0,6-3 0,-4 3 0,4-3 0,-6 3 0,6-4 0,-4 4 0,4-3 0,1 3 0,-6-3 0,12-2 0,-11 5 0,4-3 0,1 2 0,-6-2 0,6 2 0,-8 0 0,8 0 0,-6-2 0,13-2 0,-13 2 0,18-2 0,-16 2 0,9 0 0,-6-1 0,-4 4 0,4-3 0,-6 3 0,6-3 0,-4 0 0,4 2 0,-6-1 0,6 2 0,-4-3 0,4 2 0,-6-1 0,7 1 0,-6-1 0,5 1 0,-6-1 0,7 1 0,-6 1 0,5-3 0,-6 4 0,7-5 0,-6 4 0,6-3 0,-8 6 0,8-6 0,-6 3 0,6 0 0,-8-2 0,1 2 0,0-2 0,-1 2 0,1-1 0,0 1 0,-1 0 0,1-1 0,0 4 0,6-6 0,-7 3 0,13-5 0,-16 5 0,10-3 0,-9 6 0,2-4 0,1 4 0,7-6 0,-9 3 0,14-4 0,-14 2 0,7 2 0,-5-1 0,-3 4 0,9-6 0,-8 3 0,6-1 0,-5 0 0,-2 1 0,2 0 0,1-1 0,0 4 0,-1-5 0,-2 6 0,2-6 0,-2 5 0,3-4 0,0 1 0,-4 0 0,3-1 0,-2 1 0,3 1 0,-3-3 0,2 2 0,-2 1 0,2-3 0,1 5 0,0-4 0,-1 1 0,1 1 0,0-3 0,-1 2 0,1 1 0,-3-3 0,2 3 0,-2-1 0,3-2 0,-1 3 0,1-1 0,0-2 0,-1 3 0,8-1 0,-6-1 0,6 4 0,-8-5 0,1 3 0,0-1 0,-1-2 0,25-4 0,-19 5 0,19-8 0,-24 9 0,-1 1 0,1-3 0,0 2 0,6 1 0,-5-3 0,3 6 0,2-7 0,-7 5 0,7-5 0,-6 4 0,36-11 0,-28 9 0,28-8 0,-36 13 0,6-7 0,-7 6 0,13-8 0,-13 5 0,8 0 0,-1-3 0,-5 5 0,6-5 0,-7 7 0,23-13 0,-17 11 0,24-12 0,-29 12 0,6-5 0,-8 7 0,8-7 0,-6 6 0,6-4 0,-8 3 0,1-2 0,0 1 0,0 0 0,29-6 0,-22 7 0,22-9 0,-30 10 0,1-2 0,6-1 0,-4 3 0,4-3 0,-6 1 0,7 2 0,-9-5 0,8 6 0,-9-3 0,39-4 0,-28 5 0,28-5 0,-36 4 0,0 3 0,6-3 0,-5 0 0,6 2 0,-7-5 0,-1 6 0,1-3 0,6-1 0,-4 3 0,28-8 0,-24 5 0,17 0 0,-23-2 0,6 5 0,-4-2 0,4 0 0,-6 3 0,6-3 0,-4 3 0,4-3 0,-6 2 0,6-2 0,25-4 0,-17 6 0,15-6 0,-22 2 0,-6 4 0,5-6 0,-6 7 0,7-3 0,-6 3 0,5-3 0,-6 2 0,7-6 0,-6 6 0,35-7 0,-29 4 0,29-1 0,-35 2 0,12-1 0,-11 3 0,11-3 0,-11 4 0,4-3 0,-6 2 0,6-2 0,-4 1 0,4 1 0,24-6 0,-22 6 0,29-8 0,-36 8 0,5-3 0,1 4 0,-6-3 0,13 3 0,-13-3 0,6 3 0,-1 0 0,-5-3 0,6 2 0,22-4 0,-15 4 0,17-2 0,-25 0 0,-6 3 0,6-3 0,-4 3 0,4 0 0,1-5 0,-6 4 0,5-3 0,-6 4 0,0 0 0,36-8 0,-28 6 0,28-7 0,-36 9 0,6-4 0,-4 3 0,4-3 0,-6 4 0,6 0 0,-4-3 0,4 3 0,-6-3 0,7 3 0,22-9 0,-9 7 0,6-6 0,-13 8 0,-8-4 0,3 3 0,-1-4 0,-8 5 0,1 0 0,0-2 0,0 1 0,-1-2 0,8 3 0,17-3 0,-12 3 0,10-6 0,-22 5 0,-1-2 0,1 3 0,0 0 0,-1 0 0,1 0 0,0-3 0,0 3 0,-1-3 0,1 3 0,22-3 0,-17 2 0,18-2 0,-26 3 0,8-4 0,-9 3 0,10-3 0,-9 4 0,2 0 0,1 0 0,0 0 0,-3 0 0,21-3 0,-16 3 0,18-3 0,-21 3 0,-2-3 0,2 2 0,-2-2 0,3 3 0,-1 0 0,1 0 0,0 0 0,-1-3 0,1 3 0,22-6 0,-16 5 0,16-2 0,-25 3 0,2 0 0,-2 0 0,2 0 0,-2 0 0,2-2 0,-2 1 0,3-2 0,-1 3 0,1 0 0,20 0 0,-16 0 0,13 0 0,-18 0 0,-2-3 0,2 3 0,1-3 0,0 3 0,-1 0 0,-2 0 0,2 0 0,-2 0 0,3 0 0,2 0 0,-1-3 0,1 2 0,-2-2 0,0 3 0,-4 0 0,10 0 0,-10 0 0,10 0 0,-9 0 0,9 0 0,-7 0 0,6 0 0,-8-3 0,3 3 0,0-3 0,-1 3 0,-2 0 0,9 0 0,-10 0 0,10 0 0,-10 0 0,4-3 0,0 2 0,-3-2 0,2 3 0,-2 0 0,-1 0 0,3 0 0,-2 0 0,3 0 0,0 0 0,2 0 0,-1 0 0,-2-2 0,0 1 0,-2-2 0,3 3 0,-1 0 0,-2 0 0,2 0 0,-2 0 0,0 0 0,2 0 0,-5 0 0,12 0 0,-10 0 0,9 0 0,-2 0 0,-5-3 0,7 2 0,-8-1 0,0 2 0,2 0 0,-3 0 0,1 0 0,2 0 0,-2 0 0,3 0 0,-3 0 0,8 0 0,-9 0 0,10 0 0,-12-3 0,16 2 0,-13-2 0,13 3 0,-13 0 0,0 0 0,2 0 0,-2 0 0,3 0 0,-1 0 0,-2 0 0,2 0 0,-2 0 0,3 0 0,-1 0 0,10 0 0,-1 0 0,-1 0 0,-1 0 0,-9 0 0,3 0 0,-1 0 0,1 0 0,-3 0 0,2 0 0,-2 0 0,2 0 0,1 0 0,0 3 0,-1-2 0,10 2 0,-1-3 0,2 0 0,-6 0 0,-5 0 0,-2 0 0,2 0 0,1 0 0,-3 0 0,9 0 0,-8 0 0,9 0 0,-8 0 0,1 0 0,0 0 0,-3 2 0,2-1 0,-3 2 0,4-3 0,0 0 0,-1 0 0,1 0 0,0 0 0,0 0 0,-4 0 0,10 0 0,-7 0 0,7 0 0,-9 0 0,2 0 0,-2 0 0,8 0 0,-4 0 0,5 0 0,-7 0 0,1 0 0,0 0 0,-1 0 0,-2 0 0,9 0 0,-10 0 0,10 0 0,-9 0 0,2 0 0,8 0 0,-9 0 0,8 0 0,-3 0 0,-2 0 0,4 0 0,1 0 0,-7 0 0,7 0 0,-9 0 0,9 0 0,-4 0 0,4 0 0,-9 0 0,9 0 0,-8 0 0,9 0 0,-8-3 0,1 2 0,0-1 0,-3 2 0,2 0 0,-2 0 0,2 0 0,1 0 0,-3 0 0,2 0 0,-2 0 0,2 0 0,-2 0 0,9 0 0,-10 0 0,10 0 0,-12 0 0,11 0 0,-3 0 0,2 0 0,-2 0 0,-5-3 0,0 2 0,2-2 0,-2 3 0,-1 0 0,3 0 0,-5 0 0,5 0 0,-2 0 0,0 0 0,2 0 0,-5 0 0,5-3 0,12 3 0,-8-3 0,8 3 0,-12 0 0,-5 0 0,5 0 0,-5 0 0,5 0 0,-5 0 0,3 0 0,-1-3 0,-2 2 0,5-2 0,6 3 0,-3 0 0,3 0 0,-9 0 0,1-3 0,-3 3 0,5-3 0,-5 3 0,2 0 0,-3 0 0,3 0 0,-2 0 0,2 0 0,15-3 0,-11 2 0,11-2 0,-15 3 0,-2 0 0,2 0 0,-2-2 0,5 1 0,-5-2 0,5 3 0,-5 0 0,5-3 0,-5 3 0,8-3 0,-8 3 0,8 0 0,-8 0 0,2-3 0,1 2 0,-3-2 0,2 3 0,-3 0 0,1 0 0,-1 0 0,0 0 0,1 0 0,2-3 0,-2 3 0,2-3 0,0 3 0,1 0 0,0 0 0,-1-3 0,-3 2 0,3-2 0,-1 3 0,1 0 0,0 0 0,-2 0 0,2 0 0,-3-2 0,4 1 0,-3-2 0,2 3 0,14-3 0,-12 3 0,12-3 0,-17 3 0,3-3 0,-2 2 0,3-2 0,-4 3 0,3 0 0,-2 0 0,2 0 0,-2 0 0,2-3 0,9 3 0,-6-3 0,6 3 0,-12 0 0,3 0 0,-2 0 0,2-3 0,1 2 0,-3-2 0,2 3 0,0 0 0,-2 0 0,2 0 0,-2 0 0,10-2 0,-5 1 0,6-2 0,-6 3 0,-4 0 0,4 0 0,-5-3 0,5 2 0,-5-1 0,5 2 0,-5 0 0,5 0 0,-5 0 0,19-3 0,-16 2 0,16-2 0,-19 3 0,3 0 0,-4 0 0,3 0 0,-2 0 0,2 0 0,0 0 0,-1 0 0,1 0 0,-3 0 0,14 0 0,-10 0 0,14 0 0,-17 0 0,5 0 0,-5 0 0,2 0 0,0 0 0,-2 0 0,5 0 0,-5 0 0,5 0 0,-5 0 0,5 0 0,-5 0 0,5 0 0,-2 0 0,3 0 0,-3 0 0,2 0 0,-5 0 0,5 0 0,-3 0 0,1 0 0,-1 0 0,1 0 0,-1 0 0,1 0 0,2 0 0,-5 0 0,8 0 0,-7 0 0,7 0 0,-5 0 0,-1 0 0,3 0 0,-4 0 0,3 0 0,-3 0 0,4 0 0,-5 0 0,5 0 0,-3 0 0,1 0 0,2 0 0,-5 0 0,19 0 0,-12 0 0,13 0 0,-15 0 0,-2 0 0,5 0 0,2-4 0,-2 3 0,3-3 0,-8 4 0,3 0 0,-3 0 0,2 0 0,15-3 0,-10 2 0,12-2 0,-16 3 0,-3 0 0,2 0 0,-5 0 0,5 0 0,-5 0 0,5-2 0,-2 1 0,2-2 0,18 0 0,-6 2 0,4-1 0,-9 2 0,-9 0 0,2 0 0,1-3 0,-3 2 0,2-2 0,-2 3 0,9-4 0,-7 3 0,7-3 0,6 0 0,-9 3 0,12-4 0,-18 3 0,2 1 0,-2-2 0,3 3 0,-3-3 0,2 2 0,-5-1 0,5-1 0,-3 2 0,1-2 0,2 3 0,-5 0 0,14-3 0,-9 0 0,9-1 0,-11-1 0,2 4 0,-5-2 0,5 3 0,-2 0 0,0-3 0,2 0 0,-3-1 0,1 1 0,-1 0 0,1 3 0,2-6 0,2 5 0,-2-4 0,0 4 0,-5-5 0,5 5 0,-5-1 0,3-1 0,-4 2 0,0-2 0,1 0 0,-1 3 0,3-3 0,-2 0 0,2 2 0,-2-4 0,2 4 0,1-5 0,0 5 0,-1-1 0,-3-1 0,3 2 0,-2-5 0,2 6 0,-2-3 0,-1 0 0,0 2 0,1-2 0,-1 0 0,1 3 0,-1-6 0,3 5 0,-2-4 0,2 4 0,-2-2 0,-1 0 0,0 3 0,1-3 0,-1 0 0,0 2 0,3-5 0,-1 6 0,-2-6 0,-1 5 0,2-4 0,0 4 0,2-5 0,-3 6 0,12-9 0,-9 5 0,12-3 0,-14 2 0,2 4 0,-3-5 0,3 6 0,-2-6 0,3 5 0,-1-5 0,-2 3 0,2-1 0,-3 1 0,1 1 0,13-5 0,-13 0 0,13-2 0,-14 5 0,1 1 0,2 1 0,-2-2 0,-1 0 0,0-1 0,1 4 0,2-5 0,-2 6 0,2-6 0,6 0 0,-7-2 0,10 2 0,-11 0 0,5 3 0,-5-1 0,2-1 0,-2 1 0,2-2 0,-2 2 0,5-2 0,-5 3 0,2-4 0,0 4 0,4-9 0,-3 10 0,2-9 0,-2 7 0,-1-2 0,-2 0 0,5-1 0,-8 4 0,2-3 0,3 2 0,-2-2 0,3 0 0,5-4 0,-8 3 0,5-2 0,-5 5 0,-1-1 0,0 1 0,1-2 0,-1 2 0,0-2 0,1 3 0,-1-4 0,0 4 0,1-3 0,-1 3 0,3-7 0,-2 6 0,2-4 0,-2 4 0,-1-2 0,0-1 0,1 1 0,2-1 0,-2 1 0,2 0 0,0-1 0,-2 4 0,3-3 0,-4 2 0,0-2 0,3-3 0,-2 4 0,0-3 0,1 4 0,-4-2 0,6 0 0,-4-1 0,0 1 0,1-1 0,-1 4 0,0-3 0,1 3 0,-1-4 0,0 1 0,1-1 0,-1 1 0,0 2 0,1-1 0,-1 1 0,3-2 0,-2-1 0,2 1 0,-2 0 0,-1-1 0,0 1 0,1-1 0,-1 4 0,1-6 0,2 5 0,-2-2 0,2 0 0,0 0 0,-5-2 0,10-4 0,-9 5 0,10-5 0,-8 5 0,2-2 0,-2 2 0,-1 1 0,3 0 0,-2-1 0,2 1 0,-2-3 0,-1 4 0,3-6 0,-2 7 0,2-6 0,-2 4 0,-1 0 0,0-1 0,1 1 0,-1-1 0,0 1 0,4 0 0,-3-1 0,2 1 0,-3-3 0,1 4 0,-1-3 0,0 1 0,1 0 0,-1-2 0,0 3 0,1 2 0,10-13 0,-8 8 0,9-7 0,-12 8 0,1 4 0,-1-2 0,0-1 0,1 1 0,-1 0 0,-2-1 0,1 4 0,-1-3 0,2 2 0,3-5 0,-2 2 0,2-2 0,-2 2 0,-4 1 0,6 0 0,-5-1 0,2 1 0,0 2 0,-2-2 0,2 3 0,0-3 0,1-1 0,-1 1 0,0-1 0,1 1 0,-1 0 0,0-1 0,1 1 0,-1-4 0,0 3 0,1-2 0,-1 0 0,0 2 0,1-2 0,-1 2 0,-2 1 0,1-1 0,-1 1 0,-1 0 0,3-1 0,-3 1 0,4-1 0,-4 1 0,3 0 0,-3-1 0,1 1 0,2-1 0,-3 1 0,1 0 0,1-1 0,-4 1 0,5 2 0,-3-2 0,1 3 0,1-6 0,4-7 0,-1 5 0,4-4 0,-8 6 0,1 1 0,-1-1 0,2 3 0,-2-1 0,1 1 0,-4 0 0,5-1 0,-3 1 0,1-1 0,1 1 0,-1 0 0,-1-1 0,3 1 0,-5-1 0,4 1 0,-1 0 0,0-1 0,1 4 0,-1-6 0,-1 5 0,3-3 0,-3 2 0,4-2 0,-1 0 0,0-2 0,9-9 0,-9 9 0,8-9 0,-11 12 0,4-1 0,-1 1 0,-2 0 0,1-1 0,-1 1 0,2-1 0,-2 1 0,1 0 0,-1-1 0,11-8 0,-7 7 0,7-7 0,-9 8 0,1 1 0,-1-1 0,0 1 0,1 0 0,-1 2 0,0-2 0,-2 3 0,2-4 0,5-7 0,-2 5 0,3-6 0,-4 11 0,-6-4 0,15-2 0,-14-1 0,11 2 0,-11 3 0,9-3 0,-4 1 0,4-4 0,-6 6 0,1-1 0,-4 1 0,3 2 0,-3-1 0,4 1 0,-1-2 0,0-1 0,1 1 0,-1 0 0,0-1 0,1 4 0,-1-3 0,-2 2 0,4-2 0,-7 0 0,8 2 0,-6-2 0,4 3 0,-1-1 0,0-1 0,-2 1 0,2-2 0,-3 2 0,3-2 0,4 3 0,-6-4 0,4 4 0,-4-3 0,2 5 0,0-4 0,1 1 0,2-2 0,-2-1 0,2 4 0,-5-3 0,1 2 0,2-2 0,0 3 0,2-3 0,-3 2 0,1 1 0,-1-3 0,3 2 0,-2-2 0,2 0 0,-2 2 0,2-2 0,-2 3 0,2-4 0,0 1 0,-2 0 0,5-1 0,-5 1 0,2 2 0,-2-1 0,2 1 0,-2-2 0,2-1 0,0 4 0,-2-3 0,5 2 0,-5-2 0,3 0 0,-1-1 0,-2 4 0,5-3 0,-5 2 0,2-2 0,0 0 0,-2-1 0,5 4 0,-5-3 0,5 2 0,-5-2 0,5 0 0,-5-1 0,5 1 0,-5 2 0,2-2 0,1 3 0,-1-3 0,1-1 0,2 4 0,-5-3 0,3 2 0,-1-2 0,-2 0 0,5-1 0,-2 4 0,5-6 0,-4 5 0,3-6 0,-4 7 0,0-3 0,2 3 0,-5-4 0,5 1 0,-2 2 0,0-1 0,2 1 0,-5 1 0,5-3 0,-2 2 0,0-2 0,2 2 0,-5-1 0,5 1 0,-5 0 0,5-1 0,-5 1 0,5 1 0,-5-3 0,5 5 0,-5-4 0,5 1 0,-2 0 0,0-1 0,2 4 0,-3-5 0,1 3 0,2-1 0,-2-1 0,0 1 0,2-2 0,-2 2 0,0-2 0,2 3 0,-2-4 0,2 4 0,1-3 0,0 3 0,-3-1 0,2-2 0,-3 3 0,4-1 0,-3-1 0,2 1 0,-2 0 0,5-4 0,-1 6 0,1-6 0,-5 4 0,2-2 0,-2 2 0,3-1 0,-4 1 0,3 1 0,-2-3 0,3 2 0,0 1 0,-1-3 0,-2 3 0,9-5 0,-7 4 0,4-3 0,-4 3 0,-2 1 0,3-3 0,-1 2 0,1 1 0,7-4 0,-9 3 0,8-1 0,-9-1 0,9 2 0,-7-3 0,7 2 0,-9-1 0,9 1 0,-5 1 0,3-3 0,-5 4 0,5-5 0,-3 4 0,6-3 0,-8 4 0,1-4 0,0 4 0,-1-3 0,1 2 0,0 1 0,0-3 0,-1 3 0,1-4 0,0 4 0,-1-3 0,1 2 0,12-3 0,-12 0 0,11-1 0,-14 5 0,3-3 0,0 2 0,-1 1 0,1-3 0,0 3 0,-1-4 0,-2 4 0,9-4 0,-7 3 0,4-4 0,-4 4 0,-2-1 0,3 1 0,0 1 0,-1-3 0,-2 2 0,2-2 0,-2 2 0,3-1 0,-3 1 0,2 1 0,-3-3 0,4 2 0,0-2 0,-1 0 0,1 2 0,-3-2 0,2 6 0,-2-6 0,3 2 0,-4-2 0,3 2 0,-2-1 0,3 4 0,-3-5 0,2 3 0,-2-1 0,0-2 0,2 6 0,-5-6 0,5 3 0,-5-1 0,5-2 0,-3 6 0,1-6 0,5 2 0,-7 1 0,7-3 0,-8 5 0,5-4 0,-5 4 0,2-5 0,0 6 0,-2-3 0,2 3 0,0-3 0,-2-1 0,3 1 0,-1-3 0,-2 5 0,5-4 0,1 1 0,-3 1 0,5-3 0,-8 5 0,5-5 0,-2 6 0,0-6 0,2 5 0,-2-4 0,-1 4 0,3-5 0,-5 5 0,5-1 0,-5-1 0,5 2 0,-5-5 0,5 6 0,-4-6 0,1 5 0,0-2 0,-2 1 0,5 1 0,-5-2 0,2 0 0,0 2 0,-2-4 0,2 4 0,1-2 0,-3 0 0,2 3 0,0-6 0,-2 5 0,8-4 0,-7 4 0,6-5 0,-7 5 0,3-1 0,-1-1 0,-2 2 0,2-5 0,-3 6 0,3-3 0,-4 0 0,6 2 0,-7-2 0,5 1 0,-2 1 0,-1-5 0,0 5 0,4-1 0,-3-1 0,2 2 0,-3-2 0,0 0 0,1 3 0,-1-6 0,1 5 0,-1-2 0,0 1 0,1 1 0,-1-2 0,0 0 0,1 2 0,2-4 0,-2 4 0,2-2 0,-3 0 0,1 3 0,-1-3 0,0 3 0,1-3 0,-1 2 0,0-2 0,1 0 0,-1 3 0,0-3 0,1 3 0,-1-3 0,0 2 0,4-4 0,-1 4 0,1-2 0,-3 0 0,-2 3 0,2-3 0,0 3 0,2-3 0,0 2 0,-2-2 0,2 0 0,-2 3 0,-1-3 0,0 3 0,3-3 0,-2 2 0,3-4 0,-4 4 0,3-2 0,-2 3 0,2-3 0,-2 3 0,-1-3 0,0 3 0,4-3 0,-3 2 0,2-2 0,-3 0 0,0 3 0,1-3 0,-1 3 0,0 0 0,1 0 0,-1 0 0,0-3 0,1 2 0,-1-2 0,3 3 0,-4-2 0,6 1 0,-7-2 0,5 3 0,-2 0 0,-1-3 0,3 3 0,-2-3 0,2 3 0,3-3 0,-4 2 0,7-5 0,-8 6 0,2-3 0,-3 3 0,4 0 0,-3-3 0,2 2 0,-3-2 0,3 3 0,-2-2 0,5 1 0,-5-2 0,3 3 0,-1 0 0,9-3 0,-6 3 0,8-6 0,-13 5 0,5-2 0,-4 3 0,3-3 0,-3 3 0,4-3 0,-5 3 0,2-3 0,0 2 0,-2-2 0,2 3 0,14-2 0,-9 1 0,10-2 0,-12 0 0,-5 2 0,2-1 0,0 2 0,-2 0 0,2 0 0,-2 0 0,2-3 0,-2 2 0,19-5 0,-16 6 0,14-3 0,-15 3 0,-2 0 0,2 0 0,-3-3 0,4 2 0,-3-2 0,2 3 0,-3 0 0,1 0 0,2-2 0,12 1 0,-8-2 0,7 0 0,-14 2 0,1-1 0,2 2 0,-2 0 0,2 0 0,-3-3 0,1 2 0,-1-2 0,3 3 0,-2 0 0,11-3 0,-7 3 0,5-3 0,-7 3 0,-3-3 0,1 2 0,-1-2 0,0 3 0,1 0 0,2 0 0,-2-2 0,2 1 0,-3-2 0,12 3 0,-9 0 0,11-3 0,-12 2 0,4-1 0,-5 2 0,2 0 0,-3-3 0,0 2 0,1-2 0,-1 3 0,9 0 0,-7-3 0,7 3 0,-8-3 0,-1 3 0,0 0 0,1 0 0,-1 0 0,0 0 0,1 0 0,-1 0 0,9-3 0,-7 2 0,7-2 0,-9 1 0,1 1 0,-1-2 0,0 3 0,1 0 0,-1-3 0,3 2 0,12-1 0,-5 2 0,8 0 0,-14-3 0,-1 2 0,-3-2 0,1 3 0,2 0 0,1 0 0,-1 0 0,3 0 0,7-3 0,-7 3 0,8-3 0,-13 3 0,5 0 0,-5 0 0,5-3 0,-5 2 0,2-2 0,1 3 0,-3 0 0,5 0 0,-5 0 0,5-2 0,9 1 0,-9-5 0,12 5 0,-14-1 0,2 2 0,-2 0 0,2-3 0,-5 2 0,5-2 0,-2 3 0,3-3 0,-3 3 0,2-3 0,17 0 0,-11-1 0,11 1 0,-17 0 0,-2 3 0,3 0 0,0-3 0,-1 0 0,-2-1 0,2 1 0,-2 3 0,3-3 0,-1 3 0,25-7 0,-19 5 0,19-5 0,-24 7 0,-1-3 0,-2 0 0,9 2 0,-10-1 0,9 2 0,-8-3 0,3 2 0,0-2 0,-1 3 0,19-3 0,-14 0 0,14-1 0,-18 1 0,-1 3 0,-2-3 0,9 3 0,-7-6 0,7 5 0,-9-2 0,2 3 0,-2 0 0,3 0 0,15-2 0,-15-2 0,14 1 0,-17 0 0,3 3 0,0 0 0,-1-3 0,1 2 0,0-5 0,-1 6 0,1-3 0,0 0 0,0 2 0,-1-2 0,1 3 0,5-2 0,-4-2 0,5 1 0,-7 0 0,1 0 0,0 2 0,-3-2 0,2 3 0,-3 0 0,4-3 0,0 3 0,-1-3 0,-2 3 0,2-3 0,-2 2 0,3-2 0,2 1 0,-1 1 0,1-2 0,-5 0 0,2 2 0,-5-1 0,5 2 0,-2 0 0,3-3 0,-3 2 0,2-2 0,-5 3 0,5-3 0,-5 3 0,5-3 0,-3 3 0,1-3 0,0 2 0,-1-2 0,-2 1 0,5 1 0,-5-2 0,5 3 0,-2-3 0,-1 2 0,3-1 0,-4 2 0,3 0 0,-3-3 0,4 2 0,-3-2 0,4 0 0,3 3 0,-3-3 0,0 3 0,-4 0 0,0-3 0,1 2 0,0-2 0,-1 1 0,0 1 0,-2-2 0,5 3 0,-2 0 0,0 0 0,2-3 0,-5 2 0,5-1 0,-5 2 0,5-3 0,-5 2 0,2-2 0,0 3 0,1 0 0,3-3 0,-3 3 0,2-3 0,-5 3 0,2 0 0,0 0 0,1-3 0,0 2 0,2-2 0,-5 3 0,5 0 0,-2-2 0,-1 1 0,1-2 0,-1 3 0,1 0 0,0 0 0,2 0 0,-5-3 0,5 2 0,-5-1 0,5 2 0,-5 0 0,5 0 0,-3 0 0,1 0 0,0-3 0,4 2 0,-5-2 0,8 3 0,-10 0 0,3 0 0,-1-3 0,7 3 0,-4-3 0,4 3 0,-10 0 0,1 0 0,-1 0 0,0 0 0,1 0 0,-1 0 0,0 0 0,1-3 0,-1 2 0,0-2 0,1 3 0,-1 0 0,0 0 0,1 0 0,-4-2 0,3 1 0,-3-2 0,4 3 0,-1 0 0,1-3 0,-1 2 0,0-1 0,1 2 0,-1 0 0,0 0 0,1 0 0,-1 0 0,0 0 0,1-3 0,-1 2 0,0-2 0,1 3 0,-1 0 0,0 0 0,12-3 0,-9 3 0,9-3 0,-12 3 0,3 0 0,-2 0 0,2 0 0,-2 0 0,-1 0 0,3 0 0,-2 0 0,3 0 0,-4 0 0,0-3 0,12 2 0,-9-2 0,9 3 0,-12 0 0,0 0 0,1-3 0,-1 3 0,0-3 0,1 3 0,-1-3 0,0 2 0,1-1 0,-1 2 0,9-3 0,-7 2 0,7-2 0,-9 3 0,1 0 0,-4 3 0,3-2 0,-5 4 0,4-4 0,-1 2 0,-1 0 0,3-3 0,-3 3 0,4-3 0,-1 0 0,1 0 0,-1 0 0,0 0 0,1 0 0,-1 0 0,0 0 0,1 0 0,-1 0 0,0 0 0,1 0 0,-1 3 0,0-2 0,1 1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05:49.685"/>
    </inkml:context>
    <inkml:brush xml:id="br0">
      <inkml:brushProperty name="width" value="0.2" units="cm"/>
      <inkml:brushProperty name="height" value="1.2" units="cm"/>
      <inkml:brushProperty name="color" value="#00A0D7"/>
      <inkml:brushProperty name="inkEffects" value="pencil"/>
    </inkml:brush>
  </inkml:definitions>
  <inkml:trace contextRef="#ctx0" brushRef="#br0">0 6570 16383,'0'-14'0,"0"2"0,3 9 0,-2-3 0,1 2 0,1 1 0,-2-3 0,2 2 0,0 1 0,-3-3 0,3 3 0,0-1 0,-2-2 0,4 6 0,-4-6 0,2 2 0,0 1 0,-3-3 0,6 3 0,-5-4 0,4 4 0,-4-3 0,2 2 0,0 1 0,-3-3 0,6 3 0,-3-4 0,4 1 0,-4-1 0,0 1 0,0 2 0,-2-1 0,4 1 0,-1-2 0,-1-1 0,3 4 0,-5-3 0,4 3 0,-4-4 0,5 4 0,-6-3 0,6 2 0,-5-2 0,4 0 0,-1 2 0,-1-2 0,3 3 0,-2-4 0,-1 1 0,3 2 0,-6-1 0,6 1 0,-5-2 0,4 2 0,-4-2 0,5 3 0,-3-3 0,1-1 0,1 4 0,-4-3 0,5 2 0,-3-2 0,1-1 0,2 1 0,-3 0 0,1-1 0,1 4 0,-4-3 0,5 2 0,-6-2 0,6 2 0,-5-1 0,4 4 0,-4-5 0,5 6 0,-6-6 0,6 2 0,-3-2 0,1 0 0,2 2 0,-6-2 0,6 6 0,-5-6 0,4 5 0,-4-4 0,5 1 0,-6-2 0,6 2 0,-5-2 0,4 6 0,-1-6 0,-1 2 0,3-2 0,-5 0 0,4 2 0,-4-2 0,5 3 0,-3-4 0,4 1 0,-4 0 0,3 2 0,-6-2 0,6 6 0,-2-9 0,2 5 0,-3-5 0,3 2 0,-2 4 0,-1-3 0,3 5 0,-5-5 0,4 3 0,-1-3 0,2-1 0,0 1 0,-2-1 0,2 4 0,-3-3 0,3 2 0,-2-2 0,2 0 0,-3 2 0,3-2 0,1 3 0,-4-4 0,3 1 0,-3 0 0,4 2 0,-1-2 0,0 3 0,-2-4 0,4-2 0,-3 5 0,4-7 0,-3 6 0,1-1 0,-1 0 0,0 3 0,1-4 0,-1 1 0,0-1 0,1 1 0,-1 0 0,0-1 0,1 1 0,2-1 0,1-2 0,0 2 0,-1-2 0,-3 2 0,0 1 0,1 0 0,-1-1 0,0 1 0,1-1 0,2 1 0,-2 0 0,2 2 0,-3-2 0,1 3 0,-1-4 0,0 1 0,1 0 0,-1-1 0,1 1 0,-1-1 0,0 4 0,1-3 0,-1 3 0,0-1 0,1-2 0,-1 3 0,0-1 0,1-2 0,-1 3 0,0-3 0,1 2 0,-1-2 0,0 3 0,1-1 0,-1-2 0,-2 3 0,4-1 0,-7-1 0,8 1 0,-6 1 0,4-3 0,-1 2 0,0 1 0,1 0 0,-1 0 0,-2-1 0,1 1 0,-1-3 0,2 6 0,3-9 0,-2 8 0,3-5 0,-4 3 0,0-1 0,1 1 0,-4-3 0,3 3 0,-3-1 0,4-2 0,-1 6 0,0-6 0,1 5 0,-1-4 0,-3 1 0,3 0 0,0-1 0,2 1 0,1 1 0,-3-3 0,0 5 0,1-4 0,-1 1 0,0-2 0,1 2 0,-1-2 0,0 6 0,1-6 0,-1 2 0,0 1 0,1-3 0,-1 5 0,0-4 0,1 4 0,-1-5 0,1 3 0,2-4 0,-2 1 0,2 2 0,-3-1 0,1 4 0,-1-5 0,0 3 0,1-4 0,-1 4 0,3-3 0,1 3 0,0-4 0,2 1 0,-5-1 0,2 4 0,0-3 0,-2 3 0,5-1 0,-5-2 0,5 3 0,-5-4 0,2 1 0,1 2 0,-3-1 0,5 1 0,-2-2 0,2-1 0,1 1 0,0-1 0,-4 4 0,3-3 0,-2 3 0,0-1 0,2-2 0,-5 3 0,5-1 0,-2-1 0,0 1 0,-1 0 0,0-1 0,1 4 0,0-5 0,2 3 0,-2-4 0,0 4 0,-1 0 0,0 0 0,1 0 0,0-1 0,-1 1 0,0 0 0,-2 0 0,5-1 0,-5-1 0,5 4 0,-5-5 0,2 5 0,-2-4 0,5 1 0,-5 1 0,5-3 0,-2 5 0,-3-4 0,2 4 0,-3-2 0,3 0 0,-2 2 0,3-4 0,-4 1 0,0 1 0,3-3 0,-2 5 0,3-2 0,-4 1 0,0-2 0,3 0 0,-2 2 0,3-1 0,-4 2 0,0-5 0,1 6 0,-1-6 0,3 5 0,1-5 0,0 6 0,-1-6 0,-3 5 0,1-4 0,-1 4 0,0-5 0,1 6 0,-1-6 0,0 5 0,1-2 0,-1 0 0,1 3 0,-1-6 0,0 5 0,1-4 0,-1 4 0,0-5 0,1 6 0,-1-6 0,0 5 0,1-2 0,-1 0 0,3 3 0,-2-6 0,2 2 0,-2 1 0,-1 0 0,0 0 0,1 3 0,-1-6 0,0 5 0,1-5 0,-1 6 0,0-6 0,1 2 0,2 1 0,-2-3 0,2 5 0,-3-4 0,1 4 0,-1-5 0,0 6 0,1-6 0,2 2 0,-2 1 0,2-3 0,-2 5 0,-1-4 0,3 1 0,-2 1 0,2-3 0,-2 2 0,2 1 0,-2-3 0,2 3 0,-3-1 0,4-2 0,-3 6 0,2-6 0,0 2 0,-2 1 0,5-3 0,-5 3 0,2-1 0,0-2 0,-2 6 0,5-6 0,-2 2 0,0 1 0,-1-3 0,0 5 0,1-7 0,3 6 0,-3-3 0,2 2 0,-5-1 0,5 1 0,-5-3 0,2 5 0,-3-4 0,4 4 0,-3-5 0,5 6 0,-5-3 0,2 0 0,0 2 0,-2-5 0,2 6 0,-3-6 0,4 5 0,-3-1 0,2-1 0,-3 2 0,1-5 0,2 6 0,-2-3 0,2 0 0,-3 2 0,3-2 0,-2 0 0,3 3 0,-4-3 0,0 0 0,1 2 0,-1-2 0,0 1 0,4 1 0,-3-2 0,2 0 0,-3 3 0,0-3 0,1 0 0,2 2 0,-2-2 0,2 0 0,-3 3 0,1-3 0,-1 3 0,3-3 0,-2 2 0,5-4 0,-5 4 0,3-2 0,-1 0 0,-2 3 0,2-3 0,-3 3 0,1 0 0,-1-3 0,3 2 0,-2-2 0,2 3 0,-2-3 0,2 3 0,-2-3 0,2 0 0,3 2 0,-4-2 0,4 1 0,-3 1 0,-2-2 0,2 3 0,0-3 0,-2 2 0,3-1 0,-1-1 0,-2 2 0,5-2 0,-5 3 0,5-3 0,-5 3 0,2-3 0,0 3 0,-2-3 0,5 2 0,-5-4 0,5 4 0,-5-2 0,5 0 0,-5 2 0,5-1 0,-5-1 0,5 2 0,-2-2 0,0 0 0,2 3 0,-2-3 0,3 0 0,2 2 0,-2-4 0,3 4 0,-6-5 0,2 5 0,-5-1 0,12-3 0,-11 4 0,11-6 0,-12 7 0,12-7 0,-10 6 0,10-4 0,-10 3 0,4 1 0,0-5 0,20 3 0,-15-4 0,13 4 0,-19 0 0,-2 0 0,3 2 0,-1-4 0,1 4 0,-3-2 0,2 0 0,-2 2 0,2-4 0,1 4 0,0-2 0,18 0 0,-14 0 0,13-1 0,-17 1 0,-3 1 0,2 1 0,-2-5 0,3 5 0,-4-1 0,3-1 0,-2 2 0,3-2 0,-3 3 0,22-8 0,-18 5 0,19-5 0,-23 5 0,2 2 0,-5-1 0,5-1 0,-5 2 0,5-5 0,-2 6 0,-1-3 0,3 3 0,-5-3 0,29-1 0,-23-2 0,23 2 0,-29 2 0,5-1 0,-5 2 0,2-2 0,0 0 0,1 3 0,0-3 0,2 0 0,-5 2 0,2-2 0,12-2 0,-12 3 0,15-4 0,-17 6 0,5-2 0,-5 1 0,2-2 0,0 0 0,1 3 0,0-6 0,-1 5 0,-3-5 0,4 6 0,14-9 0,-11 8 0,10-8 0,-14 8 0,-2-4 0,5 4 0,-5-5 0,3 6 0,-1-6 0,-2 5 0,2-4 0,0 4 0,-2-2 0,16-3 0,-13 2 0,11-5 0,-12 5 0,-2-1 0,5 4 0,-5-5 0,2 5 0,0-4 0,-2 4 0,5-5 0,-5 6 0,3-6 0,-1 5 0,15-10 0,-8 6 0,11-4 0,-17 3 0,-1 2 0,0 1 0,-2-3 0,5 5 0,-5-4 0,2 4 0,0-5 0,-2 3 0,22-7 0,-18 3 0,16-2 0,-21 6 0,3-3 0,-2 5 0,5-5 0,-5 6 0,2-6 0,0 5 0,-1-4 0,1 4 0,0-5 0,9 0 0,-3-1 0,3 0 0,-9 2 0,-2 1 0,2 1 0,-2-3 0,5 2 0,-5 1 0,5-3 0,-5 5 0,2-4 0,0 1 0,-2 1 0,17-9 0,-14 10 0,10-9 0,-14 7 0,4 0 0,-3-1 0,2 4 0,0-5 0,-2 3 0,5-4 0,-5 4 0,2-3 0,0 3 0,-2-1 0,3-2 0,-1 3 0,-2-4 0,5 1 0,-5 2 0,5-1 0,-5 1 0,2 1 0,0-3 0,-2 2 0,5-2 0,-5 2 0,2-1 0,1 1 0,-3-2 0,5-1 0,0-2 0,-1 5 0,1-5 0,-3 6 0,-2-4 0,5 1 0,-5 0 0,2-1 0,0 1 0,-2-1 0,3 1 0,-1 2 0,-2-4 0,5 6 0,-5-6 0,2 4 0,-3-2 0,3 0 0,-1-1 0,1 1 0,-3-1 0,3 1 0,-2 0 0,2-1 0,1 1 0,-3-1 0,2 1 0,-3-1 0,3 1 0,-2 0 0,3-1 0,-1 1 0,-2-1 0,2 1 0,-3 0 0,1-1 0,2 1 0,-2-1 0,2 1 0,-3 0 0,3-1 0,-2 1 0,3-1 0,-4 1 0,3 0 0,-2-1 0,2 1 0,-2-1 0,2 1 0,6-6 0,-3 4 0,2-4 0,-7 6 0,-1-1 0,3 1 0,-2-1 0,3 1 0,-1 0 0,-2-4 0,5 3 0,-5-2 0,2 3 0,0-1 0,1-2 0,8-4 0,-4 3 0,2-3 0,-7 4 0,0 2 0,1-2 0,0 2 0,-1 1 0,0-3 0,1 2 0,0-3 0,-1 4 0,0-3 0,1 2 0,0-2 0,19-12 0,-18 11 0,18-13 0,-22 15 0,5-1 0,-5 3 0,5-1 0,-5 1 0,5 0 0,-2-4 0,0 3 0,2-2 0,12-12 0,-11 11 0,13-10 0,-19 13 0,5 1 0,-5 0 0,5-1 0,-5 1 0,3-1 0,-1-2 0,-2 2 0,5-2 0,-5 2 0,16-10 0,-10 7 0,8-7 0,-12 10 0,0 1 0,-2-1 0,3 1 0,-4 0 0,20-18 0,-15 16 0,15-14 0,-19 18 0,-1-2 0,3-1 0,-5 1 0,8-1 0,-8 1 0,5 0 0,-3-1 0,1 1 0,-1-1 0,-2 1 0,1 0 0,2-1 0,5-8 0,-1 7 0,1-7 0,-6 8 0,1 1 0,-1 0 0,0 2 0,-2-2 0,1 3 0,-1-4 0,2 1 0,1 0 0,-1-1 0,-3 1 0,3-1 0,-2 1 0,2-1 0,0 4 0,-2-3 0,1 3 0,-1-4 0,2 1 0,-2-1 0,1 4 0,-1-6 0,2 5 0,1-2 0,-4 0 0,6 3 0,-8-4 0,8 1 0,-9-1 0,6 1 0,-3-1 0,4 1 0,-1 0 0,-2-1 0,1 1 0,-1 2 0,2-1 0,0 1 0,1-2 0,-4-1 0,3 1 0,-2-1 0,2 1 0,0 0 0,1-1 0,-1 1 0,-3-1 0,3 4 0,-2-6 0,2 8 0,0-8 0,1 6 0,-1-4 0,0 1 0,1 0 0,-4-1 0,3 1 0,-3-1 0,4 1 0,-1 0 0,0-1 0,1 1 0,-4-1 0,3 4 0,-3-6 0,4 8 0,-1-8 0,-2 6 0,4-4 0,-7 1 0,8 0 0,-6-1 0,4 1 0,-1-1 0,0 1 0,1 0 0,-1-1 0,1 1 0,-4-1 0,3 1 0,-3 0 0,4-1 0,-1 4 0,0-3 0,1 2 0,-4-2 0,3 0 0,-3-1 0,4 1 0,-1-1 0,0 4 0,-2-3 0,1 3 0,2-7 0,-3 3 0,7-2 0,-9 3 0,6-1 0,-4 1 0,2 2 0,0-2 0,1 3 0,-1-3 0,-2-1 0,4 1 0,-4-1 0,5 1 0,-2-1 0,-1 1 0,0 0 0,-2-1 0,2 4 0,-3-3 0,3 2 0,1-2 0,-1 0 0,1-1 0,-1 1 0,0-1 0,-2 1 0,1 0 0,-1 2 0,2-2 0,1 3 0,-1-4 0,0 1 0,1 0 0,-1 2 0,0-2 0,1 3 0,-4-4 0,3 1 0,-3 0 0,4 2 0,-1-2 0,0 3 0,1-4 0,-1 1 0,0 2 0,1-1 0,2-2 0,-2 0 0,2-2 0,0 3 0,-4-1 0,3 4 0,-5-3 0,7 2 0,-6-2 0,4 0 0,-1-1 0,0 1 0,2-1 0,0 1 0,-2-1 0,2 1 0,-2 0 0,-1-1 0,0 4 0,1-3 0,-1 2 0,0-2 0,1 0 0,-1-1 0,0 1 0,1-1 0,2 4 0,-5-3 0,7 3 0,-6-4 0,4 1 0,-3-1 0,0 1 0,1 0 0,-1-1 0,0 4 0,1-3 0,-1 2 0,3-2 0,-4 0 0,3-1 0,-2 1 0,1-1 0,3 1 0,-4 2 0,0-1 0,1 1 0,2-5 0,1 2 0,0-2 0,-1 2 0,-3 4 0,0-3 0,1 2 0,-1-2 0,0 0 0,1-1 0,-1 1 0,0-1 0,1 4 0,2-3 0,-2 3 0,2-4 0,-3 1 0,1-1 0,-1 1 0,1-1 0,-1 1 0,0 0 0,1 2 0,2-2 0,-5 3 0,4-4 0,-1 1 0,0 0 0,2-1 0,-3 4 0,1-3 0,-1 2 0,0-2 0,3 0 0,-1-1 0,1 4 0,-3-3 0,0 2 0,1-2 0,-1 2 0,0-4 0,4 7 0,-3-8 0,2 5 0,-3-2 0,3 0 0,-2 2 0,2-2 0,-2 3 0,2-4 0,-2 1 0,2 0 0,0-1 0,-2 1 0,3 2 0,-4-1 0,0 1 0,1-2 0,-1 2 0,0-2 0,3 3 0,1-4 0,0 1 0,-1 2 0,-2-1 0,-1 4 0,0-5 0,1 3 0,-1-1 0,0-1 0,1 1 0,-1 0 0,0-1 0,1 4 0,-1-5 0,0 6 0,1-6 0,-1 5 0,1-4 0,-1 1 0,0 0 0,1-1 0,-1 4 0,0-5 0,1 3 0,-1-1 0,0-2 0,1 6 0,-1-6 0,0 5 0,1-4 0,-1 1 0,0 1 0,1-3 0,-1 2 0,0 1 0,4-6 0,-3 8 0,2-8 0,-3 9 0,0-6 0,1 2 0,-1 1 0,0-3 0,1 5 0,-1-7 0,0 6 0,1-6 0,-1 7 0,1-5 0,-1 3 0,0-1 0,3-1 0,-2 1 0,3 1 0,-4-3 0,0 2 0,1 1 0,-1-3 0,0 2 0,1 1 0,-1-3 0,0 6 0,1-6 0,-1 5 0,0-5 0,1 3 0,-1-1 0,3-1 0,-2 4 0,0-5 0,-2 6 0,2-6 0,0 2 0,2 1 0,-3-3 0,0 5 0,1-4 0,-1 4 0,1-5 0,-1 3 0,3-1 0,-2-2 0,2 6 0,0-9 0,1 8 0,-3-8 0,5 8 0,-8-4 0,5 1 0,-3 1 0,1-3 0,-1 5 0,0-4 0,4 4 0,-3-5 0,2 5 0,-3-4 0,0 1 0,4 1 0,-1-3 0,1 2 0,-1 1 0,-2-3 0,-1 3 0,0-1 0,4-2 0,-3 6 0,-1-6 0,0 5 0,0-4 0,1 4 0,2-5 0,-2 5 0,-1-4 0,0 4 0,1-5 0,-1 6 0,3-6 0,-2 2 0,2 1 0,-2-3 0,-1 5 0,0-1 0,1-1 0,-1 2 0,-2-5 0,1 6 0,-1-3 0,2 0 0,0 2 0,9-7 0,-6 3 0,5-1 0,-4 0 0,-3 6 0,2-6 0,-3 5 0,1-2 0,-4 0 0,6 3 0,-2-6 0,14 0 0,-9 1 0,5-3 0,-10 7 0,-1-5 0,0 6 0,1-3 0,-1 0 0,0 2 0,1-4 0,-1 4 0,0-2 0,1 0 0,10-3 0,-7 2 0,7-2 0,-8 3 0,1-1 0,0 1 0,-1 0 0,-2 0 0,-1 2 0,3-1 0,-2-1 0,16-4 0,-13 3 0,11-4 0,-15 7 0,3-2 0,-2 0 0,2 2 0,-2-4 0,-1 4 0,0-5 0,4 6 0,-3-6 0,2 5 0,11-7 0,-10 3 0,13-1 0,-16 3 0,3 0 0,-4 3 0,0-3 0,1 0 0,2 2 0,-2-4 0,2 4 0,-3-2 0,1 0 0,10 0 0,-8-4 0,9 4 0,-9 0 0,-2 0 0,2 2 0,1-5 0,-3 6 0,2-3 0,0 0 0,1 2 0,0-4 0,-1 4 0,-3-2 0,6 0 0,-1 3 0,1-6 0,-2 5 0,-4-2 0,3 0 0,-2 3 0,5-6 0,-5 5 0,2-1 0,1 2 0,-1-3 0,1 2 0,-1-2 0,-2 0 0,5 3 0,-2-6 0,3 5 0,-1-2 0,-2 0 0,0 3 0,2-3 0,-5 0 0,5 2 0,-5-4 0,5 4 0,-2-5 0,0 6 0,2-3 0,-5 0 0,5 2 0,-5-2 0,5 0 0,-5 3 0,5-6 0,-3 5 0,1-2 0,2 1 0,-2 1 0,0-2 0,-1 3 0,0-3 0,-2 3 0,5-6 0,-2 5 0,0-2 0,2 0 0,-2 0 0,3-1 0,-1 1 0,-2 1 0,2-2 0,-2 0 0,0 2 0,2-1 0,-2 2 0,2-5 0,1 6 0,-3-6 0,2 5 0,-2-2 0,0 1 0,2 1 0,-5-2 0,10 0 0,-8 0 0,9-1 0,-11 1 0,5 0 0,-3 3 0,1-3 0,2 0 0,-5 2 0,5-4 0,-2 4 0,0-2 0,2 0 0,-5 2 0,5-1 0,-2-1 0,5 2 0,-1-5 0,-2 6 0,0-6 0,-2 5 0,0-4 0,2 4 0,-2-2 0,3 0 0,-3 2 0,2-4 0,-3 4 0,1-5 0,2 6 0,-2-3 0,0 0 0,2 2 0,-5-2 0,2 1 0,0 1 0,1-2 0,0 0 0,-1 2 0,0-4 0,1 4 0,0-2 0,-1 3 0,1-3 0,-3 3 0,5-6 0,-5 5 0,5-2 0,0 0 0,-1 3 0,4-6 0,-8 5 0,5-1 0,-5-1 0,5 2 0,-5-2 0,5 3 0,-5-3 0,5 3 0,-5-3 0,5 0 0,-2-1 0,2 1 0,-2 0 0,2 0 0,-5 2 0,5-4 0,-5 4 0,5-2 0,-5 0 0,5 3 0,-5-3 0,2 0 0,-2 2 0,2-2 0,-2 0 0,2 3 0,-2-6 0,2 5 0,-2-2 0,2 1 0,0 1 0,-2-2 0,2 0 0,-2 3 0,2-3 0,-2 0 0,2 2 0,0-2 0,-2 3 0,2-3 0,-2 3 0,2-3 0,-2 3 0,2-3 0,-3 2 0,1-2 0,5 1 0,-4 1 0,4-5 0,-6 5 0,3-1 0,1-1 0,0 2 0,-1-2 0,-3 0 0,3 3 0,-2-6 0,5 5 0,-4-2 0,1 1 0,0 1 0,-2-5 0,2 5 0,-3-1 0,1-1 0,2 2 0,-2-2 0,2 0 0,-3 3 0,1-3 0,-1 3 0,3 0 0,-2-3 0,3 2 0,-4-2 0,0 1 0,1 1 0,-1-2 0,0 0 0,1 2 0,2-1 0,-2 2 0,2-3 0,-3 2 0,1-2 0,2 3 0,-2-3 0,2 3 0,-3-3 0,4 0 0,-3 2 0,2-2 0,-3 1 0,0 1 0,6-2 0,-4 3 0,4-3 0,-6 2 0,1-1 0,-1-1 0,1 2 0,-1-2 0,0 3 0,1-3 0,2 3 0,-2-3 0,2 3 0,-3 0 0,1-3 0,-1 2 0,0-2 0,1 1 0,2 1 0,-2-2 0,2 3 0,0 0 0,-2-3 0,2 2 0,1-1 0,-3-1 0,2 2 0,-3-2 0,0 3 0,1 0 0,2-3 0,-2 3 0,2-3 0,-3 3 0,1 0 0,-1-3 0,1 2 0,2-2 0,-2 0 0,2 3 0,-3-3 0,1 3 0,-1 0 0,12-3 0,-9 2 0,8-1 0,-10-1 0,-1 2 0,3-2 0,-2 3 0,5-3 0,-5 3 0,2-3 0,-2 3 0,8-3 0,-7 2 0,7-2 0,-9 3 0,1 0 0,-1 0 0,0-3 0,1 3 0,-1-3 0,0 3 0,9 0 0,-7 0 0,4-3 0,-6 2 0,-2-1 0,2 2 0,0 0 0,1 0 0,-1 0 0,0-3 0,1 2 0,-1-2 0,0 3 0,1 0 0,8 0 0,-7 0 0,7 0 0,-9 0 0,0 0 0,1 0 0,-1-3 0,1 3 0,-1-3 0,0 3 0,1 0 0,-1 0 0,0 0 0,6 0 0,-4 0 0,4-3 0,-6 2 0,1-2 0,-1 3 0,0 0 0,1 0 0,-1 0 0,0 0 0,1 0 0,-1 0 0,0 0 0,1 0 0,5-3 0,-5 3 0,5-3 0,-5 3 0,-1 0 0,0 0 0,1 0 0,-1 0 0,1 0 0,-1 0 0,0 0 0,1-3 0,-1 2 0,6-2 0,-4 3 0,4 0 0,-6 0 0,0 0 0,-2-2 0,4 1 0,-4-2 0,8 3 0,-4 0 0,1 0 0,-3 0 0,6-3 0,-4 3 0,4-3 0,-3 3 0,-2 0 0,2-3 0,-3 2 0,1-2 0,-1 3 0,0 0 0,1 0 0,-1 0 0,1 0 0,2 0 0,-2 0 0,2 0 0,-6-3 0,6 3 0,-2-3 0,3 3 0,-1 0 0,-3 0 0,1 0 0,5 0 0,-5 0 0,5-3 0,-5 2 0,-1-2 0,0 3 0,1 0 0,-1 0 0,0 0 0,1-2 0,-1 1 0,6-2 0,-4 3 0,1-3 0,-3 3 0,-3-3 0,4 3 0,-1 0 0,0 0 0,3-3 0,-2 2 0,3-2 0,-4 3 0,0 0 0,1 0 0,-4-3 0,8 3 0,-6-3 0,7 0 0,-5 2 0,-1-2 0,0 3 0,1 0 0,-1 0 0,0-2 0,1 1 0,-1-2 0,0 3 0,1 0 0,-1 0 0,6 0 0,-4-3 0,4 2 0,-6-1 0,1 2 0,-1 0 0,0 0 0,1 0 0,-1 0 0,0 0 0,1 0 0,-1 0 0,0 0 0,-2-3 0,1 2 0,-1-2 0,2 3 0,-2 3 0,-1 1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05:57.062"/>
    </inkml:context>
    <inkml:brush xml:id="br0">
      <inkml:brushProperty name="width" value="0.2" units="cm"/>
      <inkml:brushProperty name="height" value="1.2" units="cm"/>
      <inkml:brushProperty name="color" value="#00A0D7"/>
      <inkml:brushProperty name="inkEffects" value="pencil"/>
    </inkml:brush>
  </inkml:definitions>
  <inkml:trace contextRef="#ctx0" brushRef="#br0">580 22 16383,'-1'3'0,"1"0"0,-1-2 0,1 1 0,-1-2 0,1 2 0,-1-1 0,1 0 0,-1 0 0,1 1 0,0-1 0,0 1 0,0-1 0,-1 1 0,0-1 0,1 1 0,-1 0 0,1-1 0,-1 1 0,1-1 0,0 1 0,-1-1 0,1 1 0,-1-1 0,0 1 0,1-1 0,0 1 0,0 0 0,0-1 0,-1 0 0,1 0 0,-1 0 0,1 1 0,0-1 0,0 1 0,0-1 0,-1 1 0,1 0 0,-1-1 0,1 1 0,0-1 0,0 1 0,0-1 0,0 1 0,0-1 0,0 1 0,0-1 0,0 1 0,0 0 0,0-1 0,0 1 0,0-1 0,0 1 0,-1-1 0,1 1 0,0-1 0,0 1 0,0 0 0,0-1 0,-1 0 0,1 0 0,-1 0 0,1 1 0,0-1 0,0 1 0,0-1 0,0 1 0,0-1 0,-1 1 0,1 0 0,0-1 0,-1 1 0,1-1 0,-1 1 0,1-1 0,0 1 0,-1-1 0,1 1 0,0 0 0,0-1 0,0 1 0,0-1 0,-1 0 0,1 0 0,-1 0 0,1 1 0,0-1 0,0 1 0,0-1 0,0 1 0,-1 0 0,1-1 0,-1 1 0,1-1 0,0 1 0,0-1 0,0 1 0,0-1 0,0 1 0,-1 0 0,1-1 0,0 1 0,0-1 0,0 1 0,0-1 0,-1 1 0,1-1 0,-1 1 0,1-1 0,0 1 0,0 0 0,0-1 0,0 1 0,0-1 0,0 1 0,0-1 0,-1 0 0,1 0 0,0 0 0,0 1 0,0 0 0,0-1 0,-1 0 0,1 0 0,-1 0 0,1 1 0,0-1 0,0 1 0,0-1 0,0 1 0,0-1 0,0 1 0,0 0 0,-1-1 0,1 1 0,0-1 0,0 1 0,0-1 0,0 1 0,-1-1 0,1 1 0,-1 0 0,1-1 0,0 1 0,-1-1 0,1 1 0,0-1 0,0 1 0,-1-1 0,1 1 0,-1-1 0,1 1 0,-1 0 0,1-1 0,-1 1 0,1-1 0,0 1 0,0-1 0,-1 1 0,0-1 0,1 1 0,-1 0 0,1-2 0,-1 2 0,1-1 0,0 0 0,-1 1 0,1-1 0,-2 1 0,2-1 0,0 1 0,-1-1 0,1 1 0,-2 0 0,1-1 0,1 1 0,-2-1 0,2 1 0,-1-1 0,1 1 0,-1-1 0,0 1 0,1 0 0,-1-1 0,0 1 0,0-1 0,0 1 0,0-1 0,1 0 0,-1 1 0,0-2 0,0 2 0,1-1 0,-1 1 0,0-1 0,0 0 0,0 0 0,0 1 0,0-1 0,1 1 0,-2-1 0,2 0 0,-1 1 0,-1-2 0,2 2 0,-1-1 0,0 0 0,0 1 0,0-1 0,0 1 0,0-1 0,-1 0 0,2 1 0,-2-1 0,0 2 0,1-2 0,-1 2 0,1-2 0,0 1 0,1-1 0,-1 1 0,0-1 0,-1 0 0,1 1 0,0-2 0,0 2 0,-1 0 0,2-1 0,-2 1 0,1 0 0,0 0 0,-1 0 0,1-1 0,0 1 0,0-1 0,0 1 0,0 0 0,0-1 0,0 1 0,0-1 0,0 1 0,0-1 0,-1 1 0,2-1 0,-2 1 0,1 0 0,0-1 0,0 1 0,-1-1 0,1 1 0,0-1 0,0 1 0,0-1 0,0 1 0,0-1 0,0 1 0,0-1 0,0 0 0,0 0 0,0 1 0,1-1 0,-2 0 0,1 0 0,0 0 0,0 1 0,0 0 0,0 0 0,0 0 0,-1-1 0,2 0 0,-1 0 0,0 1 0,0-1 0,0 1 0,0-1 0,0 1 0,-1-1 0,2 0 0,-2 0 0,1 1 0,0-2 0,0 2 0,0-1 0,0 0 0,0 0 0,0 0 0,0 0 0,0-1 0,0 1 0,-1 0 0,2 0 0,-1 0 0,-1-1 0,1 2 0,0-2 0,0 1 0,0 0 0,0 0 0,-1 0 0,1 0 0,-1 0 0,0 0 0,2 0 0,-2 0 0,1 0 0,0 0 0,-1 0 0,1-1 0,-1 2 0,1-2 0,0 1 0,0 1 0,-1-2 0,1 1 0,-1-1 0,1 2 0,-1-2 0,0 1 0,0 0 0,0 0 0,0-1 0,1 1 0,-1 0 0,1 0 0,-1-1 0,0 2 0,1-2 0,-1 1 0,1-1 0,-1 2 0,1-2 0,-2 1 0,2-1 0,-2 0 0,2 2 0,-1-2 0,1 1 0,-1-1 0,0 0 0,0 2 0,0-2 0,0 1 0,1-1 0,-1 1 0,0 0 0,0-1 0,0 1 0,0-1 0,1 1 0,-1-1 0,0 1 0,0-1 0,0 1 0,0 0 0,1-1 0,-1 0 0,-1 1 0,1-1 0,0 2 0,-1-2 0,2 1 0,-2-1 0,2 0 0,-1 0 0,1 1 0,-2-1 0,2 0 0,-2 1 0,0-1 0,1 1 0,0-1 0,0 1 0,0-1 0,1 0 0,-1 1 0,0-1 0,0 1 0,0-1 0,0 0 0,1 1 0,-1-1 0,-1 1 0,1-1 0,-3 2 0,3-2 0,-3 0 0,4 0 0,-1 0 0,0 1 0,0-1 0,0 1 0,0-1 0,0 1 0,0-1 0,0 1 0,0-1 0,1 0 0,-4 0 0,2 0 0,-2 2 0,2-2 0,2 1 0,-1-1 0,0 0 0,0 0 0,0 1 0,0-1 0,0 1 0,0-1 0,-3 1 0,2 0 0,-3 0 0,5-1 0,-2 1 0,1-1 0,0 1 0,0-1 0,0 1 0,0-1 0,0 1 0,0-1 0,0 1 0,-2-1 0,1 1 0,-2 0 0,3 0 0,0-1 0,0 1 0,0-1 0,-1 0 0,1 1 0,0-1 0,-1 1 0,2-1 0,-2 1 0,2-1 0,-3 1 0,1 1 0,-2-1 0,3-1 0,0 1 0,0-1 0,0 1 0,0-1 0,0 1 0,0-1 0,0 0 0,0 1 0,1-1 0,-4 2 0,2-2 0,-2 1 0,4-1 0,-1 0 0,0 1 0,1-1 0,-1 1 0,1-1 0,-1 1 0,0-1 0,0 0 0,-2 0 0,2 0 0,-2 2 0,2-2 0,0 1 0,0-1 0,0 0 0,1 0 0,-1 0 0,1 0 0,-1 1 0,1-1 0,-1 0 0,-1 0 0,1 1 0,-1-1 0,2 1 0,-1-1 0,0 0 0,1 0 0,-1 0 0,1 0 0,-1 0 0,1 0 0,-2 0 0,1 0 0,-1 1 0,1-1 0,1 0 0,-1 0 0,5 1 0,-2-1 0,4 1 0,-3 0 0,0-1 0,-1 0 0,1 0 0,-1 0 0,2 0 0,-1 0 0,1 0 0,-2 0 0,1 0 0,0 0 0,-1 0 0,1 0 0,-1 1 0,1-1 0,-1 1 0,4-1 0,-2 0 0,1 0 0,-2 0 0,0 0 0,-1 0 0,1 0 0,-1 0 0,2 0 0,-2 0 0,2 0 0,-2 0 0,1 0 0,3 0 0,-2 0 0,1 0 0,-2 0 0,0 1 0,0-1 0,0 1 0,0-1 0,0 0 0,0 0 0,0 0 0,0 0 0,0 0 0,4 0 0,-3 0 0,3 0 0,-4 1 0,0-1 0,-1 0 0,2 0 0,-2 0 0,2 0 0,-1 0 0,1 0 0,-1 0 0,0 0 0,2 0 0,-1 0 0,2 1 0,-2-1 0,-2 1 0,2-1 0,-1 0 0,0 0 0,1 0 0,-1 0 0,-1 0 0,1 0 0,0 0 0,1 0 0,1 0 0,-1 0 0,-1 0 0,-1 0 0,1 1 0,0-1 0,-1 0 0,1 0 0,-1 0 0,1 0 0,-1 0 0,1 0 0,-1 0 0,4 1 0,-3-1 0,3 1 0,-3-1 0,0 0 0,-1 0 0,1 0 0,0 0 0,-1 0 0,1 0 0,-1 1 0,3-1 0,-2 0 0,2 0 0,-3 0 0,1 0 0,-1 1 0,1-1 0,-1 1 0,1-1 0,0 0 0,0 1 0,2-1 0,-2 0 0,2 0 0,-3 0 0,1 0 0,-1 0 0,1 0 0,0 1 0,-1-1 0,1 1 0,-1-1 0,2 1 0,-1-1 0,1 1 0,-2-1 0,1 0 0,0 0 0,-1 0 0,1 0 0,-1 0 0,0 0 0,0 1 0,2-1 0,-1 0 0,1 1 0,-2-1 0,1 1 0,-1-1 0,1 0 0,-1 0 0,1 0 0,-1 1 0,1-1 0,1 1 0,-1-1 0,1 1 0,-2-1 0,1 0 0,-1 1 0,1-1 0,-1 1 0,1-1 0,0 1 0,-1-1 0,3 0 0,-2 1 0,1 0 0,-1 0 0,-1-1 0,0 1 0,1-1 0,-1 0 0,0 0 0,1 0 0,-1 1 0,1-1 0,2 2 0,-2-1 0,2-1 0,-3 1 0,0-1 0,1 0 0,-1 0 0,0 1 0,0-1 0,0 1 0,1-1 0,-1 0 0,3 0 0,-2 1 0,2-1 0,-3 1 0,1-1 0,-1 1 0,1-1 0,0 0 0,-2 0 0,2 1 0,1-1 0,-1 0 0,1 1 0,-1-1 0,-1 1 0,1-1 0,0 0 0,-2 1 0,2-1 0,-1 0 0,1 0 0,0 1 0,0-1 0,-1 1 0,1-1 0,0 0 0,-2 1 0,2-1 0,-1 1 0,1-1 0,0 0 0,-1 2 0,0-2 0,0 1 0,1-1 0,-1 0 0,2 1 0,-2 0 0,1-1 0,-1 1 0,0-1 0,1 1 0,-1-1 0,0 1 0,1 0 0,-1 0 0,1 0 0,-1-1 0,0 1 0,0 0 0,0-1 0,0 1 0,1 0 0,0 1 0,0-1 0,-1 0 0,0 0 0,0-1 0,0 1 0,1 1 0,-1 0 0,1 0 0,-1 0 0,0 0 0,0-1 0,0 0 0,0 0 0,0 0 0,0 1 0,0 0 0,0 0 0,1 0 0,-2-1 0,1 1 0,-1 0 0,2-1 0,-1 1 0,0-1 0,0 1 0,0 0 0,0 0 0,0 0 0,0 0 0,0-1 0,0 1 0,0-1 0,0 1 0,-1-1 0,1 1 0,-1-1 0,2 0 0,-2 1 0,1-2 0,-1 2 0,0 0 0,1-1 0,0 1 0,0-1 0,0 1 0,0-1 0,0 1 0,-1-1 0,0 1 0,1 0 0,0-1 0,-1 1 0,1-1 0,0 2 0,0-1 0,1 1 0,-2-2 0,1 1 0,-1 0 0,0-1 0,1 1 0,0-1 0,-1 0 0,1 0 0,-1 0 0,0 1 0,2-1 0,-1 4 0,0-4 0,0 3 0,0-3 0,-1 1 0,1 0 0,0 0 0,-1 0 0,1 0 0,0-1 0,-1 1 0,1-1 0,0 3 0,0-2 0,0 1 0,-1-2 0,1 0 0,-1 1 0,0-1 0,1 1 0,0-1 0,0 1 0,-1-1 0,0 1 0,0-1 0,2 4 0,-2-2 0,2 2 0,-2-3 0,2 1 0,-2-2 0,0 1 0,1-1 0,-1 1 0,1-1 0,0 3 0,-1-2 0,1 2 0,-1-3 0,1 1 0,-1-1 0,0 1 0,0-1 0,1 1 0,-1-1 0,1 1 0,-1 0 0,0 0 0,1-1 0,-1 2 0,1-1 0,-1 0 0,1 0 0,-1-1 0,0 1 0,0 0 0,1-1 0,-1 1 0,0-1 0,0 1 0,0-1 0,1 1 0,-1 1 0,1-1 0,0 1 0,-1-2 0,0 1 0,0-1 0,1 1 0,-1-1 0,1 1 0,-1-1 0,1 1 0,-1 0 0,0-1 0,0 1 0,0 0 0,1 0 0,-1 0 0,1-1 0,-1 1 0,1 0 0,-1-1 0,1 1 0,-1-1 0,0 1 0,1 0 0,0 0 0,-1 0 0,1-1 0,-1 1 0,1 0 0,0-1 0,0 1 0,-1-1 0,0 1 0,1-1 0,-1 2 0,1-2 0,-1 1 0,1-1 0,-1 0 0,1 1 0,-1-1 0,0 1 0,1 0 0,0 0 0,0 0 0,0-1 0,-1 1 0,0 0 0,2-1 0,-2 1 0,1-1 0,-1 1 0,0-1 0,1 1 0,0-1 0,-1 1 0,1 2 0,0-2 0,0 1 0,0-1 0,-1-1 0,0 1 0,0-1 0,1 1 0,-1 0 0,1-1 0,-1 2 0,2-2 0,-2 2 0,0-2 0,0 0 0,1 1 0,-1 0 0,1-1 0,-1 1 0,0-1 0,1 1 0,-1 1 0,1-1 0,-1 0 0,0 0 0,0 0 0,0-1 0,0 1 0,0-1 0,0 1 0,0-1 0,0 1 0,0 1 0,0-1 0,1 1 0,-1-2 0,0 1 0,0-1 0,1 1 0,-1-1 0,1 1 0,-1-1 0,0 2 0,0-1 0,0 1 0,0-1 0,0-1 0,0 1 0,0-1 0,1 1 0,-1-1 0,1 2 0,-1-2 0,1 2 0,-1-2 0,0 1 0,1-1 0,-1 1 0,0-1 0,0 1 0,1-1 0,-1 0 0,2 2 0,-2-1 0,0 2 0,1-3 0,-1 1 0,1-1 0,-1 1 0,0 0 0,1-2 0,-1 2 0,1-1 0,-1 0 0,0 1 0,0-1 0,0 1 0,0-1 0,0 1 0,1 0 0,-1 0 0,0 0 0,0 1 0,0-1 0,1-1 0,-1 0 0,1 0 0,-1 1 0,0 0 0,0 0 0,1 0 0,-1-1 0,1 1 0,-1-1 0,1 1 0,-1-1 0,0 2 0,1-2 0,-1 2 0,0-2 0,1 1 0,-1-1 0,1 1 0,-1-1 0,1 0 0,-1 1 0,1 0 0,-1 0 0,1-1 0,-1 1 0,0-1 0,1 1 0,-1-1 0,0 1 0,0-1 0,0 1 0,0 0 0,1-1 0,-1 1 0,1-1 0,-1 1 0,0-1 0,0 1 0,0-1 0,0 1 0,0-1 0,1 1 0,-1 0 0,1-1 0,-1 1 0,0-1 0,0 0 0,0 0 0,1 0 0,-1 1 0,1-1 0,-1 1 0,1 0 0,-1-1 0,0 1 0,0-1 0,1 1 0,-1-1 0,0 1 0,0-1 0,0 1 0,1-1 0,-1 0 0,1 0 0,-1 1 0,0-1 0,0 1 0,1-1 0,-1 1 0,0-1 0,1 1 0,-1-1 0,1 1 0,-1 0 0,0-1 0,1 0 0,-1 0 0,0 0 0,0 1 0,0-1 0,0 1 0,0-1 0,1 0 0,-1 1 0,1-6 0,-2 3 0,1-3 0,-1 3 0,1-1 0,0 0 0,0 1 0,0-1 0,0 1 0,0 0 0,-1 0 0,1 0 0,0-1 0,-1 0 0,1 1 0,-1-1 0,1 1 0,0-1 0,0 1 0,0-1 0,0 1 0,-1-1 0,1 0 0,0 1 0,0-1 0,0 1 0,-1-1 0,1 1 0,-1-1 0,1 0 0,0 1 0,-1-1 0,1 1 0,0-2 0,0 2 0,0-2 0,0 2 0,-1-1 0,1 1 0,-1-1 0,1 1 0,0-1 0,0 1 0,0-1 0,0 0 0,-1 1 0,1-1 0,-1 1 0,1-1 0,0 0 0,0 0 0,0 0 0,-1 0 0,1 1 0,0-1 0,0 0 0,-1 0 0,1 0 0,-1 0 0,1 1 0,0-1 0,0 1 0,0-1 0,0 0 0,-1 0 0,1 0 0,0 0 0,0 1 0,0-1 0,0 1 0,0-1 0,0 0 0,-1 1 0,1-1 0,-1 0 0,1 0 0,0 0 0,0 0 0,0 0 0,0 0 0,0 0 0,0 0 0,0 0 0,0 0 0,-1 0 0,1 1 0,0-1 0,0 1 0,0-1 0,0 1 0,0-1 0,0 1 0,0-1 0,0 0 0,0 1 0,0-1 0,0-2 0,0 1 0,0-1 0,0 3 0,0-1 0,-1 0 0,1 0 0,-1 0 0,1 0 0,0 0 0,0 0 0,0 0 0,0 1 0,0-2 0,0-1 0,0 1 0,0-1 0,0 1 0,0 2 0,0-2 0,0 2 0,0-2 0,0 2 0,0-2 0,0 2 0,0-1 0,0 0 0,0-4 0,0 4 0,0-4 0,0 4 0,0 0 0,0 0 0,0 1 0,0-1 0,0 0 0,0 0 0,0 0 0,0 1 0,0-1 0,0-3 0,0 2 0,0-2 0,0 4 0,0-1 0,0 0 0,0 0 0,0 0 0,0 1 0,0-1 0,0 0 0,0 1 0,0-1 0,-1-1 0,1 1 0,-1-2 0,1 2 0,0 0 0,0 0 0,0 0 0,0 0 0,0 1 0,0-1 0,0 1 0,0-3 0,0 2 0,0-2 0,0 3 0,0-1 0,0 1 0,0-1 0,0 1 0,0 0 0,0-1 0,-1 1 0,1 0 0,0-3 0,0 2 0,0-1 0,0 1 0,0 0 0,0 1 0,0-1 0,0 1 0,0-1 0,0 1 0,0-1 0,0-2 0,0 2 0,0-1 0,0 1 0,0 0 0,0 1 0,1-1 0,-1 0 0,0-1 0,0 1 0,1 0 0,-1 0 0,1-1 0,0 2 0,-1-2 0,1 1 0,-1 0 0,1 0 0,-1 0 0,1 0 0,-1 1 0,1-1 0,-1 0 0,1 0 0,-1 0 0,1 0 0,-1 1 0,1-3 0,0 2 0,-1-2 0,0 3 0,1-1 0,-1 1 0,2-1 0,-2 1 0,0-1 0,0 0 0,0 1 0,1-1 0,-1 0 0,2 0 0,-2 0 0,1 0 0,-1 1 0,0-1 0,0 1 0,0 0 0,1 0 0,-1 0 0,1 0 0,-1-1 0,1 2 0,-1-2 0,0 0 0,0 1 0,0 0 0,0-1 0,1 1 0,0-1 0,-1 0 0,1 0 0,-1 1 0,0-1 0,0 1 0,0 0 0,1-1 0,-1 2 0,1-3 0,-1 1 0,2-1 0,-2 1 0,0 1 0,0-1 0,1 1 0,-1-1 0,2 0 0,-2-2 0,2 2 0,-1-3 0,0 4 0,-1-1 0,0 1 0,0 0 0,1 0 0,0 0 0,-1-1 0,3-3 0,-3 3 0,2-3 0,-1 3 0,0 0 0,0 1 0,-1-1 0,1 1 0,-1-1 0,1 1 0,0-1 0,0 0 0,-1 0 0,2 0 0,-2 0 0,1 1 0,-1-1 0,2 1 0,-1-1 0,0 0 0,-1 1 0,1-1 0,-1 1 0,2-1 0,-2 1 0,1-1 0,-1 0 0,1 1 0,0 0 0,-1 0 0,1 0 0,-1-1 0,2 1 0,-2-1 0,1 0 0,-1 1 0,2-1 0,-2 1 0,3-3 0,-3 2 0,3-1 0,-3 2 0,2 0 0,-2-1 0,1 1 0,1 0 0,-2-1 0,1 2 0,-1-2 0,2 1 0,-2 0 0,1 1 0,-1-2 0,2 1 0,-2 0 0,1 0 0,0-1 0,0 2 0,-1-1 0,2 1 0,-2-2 0,2 1 0,-1 0 0,1-1 0,0 1 0,-1-1 0,1 1 0,-1 0 0,0 1 0,0-2 0,0 2 0,1-2 0,-1 1 0,0 0 0,1 0 0,-1-1 0,0 1 0,1 0 0,-1-1 0,1 2 0,-1-2 0,1 0 0,-1 2 0,1-2 0,-1 2 0,0-1 0,1 0 0,-2 0 0,1 1 0,0-1 0,0 0 0,0 1 0,0-1 0,1 0 0,-1 0 0,0 0 0,1 1 0,-2-2 0,1 2 0,0-1 0,0 1 0,0-1 0,0 0 0,1 1 0,-1-1 0,1 0 0,-1 0 0,1 1 0,-2-2 0,2 2 0,-1 0 0,0-1 0,0 1 0,0-1 0,0 0 0,0 1 0,0-1 0,1 1 0,-1 0 0,1-2 0,-1 2 0,1-1 0,-1 1 0,0-1 0,0 1 0,1-1 0,-1 1 0,1-1 0,-1 0 0,1 1 0,-1-1 0,1 1 0,-1-1 0,1 1 0,-1-1 0,1 1 0,0-1 0,-1 1 0,1 0 0,-1 0 0,0 0 0,0-2 0,1 2 0,0-1 0,0 1 0,0 0 0,-1 0 0,1 0 0,-1-1 0,1 1 0,-1 0 0,1 0 0,-1-1 0,0 1 0,0-1 0,0 1 0,2-1 0,-2 1 0,2 0 0,-2 0 0,1-1 0,-1 1 0,1-1 0,-1 1 0,1-1 0,0 1 0,-1-1 0,1 1 0,0 0 0,0-2 0,0 2 0,-1-1 0,1 1 0,-1 0 0,1-1 0,0 0 0,1 1 0,-2-1 0,1 0 0,-1 1 0,1-1 0,0 1 0,0-1 0,0 1 0,0-1 0,-1 1 0,1-1 0,-1 1 0,1-1 0,-1 1 0,1-1 0,-1 1 0,1-1 0,0 1 0,-1 0 0,1-1 0,-1 1 0,1-1 0,-1 1 0,1-1 0,-1 1 0,1 0 0,0 0 0,-1-1 0,1 1 0,-1 0 0,1-1 0,-1 1 0,1-1 0,0 0 0,0 1 0,0 0 0,0 0 0,-1 0 0,1 0 0,-1-1 0,1 1 0,-1-1 0,2 1 0,-2-1 0,2 1 0,-2-1 0,1 1 0,-1 0 0,1 0 0,0 0 0,0-1 0,0 1 0,-1-1 0,1 1 0,0-1 0,0 1 0,0 0 0,0 0 0,-1-1 0,2 1 0,-2 0 0,2-1 0,-2 1 0,7-2 0,-4 1 0,4 0 0,-6 0 0,0 1 0,0 0 0,0 0 0,0 0 0,0-1 0,-1 1 0,2-1 0,-2 0 0,1 1 0,-1-1 0,2 1 0,-2 0 0,2-1 0,-2 1 0,1-1 0,-1 1 0,1-1 0,-1 1 0,1 0 0,-1 0 0,1-1 0,0 1 0,0-1 0,0 1 0,0-2 0,-1 2 0,1 0 0,-1 0 0,1 0 0,-1-1 0,1 1 0,0-1 0,-1 0 0,1 1 0,-1-1 0,1 1 0,-1 0 0,0 0 0,0-1 0,0 1 0,1 0 0,-1-1 0,0 1 0,0-1 0,1 1 0,-1 0 0,0 0 0,0-1 0,0 1 0,1 0 0,-1 0 0,1 0 0,-1-1 0,0 1 0,0-1 0,1 1 0,-1 0 0,1 0 0,-1 0 0,1-1 0,-1 1 0,1 0 0,-1 0 0,1-1 0,0 1 0,-1-1 0,1 1 0,-1-1 0,1 1 0,-1-1 0,1 1 0,-1 0 0,1 0 0,-1-1 0,1 1 0,0 0 0,-2-1 0,2 1 0,-1-1 0,0 1 0,1 0 0,-1 0 0,0-1 0,0 1 0,0 0 0,1 0 0,-1-1 0,0 1 0,0-1 0,1 1 0,-2 0 0,2-1 0,-1 1 0,0 0 0,1 0 0,-1-1 0,0 1 0,0-1 0,0 1 0,-3 0 0,1 0 0,-3 0 0,2-1 0,0 1 0,1 0 0,-1 0 0,1 0 0,-1 0 0,1 0 0,-2 0 0,2 0 0,-2 0 0,2 0 0,-1 0 0,0-1 0,0 1 0,-1-1 0,2 1 0,-2 0 0,1 0 0,-2 0 0,2 0 0,-1 0 0,1 0 0,0 0 0,0 0 0,0 0 0,0-1 0,-1 1 0,2-1 0,-2 1 0,1 0 0,0 0 0,0 0 0,0 0 0,-1 0 0,0 0 0,1 0 0,0 0 0,0 0 0,0 0 0,1 1 0,-1-1 0,0 1 0,0-1 0,0 0 0,0 0 0,1 0 0,-1 0 0,1 0 0,-1 0 0,0 0 0,0 1 0,0-1 0,0 0 0,1 0 0,-1 0 0,1 0 0,-1 0 0,1 0 0,-1 0 0,0 0 0,1 0 0,-1 0 0,1 0 0,-1 0 0,1 0 0,-1 0 0,0 0 0,1 0 0,-1 0 0,1 0 0,-1 0 0,1 0 0,-1 0 0,1 0 0,-1 0 0,1 0 0,0 0 0,0-1 0,-1 1 0,1-1 0,0 1 0,0-1 0,0 1 0,-1 0 0,1 0 0,0-1 0,0 1 0,-1 0 0,1 0 0,0-1 0,-1 1 0,2-1 0,-2 1 0,0-1 0,1 1 0,-1 0 0,1-1 0,-1 1 0,1-1 0,-1 0 0,1 1 0,-1 0 0,0 0 0,1 0 0,-1 0 0,1-1 0,-1 1 0,0-1 0,0 1 0,0 0 0,0 0 0,1-1 0,-1 1 0,1-1 0,-1 1 0,0 0 0,1 0 0,-1 0 0,1-1 0,-1 1 0,0 0 0,0 0 0,-1 0 0,2-1 0,-2 1 0,2-1 0,-1 1 0,1 0 0,-1 0 0,0 0 0,1 0 0,-1 0 0,1 0 0,-1 0 0,0 0 0,0 0 0,0 0 0,0-1 0,1 1 0,-1 0 0,1 0 0,-1 0 0,1 0 0,-1 0 0,0-1 0,1 1 0,-1-1 0,1 1 0,-1-1 0,1 1 0,-1 0 0,0 0 0,1 0 0,0-1 0,0 1 0,0-1 0,-1 0 0,1 1 0,-1-1 0,1 1 0,0 0 0,-1 0 0,1-1 0,0 0 0,-1 1 0,1-1 0,-1 1 0,1-1 0,-1 0 0,0 1 0,1-1 0,-1 0 0,1 1 0,-1 0 0,1-1 0,0 1 0,0-2 0,-1 2 0,1-1 0,-1 1 0,1 0 0,-1-2 0,1 2 0,-1-1 0,1 0 0,-1 1 0,1-1 0,0 1 0,0-1 0,-1 1 0,1-1 0,-1 0 0,1 1 0,-2-2 0,2 2 0,-1-1 0,0 1 0,1-2 0,-1 2 0,1-1 0,-1 1 0,2-1 0,-1 0 0,-1 1 0,1-1 0,0 1 0,-1-1 0,1 0 0,-1 1 0,1-2 0,0 2 0,0 0 0,0-1 0,0 1 0,0-1 0,0 0 0,0 1 0,0-1 0,-1 1 0,1-2 0,-1 2 0,1-1 0,0 0 0,0 0 0,-1 1 0,1-2 0,0 2 0,0-1 0,0 0 0,-1 0 0,1 0 0,0 1 0,1-2 0,-2 2 0,1-1 0,0 0 0,-1 0 0,1 0 0,0 0 0,0 0 0,0 0 0,0 0 0,1 0 0,-2 1 0,2-2 0,-1 1 0,0 0 0,-1-1 0,1 1 0,-1-1 0,1 1 0,-1-1 0,0 0 0,2 1 0,-2-1 0,1 1 0,0-1 0,-1 1 0,1 0 0,0-1 0,-1 2 0,2-2 0,-2 0 0,1 1 0,0 0 0,0 0 0,0 0 0,0 0 0,0-1 0,0 2 0,1-1 0,-2 1 0,2-2 0,-1 1 0,1 0 0,-2-1 0,1 1 0,0-1 0,-1 1 0,1 0 0,0 0 0,0-1 0,0 0 0,0 0 0,-1 1 0,2 0 0,-1 0 0,1 0 0,-2 0 0,1 0 0,0-1 0,0 0 0,0 2 0,0-2 0,-1 1 0,2 0 0,-1-1 0,0 1 0,0 0 0,0 0 0,0-1 0,0 2 0,0-2 0,0 1 0,0 0 0,0-1 0,-1 1 0,2-1 0,0 0 0,-1 1 0,0-1 0,0 1 0,0-1 0,1 1 0,0 0 0,-1 0 0,0-2 0,-1 1 0,1-1 0,0 2 0,1-1 0,-1 1 0,0 0 0,1-1 0,-2 0 0,1 0 0,0-1 0,1 2 0,-1-1 0,1 0 0,-1 2 0,1-2 0,-1 1 0,0 0 0,1-1 0,-1 1 0,1-1 0,-1 1 0,0 0 0,1-1 0,-1 1 0,0-1 0,1 0 0,-1 1 0,1-1 0,-1 2 0,1-2 0,0 0 0,-1 1 0,1-1 0,-1 0 0,1 0 0,0 1 0,-1 0 0,1-1 0,0 1 0,0-1 0,-1 1 0,1 0 0,-1 0 0,1-1 0,-1 0 0,1 0 0,0 0 0,-1 2 0,1-2 0,-1 1 0,0 0 0,1-2 0,-1 2 0,0-2 0,1 2 0,-1-1 0,1 1 0,-1-1 0,1 1 0,-1-2 0,0 2 0,0-2 0,1 2 0,0-1 0,0 1 0,-1-1 0,1 1 0,-1-2 0,1 2 0,-1-2 0,1 2 0,0-1 0,0 1 0,0 0 0,-1-1 0,1 1 0,-1-1 0,1 0 0,-1-1 0,1 1 0,-1 1 0,1 0 0,0 0 0,0-1 0,-1 1 0,1-1 0,-2 0 0,2 0 0,-1 0 0,1 0 0,-2 1 0,1-1 0,0 0 0,1 0 0,-1 1 0,1-1 0,-1 1 0,0-1 0,1 0 0,0 0 0,-1 1 0,1 0 0,-1 0 0,0-3 0,0 2 0,1-1 0,-1 1 0,1 1 0,0-1 0,0 0 0,0 1 0,0-1 0,0 1 0,0-1 0,0 1 0,0-1 0,-1 0 0,1 1 0,-1-1 0,1 1 0,0-1 0,0 1 0,0-1 0,0 1 0,-1-1 0,1 0 0,0 1 0,0-1 0,0 1 0,-1 0 0,1-1 0,-1 2 0,1-2 0,0 0 0,0 1 0,-1-1 0,1 1 0,0-1 0,0 1 0,0-1 0,0 0 0,0 1 0,-1 0 0,1 0 0,-1 0 0,1-1 0,0 1 0,-1-1 0,1 1 0,-1-1 0,1 0 0,0 1 0,0-1 0,0 1 0,-1-1 0,0 1 0,1-1 0,-1 0 0,0 1 0,1-1 0,-1 1 0,1 0 0,-1 0 0,1 0 0,-1 0 0,1 0 0,-1 0 0,0 0 0,0 1 0,0 0 0,0-1 0,1-1 0,0 1 0,0-1 0,0 1 0,0-1 0,0 1 0,0-1 0,-1 1 0,1 0 0,-1 0 0,1-1 0,0 1 0,0-1 0,0 1 0,0 0 0,0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07:53.926"/>
    </inkml:context>
    <inkml:brush xml:id="br0">
      <inkml:brushProperty name="width" value="0.2" units="cm"/>
      <inkml:brushProperty name="height" value="1.2" units="cm"/>
      <inkml:brushProperty name="color" value="#FFC114"/>
      <inkml:brushProperty name="inkEffects" value="pencil"/>
    </inkml:brush>
  </inkml:definitions>
  <inkml:trace contextRef="#ctx0" brushRef="#br0">307 158 16383,'3'13'0,"0"-1"0,-3-6 0,0 1 0,0-1 0,0 0 0,0 1 0,0-1 0,0 0 0,0 1 0,0-1 0,-3-2 0,3 1 0,-3-1 0,3 2 0,0 0 0,0 1 0,0-1 0,0 0 0,0 1 0,0-1 0,3-2 0,-6-16 0,6 6 0,-6-12 0,3 12 0,0-1 0,0 1 0,0-1 0,0 1 0,0 0 0,-3 2 0,2-2 0,-2 3 0,3-4 0,0 1 0,0 0 0,0-1 0,0 1 0,0-1 0,3 4 0,1 0 0,2 3 0,-2 3 0,1-2 0,-4 4 0,2-1 0,-3 2 0,0 0 0,0 1 0,0-1 0,0 0 0,0 1 0,0-1 0,0 0 0,0 1 0,0-1 0,0 0 0,0 1 0,0-1 0,0 1 0,0-1 0,0 0 0,0 1 0,-3-4 0,2 3 0,-2-3 0,3 4 0,0-1 0,0 0 0,3 1 0,-5-21 0,4 10 0,-5-17 0,0 18 0,3-3 0,-3 2 0,0 1 0,2-3 0,-2 3 0,3-4 0,0 1 0,0-1 0,0 1 0,-2-1 0,1 1 0,-2 0 0,3-1 0,0 1 0,0-1 0,3 21 0,-2-10 0,1 16 0,-2-13 0,0-1 0,0 0 0,-2-2 0,1 2 0,-2-3 0,3 4 0,0-1 0,-3-3 0,2 3 0,-1-2 0,-1-1 0,2 3 0,-5-3 0,3-8 0,-1 3 0,1-10 0,3 6 0,-3 2 0,3-2 0,-3 3 0,3-4 0,-3 4 0,2-3 0,-1 3 0,2-4 0,2 4 0,2 0 0,2 0 0,1 2 0,-1-2 0,0 3 0,1-3 0,-1 3 0,0-3 0,1 3 0,-1 0 0,0-3 0,9 2 0,-6-1 0,5 2 0,-7 0 0,-1-3 0,0 2 0,1-2 0,-1 3 0,0 0 0,1 0 0,-1 0 0,0 0 0,1 0 0,-1 0 0,0 0 0,1 0 0,-1 0 0,1 0 0,-1 0 0,0 0 0,1 0 0,-1 0 0,-3 3 0,3-2 0,-2 1 0,-1 1 0,3-2 0,-20 2 0,11-3 0,-15 0 0,11 0 0,1 0 0,0 0 0,-1 0 0,1 0 0,-1 0 0,1 0 0,0 0 0,-1 0 0,1 0 0,-1 0 0,1 0 0,0 0 0,-1 0 0,1 0 0,-1 0 0,1 0 0,-3 0 0,2 0 0,-3 0 0,4 3 0,0-3 0,-1 3 0,1-3 0,-1 0 0,1 0 0,0 3 0,-1-2 0,-8 1 0,7-2 0,-4 3 0,6-2 0,2 2 0,-2-3 0,-1 0 0,1 0 0,0 0 0,-1 0 0,-2 3 0,2-3 0,-2 3 0,2-3 0,1 0 0,-1 0 0,-2 3 0,2-2 0,-2 2 0,2-1 0,1-1 0,0 2 0,2 0 0,-2-3 0,0 3 0,-1-3 0,-2 3 0,2-2 0,1 2 0,-3-3 0,1 0 0,-1 0 0,6 2 0,-3-1 0,2 2 0,-2-3 0,0 0 0,-1 0 0,1 0 0,-1 0 0,4 3 0,-3-3 0,19 3 0,-12-6 0,16 3 0,-13-3 0,2 3 0,0 0 0,1-3 0,-1 2 0,6-2 0,-4 1 0,4 1 0,-6-2 0,0 0 0,1 2 0,-1-1 0,0 2 0,1 0 0,-1 0 0,6-3 0,-4 2 0,4-5 0,-6 6 0,0-3 0,1 3 0,-1 0 0,0 0 0,-2-3 0,2 2 0,-3-2 0,6 3 0,-2 0 0,3-2 0,-4 1 0,0-2 0,1 3 0,-1 0 0,0 0 0,3-3 0,-2 2 0,3-1 0,-4 2 0,-2 2 0,1-1 0,-4 5 0,2-3 0,-6 1 0,2 1 0,-5-4 0,3 2 0,-4-3 0,1 3 0,0-3 0,-1 3 0,1-3 0,-1 0 0,1 0 0,0 3 0,-1-2 0,-2 2 0,2-3 0,-2 0 0,2 0 0,1 0 0,-1 2 0,1-1 0,0 2 0,2-6 0,1 0 0,3-4 0,0 1 0,0-1 0,0 1 0,0 0 0,0-1 0,3 4 0,-2-3 0,4 5 0,-4-7 0,5 3 0,-6-4 0,6 6 0,-5-3 0,2 2 0,-1 1 0,-1-3 0,2 3 0,0-1 0,-3-2 0,6 3 0,-2-4 0,2 1 0,-3 0 0,3-1 0,-5 1 0,2-1 0,-3 1 0,2-1 0,-1 1 0,2 0 0,0 2 0,-3-2 0,3 3 0,3 11 0,-5-6 0,5 13 0,-3-11 0,-2 1 0,1-1 0,1 2 0,-2 1 0,2-1 0,-1 0 0,-1 1 0,2 5 0,0-8 0,-2 8 0,1-9 0,-2 4 0,0-1 0,0 0 0,0 1 0,3 5 0,-2-5 0,2 5 0,-3-5 0,0-1 0,0 0 0,0 1 0,3-1 0,-3 0 0,3 1 0,-3-1 0,0 0 0,0 4 0,0-3 0,0 2 0,0-3 0,0 1 0,0-1 0,3-3 0,-2 3 0,1-2 0,-2 2 0,0 0 0,0 1 0,0-1 0,0 0 0,0 1 0,0-1 0,0 0 0,0 1 0,0-1 0,0 0 0,0 1 0,0-1 0,0 0 0,0 1 0,0-1 0,0 0 0,0 1 0,0-1 0,0 0 0,0 1 0,3-1 0,-2 0 0,2 1 0,0-4 0,-3 3 0,-5-20 0,2 11 0,-5-15 0,8 12 0,-3 2 0,2-2 0,-2 3 0,3-6 0,0 1 0,0-1 0,0 3 0,0-1 0,0 1 0,0 0 0,-2-1 0,1-5 0,-2 4 0,3-4 0,0 6 0,0-1 0,0 1 0,0 0 0,0-1 0,0 1 0,0-3 0,0 1 0,0-1 0,0 3 0,0-1 0,0 1 0,0 0 0,0-4 0,0 3 0,0-2 0,0 3 0,0-1 0,0 1 0,0-4 0,0 3 0,0-2 0,0 3 0,0-4 0,0 3 0,0-2 0,0 3 0,0-1 0,0 1 0,0-1 0,0 1 0,0 0 0,0-1 0,3 1 0,-2-3 0,1 1 0,-2-1 0,0 3 0,0-1 0,0 1 0,0 0 0,0-1 0,0 1 0,0-1 0,3 4 0,-2-3 0,2 3 0,-3-4 0,0 1 0,0-1 0,0 1 0,0 0 0,0-1 0,0 1 0,0 19 0,0 0 0,0 9 0,0-7 0,0-9 0,0 1 0,0-1 0,0 3 0,0-2 0,0 3 0,0-4 0,0 0 0,0 1 0,0-1 0,0 0 0,0 1 0,0-1 0,0 0 0,0 1 0,0-1 0,0 0 0,0 1 0,0-1 0,0 0 0,0 1 0,3-1 0,-3 0 0,3 1 0,-3-1 0,0 0 0,0 1 0,0-1 0,0 0 0,3-2 0,-2 2 0,1-3 0,-2 3 0,0 1 0,3-4 0,-2 3 0,2-3 0,-3 4 0,0-1 0,0 1 0,0-1 0,0 0 0,3-2 0,-3 1 0,3-1 0,-3 2 0,0 1 0,0-1 0,0 0 0,0 1 0,0-1 0,0 0 0,0 1 0,0-1 0,0 0 0,3-2 0,-2 1 0,1-1 0,-2 2 0,0 1 0,0-1 0,0 0 0,0 1 0,0-1 0,0 0 0,0 1 0,0-1 0,3-2 0,-2 1 0,2-1 0,-12-9 0,7 3 0,-9-10 0,7 8 0,1-2 0,-3 3 0,5-4 0,-4 4 0,4-3 0,-5 5 0,5-4 0,-4 4 0,4-5 0,-5 3 0,6-4 0,-6 4 0,5-3 0,-4 5 0,4-4 0,-2 1 0,3-2 0,0-1 0,-3 4 0,2-3 0,-1 2 0,-1 1 0,2-3 0,-2 3 0,3-4 0,0 1 0,-3 2 0,3-1 0,-3 1 0,3-2 0,-3 2 0,2-2 0,-2 3 0,0-1 0,3-1 0,-6 1 0,5-2 0,-4-1 0,4 1 0,-5-1 0,6 1 0,-6 2 0,2 2 0,1 4 0,0 5 0,6-3 0,-3 4 0,6-7 0,-2 2 0,-1 0 0,3-3 0,-3 3 0,4 0 0,-4 1 0,3-1 0,-6 3 0,6-6 0,-2 6 0,-1-2 0,3-1 0,-5 3 0,4-5 0,-4 4 0,2-1 0,-1-1 0,-1 3 0,5-20 0,-5 11 0,1-15 0,-2 12 0,0-1 0,0 1 0,3-1 0,-2 1 0,2 0 0,0-4 0,-3 3 0,3-2 0,0 5 0,-2-1 0,1 1 0,1 1 0,-2-3 0,5 5 0,-3-2 0,3 3 0,1 0 0,-1 0 0,0 0 0,1 0 0,-4-3 0,3 3 0,-3-3 0,4 0 0,-1 2 0,-2-4 0,1 4 0,-4-5 0,5 6 0,-3-3 0,4 3 0,-1 0 0,-20 0 0,10 0 0,-17 0 0,18 2 0,-3-1 0,3 2 0,-4 0 0,1-2 0,-1 1 0,4 1 0,-3-2 0,3 2 0,-4-3 0,-2 3 0,2-3 0,0 6 0,2-5 0,1 1 0,-2 1 0,-1-2 0,1 2 0,0-3 0,2 3 0,-2-3 0,3 3 0,-4-3 0,4 3 0,-3-2 0,3 1 0,-4-2 0,4-2 0,0-2 0,3-2 0,-3 2 0,2-2 0,-2 3 0,3-4 0,0 1 0,0 0 0,0-1 0,0 1 0,0-1 0,0 1 0,0 0 0,0-1 0,0 1 0,3 2 0,-2-2 0,2 3 0,-3-3 0,2 2 0,-1-2 0,2 3 0,0-1 0,-2-2 0,1 3 0,-2 13 0,0-6 0,-3 14 0,3-12 0,-3 0 0,0 3 0,2-2 0,-1 3 0,-1-4 0,2 0 0,-5 1 0,6-1 0,-9 6 0,8-4 0,-5 4 0,3-9 0,2 3 0,-4-5 0,4 4 0,-2-1 0,0 5 0,0-2 0,-1 2 0,-2-5 0,6 1 0,-3-1 0,11-9 0,-6 3 0,10-8 0,-12 5 0,6 1 0,-2 1 0,2-6 0,-3 5 0,3-3 0,-5 2 0,4 4 0,-4-5 0,5 3 0,-6-4 0,9-2 0,-5 2 0,3-2 0,-2 5 0,-4-2 0,5 6 0,-6-6 0,6 2 0,-3 1 0,4 0 0,-4 0 0,3 0 0,0-4 0,1 4 0,0-3 0,-2 5 0,-1-2 0,-1 1 0,3 1 0,-3 1 0,1 3 0,-1 4 0,0-4 0,-3 3 0,3-3 0,-3 4 0,0-1 0,0 0 0,0 1 0,3 2 0,-2-2 0,1 2 0,-2-2 0,0-1 0,0 0 0,0 6 0,0-4 0,0 4 0,0-6 0,0 1 0,0-1 0,-2 3 0,1-2 0,-2 2 0,3-2 0,0-1 0,0 0 0,0 1 0,6-21 0,-5 10 0,5-17 0,-3 18 0,-3-3 0,3 2 0,0-2 0,-2 0 0,4 2 0,-4-2 0,2 3 0,0-1 0,-3-1 0,6 4 0,-5-5 0,4 3 0,-4-4 0,2 1 0,0 2 0,-3-1 0,6 4 0,-2-2 0,2 3 0,-3 0 0,0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06:05.117"/>
    </inkml:context>
    <inkml:brush xml:id="br0">
      <inkml:brushProperty name="width" value="0.2" units="cm"/>
      <inkml:brushProperty name="height" value="1.2" units="cm"/>
      <inkml:brushProperty name="color" value="#00A0D7"/>
      <inkml:brushProperty name="inkEffects" value="pencil"/>
    </inkml:brush>
  </inkml:definitions>
  <inkml:trace contextRef="#ctx0" brushRef="#br0">744 28 16383,'-1'5'0,"0"-2"0,0-2 0,1 1 0,-1-1 0,1 1 0,-1-1 0,1 1 0,-1-1 0,1 1 0,0 0 0,-1 0 0,1 0 0,-1 0 0,0 0 0,1 0 0,-1 0 0,0 0 0,1 0 0,-1 0 0,1 0 0,-1 0 0,1 0 0,-1 0 0,0 0 0,1 0 0,-1 0 0,1 0 0,0 0 0,-1-1 0,1 1 0,-1-1 0,1 1 0,0 0 0,0 0 0,0 0 0,-1 0 0,1 0 0,-1 0 0,1 0 0,0 0 0,0 0 0,0 0 0,0 0 0,0 0 0,0 0 0,0 0 0,0 0 0,0 0 0,0 0 0,0 0 0,-1 0 0,1 0 0,-1 0 0,1 0 0,0 0 0,0 0 0,0 0 0,0 0 0,-1-1 0,1 1 0,-1-1 0,1 1 0,0 0 0,0 0 0,0 0 0,0 0 0,-1 0 0,1 0 0,-1 0 0,1 0 0,-1 0 0,1 0 0,-1 0 0,1 0 0,0 0 0,-1 0 0,1-1 0,-1 1 0,1 0 0,0 0 0,0 0 0,-1 0 0,1-1 0,-1 0 0,1 1 0,0 0 0,0 0 0,0 0 0,0 0 0,-1 0 0,1 0 0,-1 0 0,1 0 0,0 0 0,0 0 0,0 0 0,-1 0 0,1 0 0,-1 0 0,1 0 0,0 0 0,0 0 0,0 0 0,0 0 0,-1 0 0,1 0 0,-1 0 0,1 0 0,0 0 0,0 0 0,0 0 0,0 0 0,0 0 0,0 0 0,-1-1 0,1 1 0,-1-1 0,1 1 0,0 0 0,0 0 0,0 0 0,-1-1 0,1 1 0,-1-1 0,1 1 0,0 0 0,0 0 0,0 0 0,0 0 0,0 0 0,0 0 0,-1 0 0,1 0 0,-1 0 0,1 0 0,0 0 0,0 0 0,0 0 0,-1 0 0,1 0 0,-1 0 0,1 0 0,0 0 0,-1 0 0,1 0 0,-1 0 0,1 0 0,-1 0 0,1 0 0,-1 0 0,1 0 0,-1 0 0,1 0 0,-1 0 0,1 0 0,-1 0 0,1 0 0,-1 0 0,0 0 0,1 0 0,-1-1 0,0 1 0,1-1 0,-1 0 0,1 1 0,-1 0 0,1 0 0,-2 0 0,2 0 0,-1 0 0,0 0 0,1 0 0,-2 0 0,1 0 0,0 0 0,-1 0 0,2 0 0,-1 0 0,0 0 0,1 0 0,-2 0 0,2 0 0,-2 0 0,1 0 0,0 0 0,0 0 0,0 0 0,0-1 0,0 1 0,0-1 0,0 1 0,1 0 0,-2 0 0,1-1 0,0 1 0,-1-1 0,2 1 0,-2 0 0,2 0 0,-2 0 0,1-1 0,-1 1 0,1-1 0,0 1 0,0-1 0,0 1 0,-1 0 0,1-1 0,0 2 0,-1-2 0,1 1 0,0 0 0,-1 0 0,0 1 0,0-1 0,0 1 0,0-1 0,1 0 0,0 0 0,0 0 0,0 0 0,-1-1 0,0 1 0,1-1 0,-1 1 0,0 0 0,1 0 0,0 1 0,-1-1 0,0 1 0,0-1 0,1 0 0,0 0 0,-1 0 0,1 0 0,0 0 0,-1 0 0,1 0 0,0 0 0,-1 0 0,1 0 0,0 0 0,-1 0 0,0 0 0,1 0 0,0-1 0,-1 1 0,0 0 0,1 0 0,-1 0 0,1 0 0,0 0 0,-1 0 0,1 0 0,0 0 0,-1-1 0,1 1 0,0-1 0,-1 1 0,2 0 0,-2-1 0,1 1 0,0-1 0,-1 1 0,1 1 0,-1-1 0,1 1 0,-1-2 0,2 1 0,-2-1 0,1 1 0,0 0 0,-1 0 0,1 0 0,0 0 0,-1-1 0,1 1 0,-1-1 0,1 1 0,-1-1 0,1 1 0,0-1 0,-1 0 0,2 1 0,-2-1 0,1 0 0,-1 0 0,1 0 0,-1 0 0,1 0 0,0 1 0,-1-2 0,1 2 0,-1-2 0,1 2 0,-1-1 0,1 0 0,-1 1 0,0-1 0,0 0 0,0 1 0,1-1 0,-1 0 0,1 1 0,-1-2 0,0 2 0,0-2 0,0 2 0,1-1 0,-1 0 0,1 1 0,-1-2 0,0 2 0,0-2 0,0 2 0,0-2 0,-1 2 0,1-2 0,-1 2 0,1-2 0,0 2 0,0-2 0,0 2 0,0-2 0,0 2 0,0-2 0,0 2 0,0-2 0,0 2 0,0-2 0,-1 1 0,1 0 0,-1-1 0,1 2 0,0-2 0,0 1 0,0 0 0,-1-1 0,1 2 0,-1-2 0,1 1 0,0 0 0,-1-1 0,1 2 0,-1-2 0,1 1 0,0 0 0,0-1 0,0 1 0,-1 0 0,1-1 0,-1 1 0,1 0 0,0-1 0,-1 1 0,0 0 0,0-1 0,0 2 0,0-2 0,1 1 0,-1-1 0,1 1 0,0-1 0,0 1 0,-1-1 0,1 0 0,-1 1 0,-1-1 0,2 1 0,-2-1 0,2 1 0,0 0 0,0-1 0,-1 0 0,1 1 0,-1 0 0,1-1 0,0 0 0,0 1 0,-1 0 0,0-1 0,0 1 0,-4 0 0,4 0 0,-2 0 0,3-1 0,0 0 0,-1 0 0,1 1 0,-1 0 0,1-1 0,-1 0 0,1 1 0,-1 0 0,1-1 0,0 0 0,-5 0 0,3 1 0,-2 0 0,3 0 0,1 0 0,0-1 0,-1 0 0,1 1 0,-1-1 0,1 0 0,-1 1 0,1 0 0,-6 0 0,5 0 0,-4 0 0,4 0 0,1-1 0,-1 1 0,0 0 0,1-1 0,-1 1 0,0 0 0,1-1 0,0 0 0,-1 1 0,-3 0 0,2 1 0,-2-2 0,3 1 0,1 0 0,0-1 0,-1 1 0,0-1 0,-1 1 0,2-1 0,-1 1 0,0-1 0,1 1 0,0 0 0,-4 0 0,2 1 0,-2-1 0,3 0 0,1 0 0,-1-1 0,0 1 0,1-1 0,0 1 0,-1-1 0,0 1 0,1 0 0,0-1 0,-4 2 0,3-2 0,-4 1 0,5 0 0,0-1 0,0 1 0,0-1 0,0 1 0,0-1 0,0 1 0,-1-1 0,1 0 0,-3 1 0,2-1 0,-2 2 0,2-2 0,1 1 0,-1-1 0,1 0 0,0 0 0,0 0 0,0 1 0,0-1 0,0 1 0,0-1 0,-1 0 0,0 1 0,-1-1 0,2 1 0,0-1 0,0 0 0,0 0 0,0 0 0,0 0 0,0 0 0,0 0 0,-2 0 0,2 1 0,-2-1 0,2 1 0,0-1 0,0 0 0,6 1 0,-2-1 0,4 1 0,-4 0 0,0-1 0,0 1 0,0-1 0,0 0 0,2 0 0,-2 0 0,2 0 0,-2 0 0,0 0 0,0 0 0,0 0 0,0 0 0,0 1 0,0-1 0,0 1 0,3-1 0,-1 0 0,2 0 0,-3 0 0,-1 0 0,0 0 0,0 0 0,0 0 0,1 0 0,-1 0 0,1 0 0,-1 0 0,1 0 0,2 0 0,-1 0 0,2 0 0,-4 0 0,1 1 0,-1-1 0,0 1 0,1-1 0,0 0 0,-1 0 0,0 0 0,1 0 0,-1 0 0,7 0 0,-6 1 0,5-1 0,-6 1 0,1-1 0,-1 0 0,1 0 0,-1 0 0,2 0 0,-2 0 0,2 0 0,-2 0 0,1 0 0,3 0 0,-3 0 0,3 1 0,-2-1 0,-2 1 0,1-1 0,0 0 0,0 0 0,0 0 0,0 0 0,-1 0 0,0 0 0,1 0 0,1 0 0,0 0 0,0 0 0,-1 0 0,-1 1 0,0-1 0,0 1 0,0-1 0,0 0 0,0 0 0,0 0 0,0 0 0,0 0 0,0 0 0,3 1 0,-2-1 0,3 1 0,-3-1 0,-1 0 0,0 0 0,0 0 0,0 0 0,0 0 0,0 1 0,0-1 0,3 1 0,-2-1 0,1 0 0,-2 0 0,0 0 0,0 1 0,0-1 0,0 1 0,0-1 0,1 0 0,-1 1 0,4-1 0,-3 1 0,1-1 0,-2 0 0,0 0 0,0 0 0,0 0 0,0 1 0,0-1 0,0 1 0,0-1 0,2 1 0,-2-1 0,2 1 0,-2-1 0,0 0 0,0 0 0,0 0 0,0 0 0,-1 1 0,1-1 0,-1 1 0,3-1 0,-2 0 0,2 1 0,-2-1 0,0 1 0,0-1 0,0 0 0,0 1 0,0-1 0,0 1 0,0-1 0,1 1 0,0-1 0,1 1 0,-2-1 0,0 1 0,0-1 0,0 1 0,0 0 0,0-1 0,0 1 0,0-1 0,2 1 0,-1 0 0,2 0 0,-4 0 0,1-1 0,0 1 0,-1-1 0,0 1 0,1-1 0,0 0 0,0 1 0,0-1 0,4 2 0,-4-1 0,3 0 0,-4 0 0,1-1 0,0 0 0,0 0 0,-1 1 0,1-1 0,-1 1 0,1-1 0,0 0 0,3 1 0,-2-1 0,1 1 0,-2 0 0,0-1 0,0 1 0,0-1 0,0 0 0,-1 1 0,1-1 0,2 1 0,-2-1 0,3 1 0,-3-1 0,0 1 0,0-1 0,0 0 0,-1 1 0,1-1 0,-1 1 0,2-1 0,-1 1 0,1-1 0,-1 1 0,0-1 0,0 0 0,-1 1 0,1-1 0,-1 1 0,2 0 0,-1-1 0,0 2 0,0-2 0,-1 1 0,1 0 0,0-1 0,1 1 0,-2 0 0,2-1 0,-2 1 0,1 0 0,0-1 0,0 1 0,-1 0 0,1 0 0,0 0 0,0 1 0,-1-2 0,1 1 0,-1 0 0,0-1 0,1 2 0,0-1 0,1 1 0,-1 0 0,-1-1 0,1 0 0,-1 0 0,0 0 0,1 1 0,1 1 0,-1 0 0,-1-1 0,0 0 0,1 0 0,-1-1 0,0 0 0,0 1 0,0 0 0,1 1 0,-1-1 0,1 0 0,-2 0 0,2 0 0,-2 0 0,2 0 0,-1 0 0,1 0 0,-1 1 0,1-1 0,-1 1 0,0-1 0,1 0 0,-1 0 0,0 0 0,0 0 0,0 0 0,-1 0 0,2 0 0,-2 0 0,2-1 0,-2 1 0,1-1 0,0 1 0,-1 0 0,1 0 0,0 0 0,0 0 0,1 0 0,-1 0 0,0 0 0,-1 0 0,1 0 0,-1 0 0,2 0 0,-2 0 0,1 0 0,1 2 0,-2-2 0,3 2 0,-3-2 0,1 0 0,0 0 0,-1 0 0,1 0 0,0-1 0,-1 1 0,1-1 0,0 1 0,-1 0 0,2 0 0,-1 3 0,1-3 0,-1 4 0,0-5 0,0 2 0,-1-1 0,2 1 0,-2-1 0,1 0 0,0 0 0,-1 0 0,2 0 0,-1 2 0,0-1 0,1 1 0,-2-3 0,1 1 0,-1 0 0,0 0 0,1 0 0,0-1 0,0 1 0,0 0 0,-1 0 0,0 0 0,2 4 0,-2-2 0,3 2 0,-3-3 0,2 0 0,-2-1 0,1 1 0,0-2 0,-1 2 0,1-2 0,0 4 0,-1-2 0,2 1 0,-2-2 0,1 0 0,-1 0 0,0 0 0,0 0 0,1 0 0,-1 0 0,1 0 0,0 0 0,-1 1 0,1-1 0,-1 1 0,1 0 0,-1-1 0,1 1 0,-1-1 0,0 0 0,1 0 0,-1 0 0,1 0 0,-1 0 0,0 0 0,0 0 0,1 0 0,-1 2 0,2-2 0,-2 2 0,1-2 0,-1 0 0,0 0 0,1 0 0,-1 0 0,1 0 0,-1 0 0,1 0 0,-1 0 0,1 0 0,-1 1 0,0-1 0,1 1 0,-1-1 0,1 0 0,-1 0 0,1 0 0,-1 0 0,1 0 0,0 0 0,-1 0 0,1 0 0,0 1 0,-1-1 0,1 0 0,0 0 0,0 0 0,0 0 0,0 0 0,-1 0 0,1 0 0,-1 0 0,1 1 0,0-1 0,-1 0 0,1-1 0,-1 1 0,1 0 0,-1 0 0,1 0 0,0 1 0,0-1 0,0 1 0,0-1 0,0 0 0,-1 0 0,1 0 0,0 0 0,0 0 0,-1 0 0,1 0 0,0 0 0,-1 0 0,1 0 0,0 3 0,1-3 0,-1 3 0,0-3 0,-1 0 0,0 0 0,0 0 0,1 0 0,0 0 0,-1 0 0,1 2 0,0-3 0,0 3 0,0-3 0,-1 1 0,0 0 0,1 0 0,-1 0 0,0 0 0,0 0 0,1 0 0,0 2 0,-1-2 0,0 2 0,0-2 0,0 0 0,0 0 0,0 0 0,0 0 0,0 0 0,0 0 0,0 0 0,1 1 0,0 0 0,-1 1 0,0-2 0,0 0 0,0 0 0,1 0 0,0 0 0,-1-1 0,0 1 0,0 2 0,0-1 0,0 0 0,0-1 0,0 0 0,0 0 0,1 0 0,0 0 0,-1 0 0,1 1 0,0-1 0,-1 1 0,0-1 0,1 0 0,0 0 0,-1 0 0,0 0 0,0 0 0,1-1 0,0 1 0,0 2 0,0-2 0,-1 3 0,1-3 0,0 0 0,-1 0 0,0 0 0,0 0 0,1-1 0,-1 1 0,1-1 0,-1 1 0,0 0 0,0 0 0,0 0 0,1 0 0,-1 0 0,1 0 0,-1 2 0,0-2 0,0 2 0,0-2 0,1-1 0,-1 1 0,1-1 0,-1 2 0,1-1 0,-1 1 0,1-1 0,-1 0 0,1 0 0,-1 0 0,1 0 0,-1 0 0,1 1 0,-1-1 0,1 1 0,-1-1 0,1 0 0,-1 0 0,1 0 0,0-1 0,-1 1 0,1 0 0,0 0 0,-1 1 0,1-1 0,-1 0 0,0 0 0,1 0 0,-1 0 0,1 0 0,-1-1 0,0 1 0,0 0 0,1 0 0,-1 0 0,1 0 0,-1 0 0,0 0 0,0 0 0,0 0 0,0 0 0,0 0 0,1 0 0,-1 0 0,1 0 0,-1 0 0,0 0 0,1-1 0,-1 1 0,1-1 0,-1 1 0,1 0 0,-1 0 0,1 0 0,-1 0 0,0 0 0,1 0 0,-1 0 0,1 0 0,-1 0 0,0 0 0,0 0 0,1-1 0,-1 1 0,1-1 0,-1 1 0,0 0 0,1 0 0,-1 0 0,1 0 0,-1 0 0,1 0 0,-1 0 0,1 0 0,-1 0 0,0 0 0,1-1 0,-1 1 0,1-1 0,-1 1 0,0 0 0,0 0 0,0 0 0,1-1 0,-1 1 0,1-6 0,-2 2 0,1-3 0,-1 3 0,1 0 0,0 0 0,0 0 0,0 0 0,-1 1 0,1-1 0,-1 1 0,1-1 0,0 0 0,-1 0 0,1 0 0,-1 0 0,1 0 0,0 0 0,0 0 0,0 0 0,-1 0 0,1 0 0,-1 0 0,1 0 0,0 0 0,0 0 0,-1 0 0,1 0 0,-1 0 0,1 0 0,0 0 0,-1 0 0,1 0 0,-1-1 0,1 1 0,0-1 0,0 1 0,-1 0 0,1 0 0,-1 0 0,1 0 0,0 0 0,0 0 0,0 0 0,0 0 0,-1 0 0,1 0 0,-1 0 0,1 0 0,0-1 0,-1 0 0,1 1 0,-1 0 0,1-1 0,0 1 0,0 0 0,-1-1 0,1 0 0,-1 1 0,1 0 0,0 0 0,0 0 0,0 0 0,-1 0 0,1-1 0,-1 0 0,1 1 0,0 0 0,0 0 0,0 0 0,0 0 0,0 0 0,-1 0 0,1 0 0,-1-1 0,1 1 0,0-1 0,0 0 0,0 1 0,0-1 0,0 1 0,0-1 0,0 1 0,0-1 0,-1 1 0,1 0 0,-1 0 0,1 0 0,0 0 0,0 0 0,0 0 0,0 0 0,0 0 0,0 0 0,0 0 0,0-1 0,0-2 0,0 2 0,0-2 0,0 3 0,0 0 0,-1-1 0,1 1 0,-1-1 0,1 1 0,0-1 0,0 1 0,0-1 0,0 1 0,0-1 0,0-2 0,0 1 0,0-2 0,0 3 0,0 1 0,0-1 0,0 1 0,0-1 0,0 1 0,0-1 0,0 1 0,0-1 0,0 1 0,0-5 0,0 4 0,0-5 0,0 6 0,0-1 0,0 1 0,0 0 0,0 0 0,0-1 0,0 1 0,0-1 0,0 1 0,0 0 0,0-4 0,0 2 0,0-2 0,0 4 0,0-1 0,0 1 0,0-1 0,0 1 0,0 0 0,0 0 0,0 0 0,0 0 0,0 0 0,-1-3 0,1 3 0,-1-3 0,1 3 0,0-1 0,0 1 0,0-1 0,0 1 0,0 0 0,0 0 0,0 0 0,0-3 0,0 3 0,0-3 0,0 3 0,0 0 0,0 0 0,0 0 0,0 0 0,-1 1 0,1-1 0,-1 1 0,1-1 0,0-3 0,0 2 0,0-1 0,0 2 0,0 0 0,0 0 0,0 0 0,0 0 0,0 0 0,0 0 0,0 0 0,0-3 0,0 2 0,0-1 0,0 2 0,0 0 0,0 0 0,1-1 0,-1 1 0,1-2 0,-1 2 0,1-1 0,-1 1 0,1-2 0,0 1 0,-1 0 0,2 1 0,-2 0 0,1-1 0,-1 0 0,1 1 0,-1 0 0,1 0 0,0-1 0,-1 0 0,1 1 0,0 0 0,-1 0 0,2-3 0,-2 2 0,1-1 0,-1 2 0,1 0 0,-1 0 0,2 0 0,-2-1 0,1 1 0,-1 0 0,0 0 0,1 0 0,-1 0 0,2-1 0,-2 0 0,1 1 0,-1 0 0,0 0 0,1 1 0,-1 0 0,1-1 0,-1 0 0,1 1 0,-1 0 0,1-1 0,-1 0 0,0 0 0,0 0 0,1 1 0,-1-1 0,1 0 0,0-1 0,-1 1 0,1 0 0,-1 0 0,0 0 0,0 0 0,1 1 0,-1-1 0,1 1 0,0-2 0,-1 0 0,2-1 0,-2 2 0,1 0 0,-1 0 0,1 0 0,-1 0 0,2 0 0,-1-3 0,1 2 0,-1-3 0,0 4 0,-1 0 0,1 1 0,-1-1 0,1 1 0,0-1 0,-1 0 0,3-4 0,-2 3 0,2-4 0,-2 5 0,0 0 0,0 0 0,0 0 0,0 0 0,-1 0 0,1 0 0,0 0 0,0-1 0,0 1 0,1-1 0,-2 1 0,1 1 0,0-2 0,0 2 0,1-2 0,-1 1 0,0 0 0,-1 0 0,1 0 0,0 0 0,0 0 0,0 0 0,0 0 0,0 0 0,-1 1 0,1-1 0,0 1 0,0-1 0,0 0 0,0 0 0,0 0 0,0 0 0,0 0 0,0 0 0,2-3 0,-2 3 0,2-2 0,-2 2 0,0 1 0,0-1 0,1 0 0,-1 1 0,0-1 0,0 1 0,-1-1 0,2 1 0,-2-1 0,2 2 0,-2-2 0,2 1 0,-2-1 0,2 1 0,-2-1 0,2 2 0,-2-2 0,2 2 0,-1-2 0,1 1 0,0-1 0,0 0 0,0 0 0,0 0 0,0 1 0,-1-1 0,1 2 0,-1-2 0,1 1 0,0-1 0,0 1 0,-1-1 0,1 1 0,-1-1 0,1 0 0,0 1 0,0-1 0,0 1 0,0-1 0,0 0 0,0 1 0,0-1 0,0 2 0,-1-2 0,1 1 0,-2 0 0,2 0 0,-1 1 0,0-1 0,1 0 0,-1 0 0,1 0 0,0-1 0,-1 1 0,1 0 0,-2 0 0,2 0 0,-1 1 0,0-1 0,1 0 0,-1 0 0,1 0 0,0 0 0,0 0 0,-1 0 0,2 0 0,-3 0 0,3 0 0,-2 1 0,0-1 0,1 0 0,-1 1 0,0-1 0,1 0 0,-1 1 0,1-1 0,0 0 0,0 0 0,0 0 0,0 1 0,-1-1 0,1 0 0,-1 0 0,1 1 0,0-1 0,0 0 0,0 1 0,0-1 0,0 0 0,0 0 0,0 0 0,0 1 0,0 0 0,0-1 0,0 0 0,0 1 0,-1 0 0,1 0 0,-1-1 0,1 0 0,1 0 0,-1 0 0,0 1 0,0 0 0,0 0 0,0 0 0,0-1 0,0 0 0,0 1 0,0 0 0,-1 0 0,1-1 0,-1 0 0,1 1 0,1 0 0,-1-1 0,1 0 0,-1 1 0,0 0 0,0-1 0,0 0 0,0 1 0,0 0 0,0-1 0,0 0 0,0 1 0,1-1 0,-1 0 0,1 0 0,-1 0 0,0 1 0,0 0 0,0-1 0,1 0 0,0 0 0,-1 0 0,1 0 0,-2 0 0,1 0 0,1 1 0,-1-1 0,1 1 0,-1-1 0,0 1 0,0-2 0,0 2 0,0-1 0,0 1 0,0-1 0,0 1 0,0-1 0,0 0 0,0 1 0,0-1 0,0 1 0,0-1 0,0 1 0,0-1 0,0 1 0,0 0 0,0-1 0,0 1 0,0-1 0,0 1 0,0-1 0,0 1 0,0-1 0,1 0 0,0 1 0,-1-1 0,0 1 0,0 0 0,0 0 0,-1-1 0,1 1 0,0-1 0,1 1 0,0-1 0,-1 1 0,0-1 0,0 1 0,0 0 0,1-1 0,-1 1 0,1-1 0,-1 1 0,0-1 0,0 1 0,0-1 0,1 1 0,-1 0 0,1-1 0,-1 1 0,1-1 0,-1 1 0,1-1 0,-1 1 0,9-2 0,-7 1 0,7-1 0,-8 1 0,-1 1 0,1-1 0,-1 1 0,0 0 0,1-1 0,-1 1 0,1-1 0,-1 0 0,0 1 0,0-1 0,1 0 0,-1 1 0,1-1 0,-1 1 0,0-1 0,0 1 0,0-1 0,0 1 0,0 0 0,0-1 0,0 1 0,1-1 0,-1 0 0,1 1 0,-1-2 0,0 2 0,0-1 0,0 1 0,0 0 0,0-1 0,0 1 0,0-1 0,0 0 0,0 1 0,0-1 0,0 1 0,-1-1 0,0 1 0,0-1 0,1 1 0,0 0 0,0-1 0,-1 1 0,0-1 0,1 1 0,0 0 0,0-1 0,-1 1 0,0-1 0,1 1 0,0 0 0,0 0 0,-1-1 0,1 1 0,-1-1 0,1 1 0,0 0 0,0 0 0,0 0 0,0-1 0,0 1 0,0-1 0,0 1 0,0-1 0,0 1 0,0-1 0,0 1 0,0-1 0,0 1 0,0-1 0,0 1 0,0-1 0,0 1 0,0-1 0,0 1 0,0 0 0,-1-1 0,1 1 0,-1-1 0,1 1 0,0 0 0,-1-1 0,1 1 0,-1-1 0,1 1 0,0 0 0,-1-1 0,1 1 0,-1-1 0,1 1 0,-1-1 0,1 1 0,-1-1 0,1 1 0,0 0 0,-1-1 0,1 1 0,-1-1 0,1 1 0,-6 0 0,3 0 0,-4 0 0,3-1 0,0 1 0,0-1 0,0 1 0,0 0 0,0 0 0,0 0 0,-1 0 0,1 0 0,-1 0 0,1 0 0,-1 0 0,1-1 0,-1 1 0,0-1 0,1 1 0,-2 0 0,2 0 0,-3 0 0,2 0 0,0 0 0,0 0 0,1 0 0,-2 0 0,2 0 0,-1-1 0,0 1 0,1-1 0,-2 1 0,2 0 0,-1 0 0,1 0 0,-1 0 0,0 0 0,-1 0 0,1 0 0,0 0 0,1 0 0,0 0 0,0 1 0,-1-1 0,1 1 0,-1-1 0,1 0 0,0 0 0,0 0 0,0 0 0,0 0 0,0 0 0,-1 0 0,0 1 0,1-1 0,0 1 0,0-1 0,0 0 0,0 0 0,0 0 0,0 0 0,0 0 0,0 0 0,-1 0 0,1 0 0,0 0 0,0 0 0,0 0 0,0 0 0,0 0 0,0 0 0,0 0 0,0 0 0,0 0 0,0 0 0,0 0 0,0 0 0,0 0 0,1-1 0,0 1 0,-1-1 0,0 1 0,1-1 0,-1 1 0,1-1 0,-1 1 0,0 0 0,1-1 0,-1 1 0,1-1 0,-1 1 0,0 0 0,1-1 0,-1 1 0,1-1 0,-1 0 0,0 1 0,0-1 0,0 1 0,0-1 0,0 1 0,0-1 0,0 0 0,0 1 0,0-1 0,0 1 0,0 0 0,0 0 0,0-1 0,0 1 0,-1-1 0,1 1 0,-1 0 0,1 0 0,0-1 0,0 1 0,0-1 0,0 1 0,0 0 0,0-1 0,0 1 0,0-1 0,0 1 0,-1 0 0,1 0 0,-2 0 0,2-1 0,-1 1 0,1-1 0,0 1 0,0 0 0,0 0 0,0 0 0,0 0 0,0 0 0,0 0 0,-1 0 0,1 0 0,-1 0 0,1-1 0,0 1 0,0-1 0,0 1 0,0 0 0,0 0 0,0 0 0,0 0 0,0-1 0,0 1 0,0-1 0,0 1 0,0-1 0,0 1 0,0-1 0,0 1 0,0 0 0,1-1 0,-1 1 0,1-1 0,-1 0 0,0 1 0,0-1 0,0 1 0,1-1 0,-1 1 0,1-1 0,-1 0 0,0 1 0,0-1 0,0 0 0,0 1 0,0-2 0,0 2 0,0-1 0,0 0 0,0 1 0,0-1 0,1 0 0,-1 1 0,1-2 0,-1 2 0,0-1 0,0 0 0,0 1 0,0-2 0,0 2 0,0-2 0,0 2 0,0-1 0,1 0 0,-1 1 0,1-1 0,-1 0 0,0 1 0,0-2 0,0 2 0,-1-2 0,1 2 0,0-2 0,-1 2 0,2-2 0,-2 2 0,2-2 0,-1 2 0,1-1 0,0 0 0,-1 1 0,1-1 0,-1 0 0,0 1 0,0-2 0,0 2 0,0-2 0,1 2 0,0-1 0,-1 0 0,1 1 0,0-1 0,-1 0 0,1 1 0,0-2 0,-1 2 0,0-2 0,0 2 0,0-2 0,1 2 0,0-2 0,-2 2 0,2-2 0,0 2 0,-1-2 0,0 1 0,0 0 0,1-1 0,0 2 0,0-2 0,0 2 0,-1-2 0,0 1 0,0 0 0,1-1 0,0 2 0,-1-2 0,1 1 0,0 0 0,0-1 0,0 2 0,0-2 0,0 1 0,-1-1 0,0 0 0,0 0 0,0 0 0,0 0 0,0 0 0,0 0 0,1 0 0,-1 0 0,1 0 0,-1 0 0,0 0 0,0 0 0,1 1 0,-1 0 0,1-1 0,-1 0 0,1 0 0,-1 0 0,1 1 0,0 0 0,-1-1 0,2 1 0,-2 0 0,2 0 0,-2 0 0,2 0 0,-2 0 0,2-1 0,-2 0 0,1 0 0,-1 0 0,0 0 0,1 1 0,-1-1 0,1 0 0,-1-1 0,1 0 0,-1 2 0,2 0 0,-2 0 0,2 0 0,-2-1 0,1 0 0,-1 0 0,1 0 0,-1 1 0,2 0 0,-3-1 0,3 0 0,-2 0 0,1 1 0,0 0 0,0-1 0,-1 0 0,1 1 0,0-1 0,-1 1 0,1-1 0,0 0 0,-1 0 0,2 0 0,-1 0 0,0 0 0,0 0 0,0 0 0,0 0 0,0 1 0,1-1 0,-1 1 0,-1-2 0,1 0 0,-1-1 0,1 2 0,0 0 0,1 0 0,-2 1 0,2-1 0,-3-1 0,3 1 0,-2-2 0,2 2 0,-1 0 0,1 0 0,-2 1 0,2-1 0,-1 1 0,0-1 0,1 0 0,-1 0 0,0 0 0,1 0 0,-2 1 0,2-1 0,-1 1 0,0-2 0,1 1 0,-2 0 0,2 0 0,-1 1 0,1-1 0,0 0 0,-1 0 0,1-1 0,-1 1 0,0 0 0,1 0 0,-1 1 0,1-1 0,0 0 0,0 0 0,-1 1 0,1-1 0,-1 0 0,0 0 0,1-1 0,-1 1 0,1 0 0,-1 1 0,1-1 0,-1 1 0,0-1 0,0-1 0,0 1 0,0-1 0,1 1 0,-1 0 0,1 0 0,-1 0 0,0 0 0,0-1 0,0 1 0,0-1 0,1 1 0,0 0 0,-1 0 0,1 0 0,-1 0 0,0-1 0,1 1 0,-1-1 0,1 1 0,0 0 0,0 0 0,-1 1 0,1-1 0,-1 1 0,0-3 0,1 2 0,-1-2 0,1 2 0,-1 1 0,1-1 0,-1 1 0,1-1 0,-1 0 0,1-1 0,-2 1 0,2-1 0,-2 1 0,2 0 0,-2 0 0,1-1 0,0 1 0,0-1 0,0 1 0,1 1 0,-1 0 0,0-2 0,1 0 0,-1 1 0,0 0 0,1 1 0,-1 0 0,0-4 0,0 2 0,0-1 0,0 2 0,1 0 0,0-1 0,0 1 0,0 0 0,0 0 0,0 0 0,0 0 0,0 0 0,0 0 0,-1 0 0,1 0 0,-1 0 0,1 0 0,0 0 0,0 0 0,0 0 0,-1 0 0,1 0 0,-1 0 0,1 0 0,0 0 0,0 0 0,-1 1 0,1-1 0,-1 1 0,1-1 0,0 0 0,0 0 0,-1 0 0,1 0 0,-1 0 0,1 0 0,0 0 0,0 0 0,0 0 0,-1 1 0,1-1 0,-1 1 0,1-1 0,0 0 0,-1 0 0,1 0 0,-1 0 0,1 0 0,0 0 0,-1 0 0,1 0 0,-1 0 0,0 0 0,1 0 0,-2 0 0,2 0 0,-1 0 0,0 1 0,1-1 0,-1 1 0,0 0 0,1-1 0,-1 1 0,0 0 0,0 0 0,-1 1 0,1-1 0,0 0 0,1-1 0,0 0 0,0 0 0,0 0 0,0 0 0,0 0 0,0 0 0,-1 1 0,1-1 0,-1 1 0,1-1 0,0 0 0,0 0 0,0 0 0,0 1 0,0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08:00.514"/>
    </inkml:context>
    <inkml:brush xml:id="br0">
      <inkml:brushProperty name="width" value="0.2" units="cm"/>
      <inkml:brushProperty name="height" value="1.2" units="cm"/>
      <inkml:brushProperty name="color" value="#FFC114"/>
      <inkml:brushProperty name="inkEffects" value="pencil"/>
    </inkml:brush>
  </inkml:definitions>
  <inkml:trace contextRef="#ctx0" brushRef="#br0">257 217 16383,'0'14'0,"0"-2"0,0-6 0,0 0 0,0 1 0,0-1 0,0 0 0,0 1 0,0-1 0,0 0 0,0 1 0,0-1 0,-3-3 0,2 3 0,-2-2 0,1 2 0,1 0 0,-5 1 0,3-1 0,-1 0 0,-2 1 0,3-1 0,-1 0 0,-1-2 0,4 2 0,-2-3 0,0 1 0,2 1 0,-4-1 0,4 2 0,-5-2 0,6 1 0,-6-4 0,5 5 0,-4-6 0,4 6 0,-5-5 0,3 1 0,-1 1 0,-2-2 0,3 5 0,-4-6 0,1 6 0,0-5 0,-1 2 0,1-3 0,-1 2 0,1-1 0,0 2 0,-1-3 0,1 0 0,-1 0 0,1 3 0,-1-3 0,1 3 0,0-3 0,2 3 0,-2-2 0,3 2 0,-4-3 0,1 0 0,0 0 0,-1 0 0,4-3 0,-3 2 0,2-2 0,-2 3 0,0 0 0,19 0 0,-9-3 0,17 3 0,-15-3 0,0 3 0,-2-3 0,1 2 0,-4-5 0,5 6 0,-3-3 0,4 0 0,-1 2 0,0-1 0,1 2 0,-4-3 0,3 2 0,-3-2 0,4 3 0,-4-3 0,6 3 0,-5-3 0,5 3 0,-3-3 0,4 2 0,-3-2 0,-1 0 0,-3 0 0,0-1 0,-3-1 0,6 4 0,-5-5 0,4 6 0,-4-6 0,5 5 0,-6-5 0,6 6 0,-5-6 0,4 5 0,-4-4 0,2 1 0,-3-2 0,0-1 0,0 1 0,0-1 0,0 1 0,0 0 0,0-1 0,0 1 0,3 2 0,-3-1 0,3 1 0,-3-2 0,0-1 0,0 1 0,0-1 0,0 1 0,0 0 0,0-1 0,0 1 0,0-1 0,3 4 0,-2-3 0,2 3 0,-3-4 0,0 1 0,2 2 0,-1-1 0,2 1 0,0-2 0,-3-1 0,3 20 0,-3-8 0,0 15 0,-3-14 0,3 1 0,-3-1 0,3 1 0,-3-4 0,2 3 0,-2-3 0,3 4 0,0-1 0,-2 0 0,1 1 0,-5-1 0,6 0 0,-3 1 0,0-4 0,2 3 0,-2-3 0,0 1 0,3 1 0,-3-1 0,0 5 0,-1-5 0,1 5 0,0-6 0,0 4 0,0-1 0,-4 0 0,4 1 0,-3-4 0,2 6 0,-2-5 0,0 5 0,-1-3 0,1 1 0,-1-4 0,1 6 0,0-8 0,2 8 0,-2-9 0,6 6 0,-6-5 0,5 4 0,-4-4 0,4 5 0,-5-6 0,5 6 0,-4-5 0,4 4 0,-2-1 0,3 2 0,0 1 0,3-4 0,-2 3 0,4-6 0,-4 6 0,5-5 0,-6 4 0,6-4 0,-5 5 0,4-6 0,-4 6 0,5-5 0,-3 2 0,1-1 0,1-1 0,-4 5 0,5-6 0,-3 6 0,4-5 0,-4 4 0,3-4 0,-3 5 0,4-5 0,-1 1 0,-2 1 0,1-2 0,-4 5 0,4-6 0,-1 3 0,0 0 0,1-2 0,-4 4 0,5-4 0,-3 2 0,1 0 0,-2 0 0,1 1 0,-2 1 0,5-1 0,-6 2 0,3 0 0,0-2 0,-2 2 0,1-3 0,1 1 0,-2 1 0,2-1 0,0-1 0,-3 3 0,3-3 0,-3 4 0,0-1 0,3-2 0,-2 1 0,1-1 0,1-1 0,-2 6 0,2-5 0,-3 5 0,0-2 0,0-1 0,0 0 0,0 1 0,0-1 0,-3 0 0,2 1 0,-4-1 0,4 0 0,-5 1 0,5-1 0,-1 0 0,7-16 0,-3 6 0,3-14 0,-2 12 0,-2-1 0,4-5 0,-4 5 0,2-6 0,-3 7 0,3 2 0,-3-1 0,3 1 0,0-5 0,-2 2 0,2-2 0,-3 2 0,0 1 0,0-1 0,2 4 0,-1-3 0,2 0 0,-3-1 0,0-3 0,3 4 0,-2 0 0,1-1 0,-2-2 0,3 5 0,-2-5 0,2 6 0,-1-1 0,-1-2 0,2 3 0,-3-4 0,3 1 0,-2 0 0,1-1 0,-2 1 0,3-1 0,-2 1 0,5 2 0,-6-1 0,6 1 0,-5-2 0,4-1 0,-4 1 0,5-1 0,-6 1 0,6 3 0,-5-3 0,4 5 0,-1-2 0,2 0 0,3 0 0,-2-1 0,0-1 0,-2 4 0,-4-5 0,5 6 0,-17-1 0,11 5 0,-14 0 0,13 1 0,-5-4 0,6 5 0,-6-6 0,5 6 0,-5-5 0,6 4 0,-6-4 0,5 5 0,-4-3 0,1 1 0,1 1 0,0-1 0,0-1 0,2 3 0,-5-5 0,6 4 0,-6-1 0,3 2 0,-1 0 0,-2 1 0,6-1 0,-6 0 0,5 1 0,-5-4 0,6 3 0,-3-2 0,0 2 0,2 0 0,-4 1 0,4-1 0,-2 0 0,0-2 0,3 1 0,-3-1 0,0 2 0,2 1 0,-2-1 0,3 0 0,-3-2 0,3 1 0,-3-1 0,3 2 0,-3-2 0,2 1 0,-2-1 0,3 2 0,0 1 0,-2-4 0,1 3 0,-2-3 0,3 4 0,0-1 0,0 0 0,-3-2 0,2 2 0,-1-3 0,2 3 0,-3-2 0,2 2 0,-2-3 0,3 3 0,0 1 0,3-21 0,-2 10 0,2-17 0,-3 15 0,0 0 0,2-1 0,-1 1 0,2-1 0,-3 1 0,3 0 0,-3-1 0,3 1 0,-3-1 0,0 1 0,0-1 0,3 4 0,-2-3 0,2 3 0,-3-4 0,2 1 0,-1-1 0,2 1 0,-3 0 0,0-1 0,3 4 0,0-12 0,4 10 0,-4-10 0,0 8 0,0 4 0,-2-3 0,1 3 0,1-1 0,-2-2 0,5 6 0,-6-6 0,6 2 0,-5-2 0,4 2 0,-4-1 0,5 4 0,-6-5 0,6 6 0,-5-6 0,4 5 0,-4-4 0,5 4 0,-6-5 0,6 5 0,-5-4 0,4 4 0,-1-2 0,2 3 0,-2-3 0,1 3 0,-1-3 0,-1 0 0,3 2 0,-3-2 0,1 1 0,2 1 0,-3-2 0,1 0 0,1 2 0,-1-1 0,-1-1 0,3 2 0,-2-2 0,-1 0 0,3 3 0,-3-3 0,4 3 0,-4-3 0,3 2 0,-3-2 0,4 3 0,-1 0 0,0 0 0,-2-3 0,1 3 0,-1-3 0,2 3 0,1 0 0,-4-3 0,3 2 0,-3-1 0,4 2 0,-4-3 0,3 2 0,-20-2 0,11 3 0,-15 0 0,12 3 0,-1-2 0,1 1 0,-1-2 0,-8 3 0,7-2 0,-7 2 0,9-3 0,-1 3 0,1-3 0,-1 3 0,1-3 0,-3 3 0,2-2 0,-3 1 0,4-2 0,-3 3 0,-13 1 0,10-1 0,-9 0 0,12-3 0,2 0 0,-3 3 0,1-2 0,2 2 0,-2-1 0,0-1 0,2 2 0,-3-3 0,4 0 0,-15 6 0,11-5 0,-10 5 0,13-6 0,1 2 0,0-1 0,-1 2 0,1-3 0,-1 0 0,1 0 0,0 3 0,-7 0 0,6 1 0,-5-1 0,11-3 0,10-9 0,-1 7 0,4-9 0,-6 10 0,-2-2 0,2 3 0,-3-3 0,3 2 0,0-4 0,1 4 0,3-5 0,-4 6 0,0-3 0,1 3 0,-1 0 0,0-3 0,6 2 0,-4-5 0,4 6 0,-6-3 0,1 3 0,-1-3 0,0 2 0,1-1 0,5-1 0,-5 2 0,5-2 0,-5 3 0,-4-3 0,3 3 0,-3-3 0,7 3 0,-6-3 0,4 2 0,-4-2 0,2 3 0,1 0 0,-7 6 0,-1-2 0,-5 3 0,3-2 0,-3-4 0,5 5 0,-5-6 0,3 6 0,-4-5 0,-5 10 0,5-9 0,-3 9 0,5-10 0,1 2 0,0 0 0,-1-3 0,1 6 0,-2-5 0,-9 7 0,6-4 0,-6 3 0,9-5 0,0 1 0,-1 1 0,1-1 0,2 3 0,-1-5 0,4 4 0,-2-1 0,3 2 0,3-2 0,0-1 0,4-6 0,-1-1 0,0 1 0,-2-3 0,1 5 0,-4-5 0,5 6 0,-5-6 0,4 5 0,-1-1 0,-1-1 0,3-1 0,-3-2 0,4 2 0,-4-2 0,3 3 0,-3-1 0,1-1 0,4 1 0,-3 1 0,1-3 0,0 2 0,-3-2 0,3-1 0,-2 1 0,4 0 0,-6-1 0,6 4 0,-7-3 0,5 2 0,-6-2 0,6 2 0,-5-1 0,4 4 0,-4-5 0,2 3 0,0-1 0,-3-1 0,3 1 0,-3-2 0,0-1 0,-3 4 0,3-3 0,-3 0 0,0-2 0,2-1 0,-2 3 0,1-1 0,1 1 0,-5 0 0,5-1 0,-1 1 0,-1 2 0,2-1 0,-2 1 0,0 0 0,3-1 0,-6 1 0,2-5 0,1 2 0,-3 0 0,5 2 0,-4 4 0,4-5 0,-5 3 0,3-4 0,-1 1 0,1 5 0,9 10 0,-2-3 0,5 11 0,-2-16 0,-4 8 0,3-6 0,-5 4 0,4-4 0,-4 3 0,7 3 0,-3-1 0,1 4 0,0-9 0,-6 3 0,6-3 0,-3 4 0,1-1 0,2 0 0,-6 1 0,6-4 0,-5 3 0,4 0 0,-1-2 0,-1 5 0,3-6 0,-5 4 0,4-4 0,-1 0 0,-15-6 0,8 3 0,-12-6 0,9 5 0,0-5 0,-2 6 0,2-6 0,0 5 0,3-1 0,-4-1 0,1 2 0,0-2 0,2 0 0,-2 3 0,3-3 0,-1 0 0,-1 2 0,4-5 0,-5 6 0,5-6 0,-4 5 0,4-4 0,-5 1 0,6-2 0,-3-1 0,3 1 0,-3-1 0,2 1 0,-2 0 0,3-1 0,0 1 0,0-1 0,0 1 0,0 0 0,0-1 0,0 1 0,0-1 0,0 1 0,0 0 0,0-1 0,0 1 0,0-1 0,0 1 0,0 0 0,0-1 0,0 1 0,0-1 0,0 1 0,0 0 0,0-1 0,0 1 0,0-1 0,-3 1 0,3 0 0,-3-1 0,0 1 0,2-1 0,-1 1 0,2 0 0,0-1 0,0 1 0,-3 2 0,2-2 0,-2 3 0,3-4 0,0 1 0,0 0 0,0-1 0,0 1 0,-3 2 0,3-1 0,0 18 0,0-9 0,3 13 0,0-13 0,-2 1 0,1-1 0,-2 2 0,3-2 0,-2 1 0,5-1 0,-6 2 0,3 1 0,3 5 0,-5-5 0,8 5 0,-9-5 0,6-1 0,-5 0 0,1 1 0,1-1 0,1 3 0,-1-2 0,3 0 0,-5-2 0,2-1 0,-1-1 0,2 3 0,-1-3 0,0 4 0,0-4 0,-2 3 0,4 0 0,-1 1 0,-1 2 0,3-2 0,-2-1 0,2 3 0,0-2 0,1 2 0,-4-2 0,3-4 0,-3 3 0,4-2 0,-1-1 0,-3 3 0,3-6 0,-2 6 0,2-5 0,3 4 0,-2-1 0,2-1 0,-2 3 0,-1-5 0,0 2 0,-2-1 0,2-1 0,-6 5 0,6-6 0,-3 3 0,4-3 0,-4 3 0,3-2 0,0 4 0,1-4 0,2 5 0,-2-6 0,-1 6 0,1-5 0,-4 4 0,3-4 0,-3 2 0,1 0 0,4 0 0,-6 4 0,3-1 0,-2 0 0,-2 1 0,4-4 0,-4 3 0,5-5 0,-6 4 0,3-1 0,-6-1 0,-3 0 0,-1-3 0,-2 0 0,2 0 0,4-3 0,-3 3 0,2-3 0,-2 3 0,0-3 0,-1 2 0,1-2 0,-1 3 0,4-3 0,-3 3 0,3-3 0,-4 3 0,1-3 0,-1 2 0,1-2 0,0 3 0,2-2 0,-2 1 0,3-2 0,-4 3 0,4-3 0,-3 2 0,3-1 0,-4 2 0,1-3 0,-1 2 0,1-2 0,0 3 0,-1 0 0,1 0 0,-1 0 0,1 0 0,0 0 0,-1 0 0,4 3 0,-3-2 0,2 4 0,1-1 0,-3-1 0,2 3 0,-2-2 0,0-1 0,2 3 0,-2-3 0,3 1 0,-1 1 0,-1-4 0,4 5 0,-5-5 0,3 4 0,-4-1 0,1 2 0,-1-2 0,4 1 0,-3-4 0,3 5 0,-4-6 0,4 6 0,-3-5 0,2 1 0,1 1 0,-3-2 0,3 5 0,-4-6 0,1 3 0,2 0 0,-1-2 0,4 4 0,-5-4 0,3 2 0,-1 0 0,-2-3 0,3 6 0,-1-3 0,-1 1 0,4 2 0,-5-6 0,5 6 0,-1-3 0,4 1 0,-1 2 0,5-6 0,-6 6 0,6-5 0,-2 2 0,-1-1 0,3-1 0,-3 2 0,1 0 0,1-3 0,-1 3 0,2-3 0,-2 3 0,1-2 0,-1 2 0,2-3 0,-2-3 0,2-1 0,-3 1 0,1-3 0,1 5 0,-4-5 0,5 6 0,-6-6 0,6-3 0,-5 1 0,1-4 0,-2 6 0,3 2 0,-2-2 0,2 3 0,-3-4 0,3-2 0,-3 2 0,3-2 0,-3 2 0,0 1 0,0-1 0,0 1 0,0-6 0,0 4 0,0-4 0,3 6 0,-2-1 0,1 1 0,-2-1 0,-2 4 0,-2 0 0,0 11 0,2-3 0,4 7 0,-1-5 0,5-1 0,-5 0 0,1 1 0,1-4 0,1 6 0,-1-8 0,0 5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05:53.902"/>
    </inkml:context>
    <inkml:brush xml:id="br0">
      <inkml:brushProperty name="width" value="0.2" units="cm"/>
      <inkml:brushProperty name="height" value="1.2" units="cm"/>
      <inkml:brushProperty name="color" value="#00A0D7"/>
      <inkml:brushProperty name="inkEffects" value="pencil"/>
    </inkml:brush>
  </inkml:definitions>
  <inkml:trace contextRef="#ctx0" brushRef="#br0">768 29 16383,'-1'5'0,"0"-1"0,0-3 0,1 1 0,-1-1 0,1 1 0,-1-1 0,1 1 0,-1-1 0,1 1 0,0 0 0,-1 0 0,0 0 0,1 0 0,-1 0 0,0 0 0,0 0 0,1 0 0,-1 0 0,0 0 0,1 0 0,-1 0 0,1 1 0,-1-1 0,0 0 0,1 0 0,-1 0 0,1 0 0,0 0 0,-1-1 0,1 1 0,-1-1 0,1 1 0,0 0 0,0 0 0,0 0 0,-1 0 0,1 0 0,-1 0 0,1 0 0,0 0 0,0 0 0,0 1 0,0-1 0,0 0 0,0 0 0,0 0 0,0 0 0,0 0 0,0 0 0,0 0 0,-1 0 0,1 0 0,-1 0 0,1 0 0,0 0 0,0 0 0,0 0 0,0 0 0,-1-1 0,1 1 0,-1-1 0,1 1 0,0 1 0,0-1 0,0 0 0,0 0 0,-1 0 0,1 0 0,-1 0 0,1 0 0,-1 0 0,1 0 0,-1 0 0,1 0 0,0 0 0,-1 0 0,1 0 0,-1 0 0,1 0 0,0 0 0,0 0 0,-1 0 0,1-1 0,-1 1 0,1 0 0,0 0 0,0 0 0,0 0 0,0 0 0,-1 0 0,1 0 0,-1 0 0,1 0 0,0 0 0,0 0 0,0 0 0,-1 0 0,0 0 0,1 0 0,0 0 0,0 0 0,0 0 0,0 1 0,0-1 0,-1 0 0,0 0 0,0 0 0,1 0 0,0 0 0,0 0 0,0 0 0,0 0 0,0 0 0,0 0 0,0-1 0,-1 1 0,0-1 0,1 1 0,0 0 0,0 0 0,0 0 0,-1 0 0,1-1 0,-1 1 0,1 0 0,0 0 0,0 0 0,0 0 0,0 0 0,0 0 0,0 0 0,-1 0 0,1 0 0,-1 0 0,1 0 0,0 0 0,0 0 0,0 0 0,-1 0 0,1 0 0,-1 0 0,1 0 0,0 1 0,-1-1 0,1 0 0,-1 0 0,1 0 0,-1 0 0,1 0 0,-1 0 0,1 0 0,-1 0 0,1 0 0,-1 0 0,1 0 0,-1 0 0,1 0 0,-1 0 0,0 0 0,1 0 0,-1 0 0,0 0 0,1-1 0,-1 1 0,1 0 0,-1 0 0,1 0 0,-2 0 0,2 0 0,-1 0 0,0 0 0,0 0 0,0 0 0,-1 0 0,1 0 0,-1 0 0,2 0 0,-1 0 0,0 0 0,1 0 0,-2 0 0,2 0 0,-2 1 0,1-1 0,0 0 0,0 0 0,0 0 0,0-1 0,0 1 0,0-1 0,0 1 0,1 0 0,-2 0 0,1-1 0,0 1 0,-1-1 0,2 1 0,-2 0 0,1 0 0,0 0 0,-1-1 0,1 1 0,-1-1 0,2 1 0,-2 0 0,1-1 0,0 1 0,-1 0 0,1 1 0,0-2 0,-1 1 0,1 0 0,-1 0 0,0 1 0,0-1 0,0 1 0,1-1 0,-1 0 0,1 0 0,0 0 0,-1 0 0,0-1 0,1 1 0,-1-1 0,1 1 0,-1 1 0,1-1 0,-1 1 0,1-1 0,-1 1 0,0-1 0,1 0 0,-1 0 0,1 0 0,0 0 0,-1 0 0,1 0 0,-1 0 0,1 0 0,-1 0 0,1 0 0,-1 0 0,1 0 0,-1 1 0,1-1 0,-1 0 0,1 0 0,-1 0 0,1 0 0,-1 0 0,1 0 0,0 0 0,-1 0 0,1 0 0,0 0 0,-1-1 0,1 1 0,-1-1 0,1 1 0,0 0 0,0-1 0,-1 1 0,1-1 0,-1 1 0,1 1 0,-1 0 0,1 0 0,-1-2 0,2 1 0,-2-1 0,1 1 0,0 0 0,-1 0 0,1 0 0,0 0 0,-1-1 0,1 1 0,-1-1 0,0 1 0,1-1 0,-1 1 0,1-1 0,-1 0 0,2 1 0,-2-1 0,1 1 0,-1-2 0,1 1 0,-1 0 0,1 1 0,0-1 0,-1 0 0,1 0 0,-1 0 0,1 1 0,-1-1 0,1 0 0,-1 1 0,0-1 0,-1 0 0,1 1 0,1-1 0,-1 0 0,1 1 0,-1-2 0,0 2 0,0-2 0,0 2 0,1-1 0,-1 0 0,1 1 0,-1-2 0,0 2 0,0-2 0,0 2 0,-1-2 0,1 2 0,-1-2 0,0 2 0,1-2 0,0 2 0,0-1 0,0 0 0,0 0 0,0 0 0,0 0 0,0 0 0,0 0 0,0 1 0,-1-2 0,0 1 0,1 0 0,-1-1 0,1 2 0,0-2 0,0 1 0,0 0 0,-1-1 0,1 2 0,-1-2 0,1 1 0,-1 0 0,0-1 0,1 2 0,-1-2 0,1 1 0,0 0 0,0-1 0,0 1 0,-1 0 0,1-1 0,-1 1 0,1 0 0,0-1 0,-1 1 0,-1 0 0,1-1 0,0 2 0,0-2 0,1 1 0,-1-1 0,1 1 0,0-1 0,0 1 0,-1-1 0,0 0 0,0 1 0,-1-1 0,2 1 0,-2 0 0,2-1 0,0 1 0,0-1 0,-1 1 0,1 0 0,-1-1 0,1 0 0,-1 1 0,1 0 0,-1-1 0,0 1 0,0 0 0,-4 0 0,4 0 0,-2 0 0,3-1 0,-1 0 0,0 0 0,1 1 0,-1 0 0,1-1 0,-1 1 0,1-1 0,-1 1 0,1-1 0,0 0 0,-5 1 0,3-1 0,-3 2 0,4-2 0,1 1 0,0-1 0,-1 1 0,1-1 0,-1 1 0,1-1 0,-1 1 0,0-1 0,-4 2 0,3-2 0,-3 2 0,5-2 0,-1 1 0,0 0 0,0-1 0,0 1 0,0 0 0,1-1 0,-1 1 0,1-1 0,-1 1 0,-3 0 0,2 0 0,-3 0 0,5 0 0,-1-1 0,1 1 0,-1 0 0,0-1 0,0 1 0,0-1 0,0 1 0,0-1 0,0 1 0,1 0 0,-3 0 0,1 1 0,-2 0 0,3-1 0,0-1 0,1 1 0,-1 0 0,0-1 0,0 0 0,1 1 0,-1 0 0,1 0 0,0-1 0,-5 2 0,4-2 0,-3 1 0,3 0 0,1-1 0,0 1 0,0-1 0,0 1 0,0-1 0,0 1 0,-1-1 0,1 0 0,-4 1 0,3-1 0,-2 2 0,2-2 0,1 1 0,-1-1 0,1 0 0,0 0 0,0 0 0,0 1 0,0-1 0,0 1 0,0-1 0,-2 0 0,1 1 0,-1-1 0,2 1 0,0-1 0,0 0 0,0 0 0,0 0 0,0 0 0,0 0 0,0 0 0,-2 0 0,1 1 0,-1-1 0,2 1 0,0-1 0,0 0 0,6 1 0,-2-1 0,4 1 0,-3 0 0,-1-1 0,0 1 0,0-1 0,0 0 0,2 0 0,-2 0 0,2 0 0,-2 0 0,0 0 0,0 0 0,0 0 0,0 0 0,0 1 0,0-1 0,0 1 0,4-1 0,-2 0 0,2 0 0,-3 0 0,-1 0 0,0 0 0,0 0 0,0 0 0,1 0 0,-1 0 0,1 0 0,-1 0 0,1 0 0,3 0 0,-2 0 0,2 0 0,-3 0 0,-1 1 0,1-1 0,-1 1 0,1-1 0,-1 0 0,1 0 0,-1 0 0,1 0 0,0 0 0,5 0 0,-5 1 0,6-1 0,-7 1 0,1-1 0,-1 0 0,1 0 0,-1 0 0,2 0 0,-1 0 0,0 0 0,0 0 0,0 0 0,2 0 0,-1 0 0,2 1 0,-2-1 0,-2 1 0,1-1 0,0 0 0,0 0 0,1 0 0,-1 0 0,-1 0 0,0 0 0,1 0 0,1 0 0,0 0 0,0 0 0,-1 0 0,-1 1 0,0 0 0,0-1 0,0 0 0,0 0 0,0 0 0,0 0 0,1 0 0,-1 0 0,0 0 0,3 1 0,-2 0 0,4-1 0,-5 0 0,1 0 0,-1 0 0,0 0 0,0 0 0,0 0 0,0 1 0,0 0 0,3 0 0,-2-1 0,2 0 0,-3 0 0,0 0 0,0 0 0,0 1 0,0 0 0,0-1 0,1 0 0,-1 0 0,4 1 0,-3 0 0,2-1 0,-3 0 0,0 0 0,0 0 0,0 0 0,0 1 0,0-1 0,0 1 0,0-1 0,2 1 0,-2-1 0,2 1 0,-2-1 0,0 0 0,0 0 0,0 0 0,0 0 0,0 1 0,-1-1 0,1 1 0,1-1 0,0 0 0,1 1 0,-2-1 0,0 1 0,0-1 0,0 0 0,0 1 0,0-1 0,0 1 0,0-1 0,2 1 0,-1-1 0,1 1 0,-2-1 0,0 1 0,0-1 0,0 1 0,0 0 0,0-1 0,0 1 0,0-1 0,3 1 0,-3 0 0,3 0 0,-3 0 0,0-1 0,-1 1 0,1-1 0,-1 1 0,1-1 0,1 0 0,-1 1 0,0-1 0,3 2 0,-3-1 0,4 0 0,-5 0 0,1-1 0,0 0 0,0 0 0,-1 1 0,1 0 0,-1-1 0,1 0 0,0 0 0,3 1 0,-2 0 0,2-1 0,-3 1 0,0 0 0,0 0 0,0-1 0,0 0 0,-1 0 0,1 1 0,2 0 0,-1-1 0,1 0 0,-2 1 0,0 0 0,0-1 0,1 0 0,-2 1 0,0-1 0,1 1 0,1-1 0,-1 1 0,1-1 0,-1 1 0,0-1 0,0 0 0,-1 1 0,1-1 0,-1 1 0,2 0 0,-1-1 0,0 2 0,0-2 0,-1 1 0,1 0 0,0-1 0,1 1 0,-1 0 0,0-1 0,0 1 0,0 0 0,0-1 0,0 1 0,-1 0 0,2 0 0,-2 0 0,1 1 0,0-2 0,-1 1 0,0 0 0,1-1 0,-1 2 0,2-1 0,-1 1 0,0 0 0,0 0 0,-1-2 0,1 1 0,-1 0 0,1 2 0,1 0 0,-1 0 0,0-1 0,-1 0 0,0 0 0,1-1 0,-2 1 0,2-1 0,-1 2 0,1-1 0,-1 1 0,1-1 0,-2 0 0,2 0 0,-2 0 0,2 0 0,-1 0 0,1 1 0,-1-1 0,1 1 0,-1 0 0,0-1 0,1 0 0,-1 0 0,1 0 0,-2 0 0,1 0 0,0 0 0,0 0 0,0 0 0,0-1 0,0 1 0,0-1 0,0 1 0,-1 0 0,1 0 0,0 1 0,0-1 0,1 0 0,-1 0 0,0 0 0,-1 0 0,1 0 0,-1 0 0,2 0 0,-2 0 0,1 0 0,1 2 0,-2-2 0,3 2 0,-3-2 0,1 0 0,0 0 0,-1 0 0,1 1 0,0-2 0,-1 1 0,1-1 0,0 1 0,-1 0 0,2 0 0,-1 3 0,1-2 0,-1 2 0,0-4 0,0 2 0,0-1 0,0 1 0,0-1 0,-1 0 0,1 1 0,0-1 0,0 0 0,1 2 0,-1-1 0,1 1 0,-2-2 0,1-1 0,-1 1 0,0 0 0,1 0 0,0 0 0,0 0 0,0 0 0,-1 0 0,0 0 0,2 4 0,-2-2 0,3 3 0,-3-4 0,2 0 0,-2-1 0,1 1 0,0-2 0,-1 2 0,1-2 0,0 4 0,-1-2 0,2 2 0,-2-3 0,1 0 0,-1 0 0,0 0 0,0 0 0,1 0 0,-1 0 0,1 0 0,0 0 0,-1 1 0,1-1 0,-1 1 0,1 0 0,-1-1 0,1 1 0,-1-1 0,0 1 0,1-1 0,-1 0 0,1 0 0,-1 0 0,0 0 0,0 0 0,1 0 0,-1 2 0,2-2 0,-1 2 0,-1-2 0,0 0 0,0 0 0,1 0 0,0 0 0,0 0 0,-1 0 0,0 1 0,1-1 0,0 0 0,-1 1 0,0-1 0,0 1 0,1-1 0,0 0 0,-1 0 0,1 0 0,-1 0 0,1 0 0,0 0 0,-1 0 0,1 1 0,0 0 0,-1-1 0,1 1 0,0-1 0,0 0 0,0 0 0,0 0 0,-1 0 0,1 0 0,-1 0 0,1 1 0,0-2 0,-1 2 0,1-2 0,-1 1 0,1 0 0,-1 0 0,1 0 0,0 1 0,0 0 0,0-1 0,0 1 0,0-1 0,-1 0 0,2 0 0,-2 0 0,1 0 0,0 0 0,-1 0 0,1 0 0,0 0 0,-1 0 0,2 3 0,-1-2 0,1 1 0,-2-2 0,0 0 0,0 1 0,1-1 0,0 0 0,-1 0 0,1 0 0,0 2 0,0-3 0,0 3 0,0-3 0,-1 1 0,0 0 0,1 0 0,0 0 0,-1 0 0,0 0 0,1 0 0,-1 2 0,1-1 0,-1 1 0,0-2 0,0 0 0,0 0 0,0 0 0,0 0 0,0 0 0,0 0 0,0 0 0,1 2 0,-1-2 0,1 2 0,-1-2 0,0 0 0,0 0 0,1 0 0,-1 1 0,1-1 0,-1 0 0,0 2 0,0-2 0,0 2 0,0-2 0,0 0 0,0 0 0,1 0 0,-1 0 0,1 0 0,0 1 0,-1-1 0,1 1 0,-1-1 0,1 1 0,-1-1 0,1 0 0,-1 0 0,0 0 0,1-1 0,-1 1 0,2 2 0,-2-2 0,1 3 0,0-3 0,-1 0 0,1 0 0,-1 0 0,0 0 0,1-1 0,-1 1 0,1-1 0,-1 1 0,0 1 0,0-1 0,0 0 0,1 0 0,-1 0 0,1 0 0,-1 2 0,0-2 0,0 2 0,0-2 0,1-1 0,-1 1 0,1-1 0,-1 2 0,1-1 0,-1 1 0,1-1 0,-1 1 0,1-1 0,-1 0 0,1 0 0,-1 0 0,1 1 0,-1-1 0,1 1 0,-1-1 0,1 0 0,0 0 0,-1 0 0,1-1 0,0 1 0,0 1 0,-1-1 0,1 1 0,0-2 0,-1 2 0,0-1 0,0 0 0,1 0 0,0 0 0,-1 0 0,0 0 0,0 0 0,1 0 0,-1 0 0,1 0 0,-1 0 0,0 0 0,0 0 0,0 0 0,0 0 0,0 0 0,1 0 0,-1 0 0,1 0 0,-1 1 0,0-1 0,1-1 0,-1 1 0,1-1 0,-1 1 0,1 0 0,-1 0 0,1 0 0,-1 0 0,0 0 0,1 0 0,-1 0 0,1 0 0,-1 0 0,0 0 0,0 0 0,1-1 0,-1 1 0,1-1 0,-1 1 0,0 1 0,1-1 0,-1 0 0,1 0 0,-1 0 0,1 0 0,-1 0 0,1 0 0,-1 0 0,0 0 0,1-1 0,-1 1 0,1-1 0,-1 1 0,0 0 0,0 0 0,0 0 0,1-1 0,-1 1 0,1-6 0,-2 3 0,1-5 0,-1 4 0,1 0 0,0 0 0,0 0 0,0 0 0,-1 0 0,1 1 0,-1-1 0,1 0 0,0 0 0,-1 0 0,1 0 0,-1 0 0,1 0 0,0 0 0,0 0 0,0 0 0,-1 0 0,1 0 0,-1 0 0,1 0 0,0-1 0,0 1 0,-1 0 0,1 0 0,-1 0 0,1 0 0,0 0 0,-1 0 0,1 0 0,-1-1 0,1 1 0,0-1 0,0 1 0,-1-1 0,1 1 0,-1 0 0,1 0 0,0 0 0,0 0 0,0 0 0,0 0 0,-1 0 0,0 0 0,1 0 0,0 0 0,0-1 0,-1 0 0,0 0 0,0 1 0,1 0 0,0 0 0,0-1 0,0 1 0,-1-1 0,0 1 0,1 0 0,0 0 0,0 0 0,0 0 0,-1-1 0,1 0 0,-1 0 0,1 1 0,0 0 0,0 0 0,0 0 0,0 0 0,0 0 0,-1 0 0,1 0 0,-1-1 0,1 0 0,0 0 0,0 1 0,0-1 0,0 0 0,0 1 0,0-1 0,0 1 0,0-1 0,-1 1 0,1 0 0,-1 0 0,1 0 0,0 0 0,0-1 0,0 1 0,0 0 0,0 0 0,0 0 0,0 0 0,0-1 0,0-2 0,0 1 0,0 0 0,0 1 0,0 1 0,-1-1 0,1 1 0,-1-1 0,1 1 0,0-1 0,0 1 0,0-1 0,0 1 0,0-1 0,0-3 0,0 2 0,0-2 0,0 3 0,0 1 0,0-1 0,0 1 0,0-1 0,0 0 0,0 1 0,0-1 0,0 0 0,0 1 0,0-5 0,0 3 0,0-3 0,0 4 0,0 0 0,0 1 0,0 0 0,0 0 0,0-1 0,0 1 0,0-1 0,0 1 0,0 0 0,0-5 0,0 4 0,0-4 0,0 5 0,0-1 0,0 1 0,0-1 0,0 1 0,0 0 0,0 0 0,0 0 0,0 0 0,0 0 0,-1-3 0,1 2 0,-1-2 0,1 3 0,0-1 0,0 1 0,0-1 0,0 1 0,0 0 0,0 0 0,0 0 0,0-3 0,0 2 0,0-2 0,0 3 0,0 0 0,0 0 0,0 0 0,0 0 0,-1 1 0,1-1 0,-1 1 0,1-1 0,0-3 0,0 2 0,0-2 0,0 3 0,0 0 0,0 0 0,0 0 0,0 0 0,0 0 0,0 0 0,0 0 0,0-3 0,0 2 0,0-2 0,0 3 0,0 0 0,0 0 0,1-1 0,-1 1 0,1-2 0,-1 1 0,1 0 0,-1 1 0,1-2 0,0 2 0,-1-2 0,2 2 0,-2 0 0,1-1 0,-1 1 0,1-1 0,-1 1 0,1-1 0,0 0 0,-1 1 0,1-1 0,0 1 0,-1 0 0,2-3 0,-2 2 0,1-1 0,-1 2 0,1 0 0,0-1 0,0 1 0,0 0 0,0 0 0,-1 0 0,0 0 0,0 0 0,1-1 0,0 1 0,0-1 0,0 1 0,-1 0 0,0 0 0,1 0 0,-1 1 0,1-1 0,-1 0 0,1 1 0,-1-1 0,1 1 0,-1-1 0,0 0 0,0 0 0,1 1 0,-1-2 0,1 2 0,0-2 0,-1 1 0,1 0 0,-1-1 0,0 1 0,0 0 0,1 1 0,-1-1 0,1 1 0,0-3 0,-1 2 0,2-2 0,-2 2 0,1 0 0,-1 0 0,1 0 0,-1-1 0,2 1 0,-1-3 0,1 2 0,-1-3 0,0 4 0,-1 0 0,1 1 0,-1-1 0,1 1 0,0-1 0,-1-1 0,4-3 0,-3 3 0,1-4 0,-1 5 0,0 0 0,1 0 0,-1 0 0,-1 0 0,1-1 0,0 1 0,0 0 0,0-1 0,0 1 0,1-1 0,-2 1 0,2 1 0,-2-2 0,2 2 0,-1-2 0,0 1 0,0 0 0,0 0 0,-1-1 0,2 1 0,-2 0 0,2 0 0,-2 0 0,1 0 0,0 1 0,-1-1 0,2 1 0,-2-1 0,2 0 0,-2 0 0,2 0 0,-2 0 0,2 0 0,-2-1 0,4-1 0,-3 1 0,2-1 0,-2 2 0,0 1 0,1-1 0,-1 0 0,1 1 0,-2-1 0,2 1 0,-2-1 0,2 0 0,-2 1 0,2 0 0,-2 0 0,2-1 0,-2 0 0,2 1 0,-2-1 0,2 2 0,-2-2 0,2 2 0,-1-2 0,1 1 0,0-1 0,0 0 0,0 0 0,0 0 0,0 1 0,-1-1 0,1 1 0,-1 0 0,1 0 0,1-2 0,-1 2 0,-1-1 0,1 1 0,-1-1 0,1 0 0,0 1 0,0-1 0,0 1 0,0-1 0,0 0 0,0 1 0,0-1 0,0 2 0,-1-2 0,1 2 0,-2-2 0,2 2 0,-1-1 0,0 0 0,1 0 0,-1 0 0,1-1 0,1 1 0,-2-1 0,0 2 0,0-2 0,1 2 0,-1-1 0,0 0 0,1 1 0,-1-2 0,1 2 0,0-2 0,0 2 0,-1-2 0,2 2 0,-3-2 0,3 2 0,-2-1 0,0 0 0,1 1 0,-1-1 0,0 0 0,1 1 0,-1-1 0,1 0 0,0 1 0,1-2 0,-1 2 0,0-1 0,-1 0 0,1 0 0,-1 1 0,1-1 0,0 0 0,0 0 0,0 1 0,1-1 0,-2-1 0,2 2 0,-2-1 0,1 1 0,0-1 0,0 1 0,0-1 0,0 1 0,0 0 0,0-1 0,-1 1 0,1-2 0,1 2 0,0-1 0,-1 1 0,0 0 0,0 0 0,0-1 0,0 1 0,0-1 0,0 1 0,0 0 0,-1-1 0,1 1 0,-1-1 0,1 1 0,1-1 0,0 1 0,-1-1 0,1 1 0,-1-1 0,0 1 0,0-1 0,0 1 0,0-1 0,0 1 0,0-1 0,0 0 0,1 1 0,-1-2 0,1 2 0,-1-1 0,0 1 0,0-1 0,0 0 0,1 0 0,0 0 0,0 0 0,0 0 0,-2 0 0,1 0 0,1 1 0,-1-1 0,1 1 0,-1-1 0,0 1 0,0-2 0,0 2 0,0-1 0,0 1 0,0-1 0,0 1 0,0-1 0,0 0 0,0 1 0,1-1 0,-1 1 0,0-1 0,0 1 0,0-1 0,0 1 0,0 0 0,0-1 0,0 1 0,0-1 0,0 1 0,0-1 0,0 1 0,1-1 0,-1 0 0,1 1 0,-1-1 0,0 1 0,1 0 0,-1 0 0,0-1 0,0 1 0,0-1 0,1 1 0,-1-1 0,1 1 0,-1-1 0,0 1 0,0 0 0,1-1 0,-1 0 0,1 1 0,-1 0 0,0-1 0,0 0 0,0 0 0,1 1 0,0 0 0,0 0 0,-1-1 0,1 0 0,-1 1 0,1-1 0,-1 1 0,9-3 0,-6 3 0,6-2 0,-8 1 0,-1 1 0,1-1 0,-1 1 0,0 0 0,1-1 0,-1 1 0,1-1 0,-1 0 0,0 1 0,0-1 0,1 0 0,0 1 0,0-1 0,-1 1 0,0-1 0,0 1 0,0-1 0,0 1 0,0 0 0,0-1 0,0 1 0,1-1 0,-1 0 0,1 1 0,-1-2 0,0 2 0,0-1 0,0 1 0,0 0 0,0-1 0,1 0 0,-1 1 0,0-1 0,0 0 0,0 0 0,0 1 0,-1 0 0,1-1 0,-1 0 0,1 1 0,0 0 0,-1-1 0,1 1 0,-1-1 0,1 1 0,0 0 0,-1-1 0,1 1 0,-1-1 0,1 1 0,0 0 0,0 0 0,0-1 0,-1 1 0,1-1 0,0 1 0,0 0 0,0 0 0,0 0 0,0-1 0,0 1 0,0-1 0,0 1 0,0-1 0,0 1 0,0-1 0,0 1 0,0-1 0,0 1 0,0-1 0,0 1 0,0-1 0,0 1 0,1-1 0,-1 1 0,0 0 0,-1-1 0,1 1 0,-1-1 0,1 1 0,0 0 0,-1-1 0,1 1 0,-1-1 0,1 1 0,0 0 0,-1-1 0,1 1 0,-1-1 0,1 1 0,-1-1 0,1 1 0,-1-1 0,1 1 0,0 0 0,0-1 0,-1 0 0,1 1 0,0 0 0,-6 0 0,3 0 0,-5 0 0,4-1 0,0 0 0,0 0 0,0 1 0,0 0 0,0 0 0,0 0 0,-1 0 0,0 0 0,0 0 0,1 0 0,-1 0 0,1 0 0,-1-1 0,0 0 0,1 1 0,-2 0 0,2 0 0,-3 0 0,2 0 0,-1 0 0,1 0 0,1 0 0,-2 0 0,2 0 0,-1-1 0,0 1 0,1-1 0,-2 1 0,1 0 0,0 0 0,1 0 0,-1 0 0,0 0 0,-1 0 0,1 0 0,0 0 0,1 0 0,0 0 0,0 1 0,-1-1 0,0 1 0,0-1 0,1 0 0,0 0 0,0 0 0,0 0 0,0 0 0,0 0 0,-1 0 0,1 1 0,-1-1 0,1 1 0,0-1 0,-1 0 0,1 0 0,0 0 0,0 0 0,0 0 0,0 0 0,0 0 0,0 0 0,0 0 0,0 0 0,0 0 0,0 0 0,0 0 0,0 0 0,-1 0 0,1 0 0,0 0 0,0 0 0,0 0 0,0 0 0,0 0 0,1-1 0,-1 1 0,1-1 0,-1 1 0,1-1 0,-1 1 0,1-1 0,-1 1 0,0 0 0,0-1 0,1 1 0,-1-1 0,0 1 0,0 0 0,1-1 0,-1 1 0,1-1 0,-1 0 0,0 1 0,0-1 0,0 1 0,0-1 0,0 1 0,0-1 0,0 0 0,-1 1 0,1-1 0,0 1 0,0 0 0,0 0 0,0-1 0,0 1 0,-1-1 0,1 1 0,-1 0 0,1 0 0,0-1 0,0 1 0,-1-1 0,1 1 0,0 0 0,0-1 0,0 1 0,0-1 0,0 1 0,-1 0 0,1 0 0,-2 0 0,2-1 0,-1 1 0,0-1 0,1 1 0,0 0 0,0 0 0,0 0 0,0 0 0,0 0 0,0 0 0,-1 0 0,1 0 0,-1 0 0,1-1 0,0 0 0,-1 1 0,1 0 0,0 0 0,0 0 0,0 0 0,0 0 0,0-1 0,0 0 0,0 0 0,0 1 0,0 0 0,0-1 0,0 0 0,0 1 0,-1 0 0,2-1 0,0 1 0,-1-1 0,0 0 0,0 1 0,0-1 0,0 1 0,1-1 0,-1 1 0,1-1 0,-1 0 0,0 1 0,0-1 0,0 0 0,0 1 0,-1-2 0,1 2 0,0-1 0,0 0 0,0 1 0,0-1 0,1 0 0,-1 1 0,1-2 0,-1 2 0,0-1 0,0 0 0,0 1 0,0-2 0,0 2 0,-1-2 0,1 1 0,0 1 0,1-1 0,-1 0 0,1 0 0,-1 1 0,0-1 0,0-1 0,0 2 0,-1-2 0,1 2 0,0-2 0,-1 2 0,1-2 0,-1 2 0,2-2 0,-1 2 0,1-1 0,0 0 0,-1 1 0,1-1 0,-1 0 0,0 1 0,0-2 0,0 2 0,1-2 0,-1 2 0,1-1 0,0 0 0,-1 1 0,1-1 0,-1 0 0,1 1 0,-1-2 0,0 1 0,0 0 0,0 0 0,1 0 0,-1 0 0,1-1 0,-1 2 0,1-2 0,-1 2 0,1-2 0,-1 1 0,0 0 0,1-1 0,-1 2 0,2-2 0,-2 2 0,1-2 0,-2 1 0,1 0 0,1-1 0,-1 2 0,1-2 0,0 1 0,-1 0 0,2-1 0,-2 1 0,2 0 0,-2-1 0,1 0 0,-1 0 0,0 0 0,0 0 0,0 0 0,0 0 0,0 0 0,0 0 0,1 0 0,-1 0 0,0 0 0,0 0 0,0 0 0,1 1 0,-1-1 0,1 0 0,-1 0 0,1 0 0,-1 1 0,1-1 0,0 1 0,-1 0 0,2-1 0,-2 2 0,2-2 0,-2 2 0,1-2 0,0 1 0,0-1 0,0 0 0,-1 0 0,0 0 0,0 0 0,1 1 0,-1-1 0,1-1 0,-1 1 0,1-1 0,-1 2 0,2-1 0,-2 2 0,2-2 0,-2 1 0,1-1 0,-1 0 0,1 0 0,-1 1 0,1-1 0,-1 1 0,1-2 0,-1 1 0,1 1 0,0-1 0,0 1 0,-1-1 0,1 1 0,0-1 0,-1 1 0,1-1 0,0 0 0,-1 0 0,2 0 0,-1 0 0,0 0 0,0 0 0,0-1 0,0 1 0,0 1 0,1-1 0,-1 1 0,-1-3 0,0 2 0,0-2 0,1 2 0,1 0 0,-1 0 0,-1 1 0,2-1 0,-3-1 0,3 0 0,-2-1 0,2 2 0,-1 0 0,1 0 0,-2 1 0,2-1 0,-1 1 0,0-1 0,1 0 0,-1 0 0,0 0 0,1 0 0,-2 0 0,2 1 0,-1-1 0,0-1 0,1 1 0,-2 0 0,2 0 0,-1 1 0,1-1 0,0 0 0,-1 0 0,1-1 0,-1 1 0,0-1 0,0 2 0,1 0 0,0-2 0,0 1 0,0 0 0,-1 1 0,0-1 0,0 0 0,1 0 0,-1-1 0,0 1 0,1 0 0,-1 1 0,1-1 0,-1 1 0,0-1 0,0-1 0,0 0 0,0 0 0,1 1 0,-1 0 0,1 0 0,-1 0 0,0 0 0,0-1 0,0 1 0,0-1 0,1 1 0,0 0 0,-1-1 0,1 1 0,-1 0 0,0-1 0,1 1 0,-1-1 0,1 1 0,0 0 0,0 0 0,-1 1 0,1-1 0,-1 1 0,0-3 0,1 1 0,-1-1 0,1 2 0,-1 1 0,1-1 0,-1 1 0,1-1 0,-1 0 0,0-1 0,0 1 0,0-1 0,0 1 0,0 0 0,-1-1 0,1 0 0,0 1 0,0-1 0,0 2 0,1-1 0,-1 1 0,0-2 0,1 1 0,-1-1 0,0 2 0,1-1 0,-1 1 0,0-4 0,0 2 0,0-2 0,0 3 0,1 0 0,0 0 0,0 0 0,0 0 0,0 0 0,0 0 0,0 0 0,0 0 0,0-1 0,-1 1 0,1 0 0,-1 0 0,1 0 0,0 0 0,0 0 0,0 0 0,-1 0 0,1 0 0,-1 0 0,1 0 0,0 0 0,0 0 0,-1 0 0,1 1 0,-1-1 0,1 0 0,0 0 0,0 0 0,-1 0 0,1 0 0,-1 0 0,1 0 0,0 0 0,0 0 0,0 0 0,-1 1 0,0-1 0,1 1 0,0-2 0,0 1 0,-1 0 0,0 0 0,0 0 0,1 0 0,0 0 0,0 0 0,-1 0 0,0 0 0,0 0 0,1 0 0,-2 0 0,2 0 0,-1-1 0,0 2 0,1-1 0,-1 1 0,0 0 0,1-1 0,-1 1 0,0 0 0,0 0 0,-1 1 0,1-1 0,0 0 0,1-1 0,0 0 0,0 0 0,0 0 0,0 0 0,0 0 0,0 0 0,-1 0 0,1 1 0,-1-1 0,1 0 0,0 0 0,0 0 0,0 0 0,0 1 0,0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08:08.513"/>
    </inkml:context>
    <inkml:brush xml:id="br0">
      <inkml:brushProperty name="width" value="0.2" units="cm"/>
      <inkml:brushProperty name="height" value="1.2" units="cm"/>
      <inkml:brushProperty name="color" value="#FFC114"/>
      <inkml:brushProperty name="inkEffects" value="pencil"/>
    </inkml:brush>
  </inkml:definitions>
  <inkml:trace contextRef="#ctx0" brushRef="#br0">399 150 16383,'-3'13'0,"3"-1"0,-3-5 0,3-1 0,0 0 0,0 1 0,0-1 0,0 0 0,-3 1 0,2-1 0,-2 0 0,1 1 0,1-1 0,-2 0 0,3 1 0,0-1 0,0 0 0,0 1 0,0 2 0,0-2 0,0 2 0,-3-5 0,3 1 0,-3-1 0,3 2 0,0 0 0,0 1 0,0-1 0,0 0 0,-3-2 0,2 2 0,-2-3 0,3 4 0,-3-4 0,3 3 0,-3-3 0,3 4 0,-3-4 0,-1 3 0,-2-6 0,0 3 0,-1-3 0,1 0 0,2 3 0,-1-2 0,1 2 0,-2-3 0,-1 0 0,1 0 0,-1 0 0,1 0 0,0 0 0,-1 0 0,1 0 0,-1 2 0,1-1 0,0 2 0,-1-3 0,4 3 0,-3-3 0,2 3 0,15-3 0,-8 0 0,15 0 0,-12 0 0,-2-3 0,2 3 0,-6-6 0,6 5 0,-3-2 0,4 1 0,-1-2 0,0 0 0,-2-1 0,2 4 0,-3-5 0,3 3 0,1-1 0,-4-1 0,3 4 0,-5-5 0,4 5 0,-4-4 0,2 1 0,0 1 0,-3-3 0,6 5 0,-5-4 0,2 1 0,-1 0 0,-1-1 0,5 1 0,-6-2 0,3-1 0,0 4 0,-2-3 0,2 3 0,-1-1 0,-1-2 0,2 3 0,0-4 0,-3 1 0,3 0 0,0 2 0,-2-2 0,2 3 0,-3-4 0,2 4 0,-1-3 0,2 3 0,0-1 0,-3-2 0,3 3 0,-3-4 0,0 1 0,0 0 0,0-1 0,-3 1 0,3-1 0,-6 4 0,2 0 0,-2 3 0,0 0 0,-1 3 0,4 0 0,0 4 0,0-4 0,2 3 0,-2-3 0,3 4 0,-2-1 0,1 0 0,-2 1 0,0-1 0,2 0 0,-1 1 0,-1-1 0,2 0 0,-2 1 0,0-4 0,3 3 0,-3-3 0,0 4 0,-1-1 0,1 0 0,0 1 0,0-4 0,2 3 0,-4-5 0,4 4 0,-2-1 0,0-1 0,3 3 0,-3-3 0,0 1 0,2 2 0,-4-6 0,4 6 0,-5-2 0,3-1 0,-1 3 0,-2-3 0,3 1 0,-1 1 0,-1-1 0,4 2 0,-5 1 0,3-4 0,-1 3 0,-2-3 0,3 1 0,-1 1 0,-2-4 0,6 5 0,-6-6 0,3 6 0,-4-5 0,1 2 0,2-1 0,-2-1 0,6 5 0,-6-5 0,3 4 0,-4-4 0,1 2 0,2-1 0,-2-1 0,6 5 0,-6-5 0,2 1 0,-2 1 0,0-2 0,-1 2 0,-2 0 0,2-3 0,-2 3 0,5 0 0,-2-2 0,3 1 0,-4 1 0,1-2 0,0 2 0,-1-3 0,1 3 0,19-3 0,-9 3 0,17-3 0,-15 0 0,1 0 0,-1 0 0,0 0 0,1 0 0,-1 0 0,0 0 0,1 0 0,-1 0 0,0 0 0,1 0 0,-1 0 0,6 0 0,-4 0 0,4 0 0,-6 0 0,0 0 0,1 0 0,-1 0 0,0 0 0,1 0 0,-1 0 0,0 0 0,1 0 0,-1 3 0,0-2 0,1 1 0,-1-2 0,0 0 0,1 3 0,-4 1 0,3-1 0,-3 3 0,1-3 0,2 1 0,-6 2 0,6-6 0,-5 6 0,2-3 0,-1 4 0,2-1 0,2-2 0,-2 1 0,1-1 0,-1 2 0,-1 1 0,3-4 0,-5 3 0,2-3 0,-1 1 0,-1 1 0,5-1 0,-6 2 0,3 1 0,-3-1 0,0 0 0,0 1 0,0-1 0,0 0 0,3-2 0,-2 1 0,2-1 0,-3 2 0,-3 1 0,2-1 0,-2 0 0,0 1 0,0-1 0,-1 0 0,-1-2 0,4 2 0,-2-17 0,3 8 0,0-12 0,0 9 0,0-1 0,0 1 0,0-1 0,0-2 0,0 2 0,-3 1 0,2 0 0,-1 2 0,2-2 0,0 0 0,0-6 0,0 4 0,0-4 0,0 5 0,0 1 0,0-1 0,0 1 0,0-3 0,0 2 0,0-3 0,0 4 0,0 0 0,2 2 0,-1-2 0,2 3 0,0-7 0,-3 3 0,6 1 0,-5 0 0,4 3 0,-4-4 0,5 1 0,-3 2 0,1-1 0,-1 1 0,-1 1 0,2-3 0,2 2 0,1 1 0,-4-3 0,3 5 0,-3-4 0,7 1 0,-6-2 0,4 2 0,-4-2 0,2 3 0,0-1 0,-2-1 0,2 4 0,-3-2 0,1 0 0,4 0 0,-4-1 0,3-2 0,-2 6 0,-1-3 0,-1 0 0,3 2 0,-2-2 0,-1 1 0,3 1 0,-3-2 0,4 3 0,-1-3 0,0 2 0,1-1 0,2 2 0,-2 0 0,2 0 0,-3 0 0,1 0 0,-21 0 0,10 0 0,-14 2 0,12-1 0,3 2 0,-4-3 0,1 3 0,0-3 0,-1 3 0,1-3 0,2 3 0,-2-2 0,3 2 0,-6-1 0,4 2 0,-3 0 0,4-2 0,-2 1 0,-1-2 0,1 2 0,3 0 0,-3-3 0,-1 6 0,0-3 0,-2 4 0,3-4 0,-1 0 0,4 0 0,-3-2 0,0 7 0,-2-7 0,2 8 0,0-8 0,3 4 0,-4 2 0,1-3 0,2 4 0,-1-7 0,4 5 0,-2-3 0,3 4 0,0-1 0,0 0 0,0 1 0,0-1 0,3 0 0,-2 1 0,2-1 0,-3 0 0,0 1 0,0-1 0,0 0 0,0 1 0,2-4 0,-1 3 0,5-6 0,-6 6 0,6-5 0,-5 4 0,4-10 0,-4 1 0,2-9 0,-3 3 0,0 1 0,0 3 0,0-1 0,0-2 0,0 2 0,0-2 0,0 2 0,0 1 0,0 0 0,0-1 0,0 1 0,0-4 0,0 3 0,0-2 0,0 3 0,0-1 0,0 1 0,0-1 0,0 1 0,0 0 0,0-1 0,3-2 0,-3 2 0,3-2 0,-3 2 0,0 1 0,0-1 0,0 1 0,0 0 0,0-1 0,3 4 0,-2-3 0,2 2 0,-3-2 0,0 0 0,2 2 0,-1-2 0,2 3 0,-6-1 0,0-1 0,-4 4 0,4-5 0,-3 5 0,2-1 0,1-1 0,-3-1 0,3 1 0,-1-3 0,-2 5 0,3-2 0,-1 1 0,-2-2 0,3 0 0,-1-1 0,-1 4 0,4-5 0,-2 3 0,0-1 0,0 1 0,-1 1 0,1-2 0,3-2 0,-3 16 0,3-6 0,-3 13 0,0-13 0,2 1 0,-2-1 0,3 2 0,0 1 0,-2-1 0,1 0 0,-2 1 0,0 5 0,0-7 0,-1 6 0,1-8 0,0 1 0,3 1 0,-6-4 0,5 5 0,-2-3 0,1 4 0,-2-1 0,-2 0 0,2 1 0,-2-4 0,6 3 0,-6-3 0,2 1 0,-2-1 0,2 0 0,-1-3 0,4 6 0,-5-5 0,3 1 0,-4 1 0,1-2 0,0 2 0,2 0 0,-2-3 0,3 3 0,-4-3 0,4 3 0,-3-2 0,3 1 0,-4-2 0,4 3 0,-3-2 0,2 2 0,-2-3 0,2 3 0,-1-3 0,1 6 0,15-14 0,-11 6 0,17-7 0,-13 6 0,-1 0 0,6-1 0,-5 1 0,2-3 0,0 6 0,-2-6 0,2 5 0,-3-5 0,3 6 0,0-9 0,1 8 0,3-5 0,-7 3 0,3 2 0,-3-4 0,4 1 0,13-16 0,-7 4 0,8-3 0,-15 7 0,0 12 0,-5-6 0,4 5 0,-4-4 0,2 1 0,0 0 0,-3-1 0,6 4 0,-5-5 0,1 3 0,1-1 0,-2-1 0,2 1 0,0-2 0,-3-1 0,6 4 0,-5-3 0,4 2 0,-4-2 0,2 0 0,0 2 0,-3-2 0,6 3 0,-5-4 0,4 4 0,-4-3 0,5 5 0,-6-4 0,6 4 0,-5-5 0,4 6 0,-4-6 0,2 2 0,0 1 0,-3-3 0,3 2 0,-3-2 0,0 0 0,0-1 0,0 1 0,0-1 0,3 4 0,-2-3 0,2 3 0,-3-4 0,0 1 0,0-1 0,0 1 0,0 0 0,-3 2 0,2-2 0,-5 6 0,3-3 0,-1 0 0,1 14 0,3-9 0,0 13 0,0-9 0,0 1 0,0-1 0,0 1 0,0-1 0,0 0 0,0 1 0,0-1 0,0 0 0,3-2 0,-2 1 0,2-1 0,-3 2 0,3 1 0,-3-1 0,3 0 0,-3 1 0,3-1 0,-2 0 0,1 1 0,1-1 0,-2 0 0,2 1 0,0-1 0,-3 0 0,3 1 0,0-4 0,-2 3 0,1-3 0,1 1 0,-2 2 0,2-3 0,0 3 0,-3 1 0,6-4 0,-5 3 0,4-5 0,-4 4 0,5-1 0,-3 2 0,3-2 0,-2 1 0,2-1 0,-3-1 0,4 0 0,-4 0 0,3-2 0,-3 2 0,4-1 0,-1-1 0,0 2 0,1-3 0,2 0 0,-2 0 0,2 0 0,-3 0 0,1 0 0,-1 0 0,0 0 0,1 0 0,-1 0 0,0 0 0,-2 3 0,2-3 0,-3 3 0,1 0 0,1-2 0,-18 2 0,12-6 0,-16 2 0,13-2 0,-2 3 0,2-3 0,-1 3 0,1-3 0,-2 3 0,-1-3 0,1 2 0,-1-2 0,4 1 0,-3 1 0,3-2 0,-4 3 0,1-3 0,-1 2 0,-8-4 0,7 1 0,-7 1 0,9 0 0,-1 0 0,1 2 0,-1-2 0,1 0 0,0 3 0,-7-6 0,6 5 0,-5-4 0,8 1 0,1-2 0,3-1 0,0 1 0,0-1 0,0 1 0,0 0 0,0-1 0,0 1 0,0-1 0,0 1 0,0 0 0,0-1 0,0 1 0,0-1 0,-3 4 0,3-3 0,-3 3 0,3-4 0,-3 1 0,2-1 0,-2 1 0,3 0 0,-3 2 0,3-2 0,-3 3 0,0-1 0,2-1 0,-1 1 0,2-2 0,0-1 0,0 1 0,-3 2 0,2-1 0,-2 1 0,3-2 0,0-1 0,0 1 0,0-1 0,0 1 0,0 0 0,0-1 0,0 1 0,0-1 0,-3 21 0,0-13 0,-1 19 0,1-17 0,3 4 0,0-1 0,-3-2 0,3 1 0,-3-1 0,3 2 0,0 0 0,0 1 0,0-1 0,0 0 0,0 1 0,-3 5 0,2-4 0,-1 3 0,2-4 0,0-1 0,0 1 0,0-1 0,0 0 0,0 1 0,0-1 0,-3 6 0,2-4 0,-2 4 0,3-6 0,0 0 0,0 1 0,0-1 0,0 0 0,-3 3 0,3-1 0,-3 1 0,0-6 0,2 3 0,-2-3 0,0 9 0,0-7 0,-1 7 0,1-9 0,3 3 0,-2 1 0,1-1 0,-2 0 0,0-2 0,3 2 0,-6-6 0,5 6 0,-2-2 0,0-1 0,0 0 0,-4-3 0,1 0 0,0 0 0,-1 0 0,4 3 0,0 0 0,3 4 0,0-1 0,0 0 0,3-2 0,-3 1 0,3-1 0,0-1 0,-2 3 0,2-2 0,-1 2 0,-1 0 0,5-2 0,-3 1 0,1-1 0,1 0 0,-4 1 0,5-4 0,-6 4 0,6-4 0,-2 2 0,-1 0 0,3-2 0,-3 1 0,4-2 0,-4 3 0,3-2 0,-3 2 0,4-3 0,-4 3 0,3-3 0,-3 3 0,1 0 0,2-2 0,-6 4 0,6-4 0,-5 5 0,4-6 0,-4 6 0,5-5 0,-6 4 0,6-4 0,-5 5 0,4-6 0,-4 6 0,5-5 0,-6 4 0,3-1 0,0 2 0,0-2 0,1 1 0,-1-1 0,0-1 0,-3 3 0,3-2 0,-3 2 0,0 0 0,3-2 0,-2 1 0,1-1 0,-2 2 0,0 1 0,3-1 0,-2 0 0,2 1 0,0-4 0,-3 3 0,6-6 0,-5 6 0,2-2 0,-1-1 0,-1 3 0,2-3 0,0 1 0,-3 1 0,3-1 0,-3 2 0,0 1 0,0-1 0,0 0 0,0 1 0,-3-4 0,3 3 0,-3-3 0,0 1 0,2 2 0,-4-6 0,1 3 0,-2 0 0,-1-2 0,1 1 0,-1-2 0,1 0 0,0 0 0,2-2 0,-2 1 0,6-5 0,-6 5 0,5-4 0,-5-2 0,6 0 0,-3-2 0,3 3 0,-3 2 0,2-2 0,-1 3 0,2-6 0,0 1 0,0-1 0,0 3 0,0-1 0,0 1 0,0 0 0,0-4 0,0 3 0,0-2 0,0 3 0,2 2 0,-1-2 0,2 3 0,0-1 0,-3-2 0,6-3 0,-5 1 0,4-1 0,-4 3 0,5 3 0,-6-4 0,6 1 0,0-6 0,-1 4 0,3-1 0,-7 3 0,4 3 0,-4-4 0,5 4 0,0-6 0,-2 5 0,2-5 0,-3 5 0,0-2 0,1 3 0,1-1 0,-1-1 0,2 1 0,-2-2 0,2 2 0,-3 1 0,1 0 0,4 0 0,-4-4 0,3 1 0,-2 2 0,-4-1 0,5 4 0,-3-5 0,3 6 0,-2-6 0,2 5 0,-6-4 0,6 4 0,-3-5 0,4 5 0,-4-4 0,3 4 0,-2-5 0,2 6 0,-3-6 0,3 5 0,-17-2 0,8 3 0,-11 0 0,7 0 0,1 3 0,-1-2 0,1 2 0,0-3 0,-1 0 0,1 3 0,-1-3 0,1 3 0,-1-3 0,1 3 0,0-2 0,-1 1 0,1 1 0,-1-2 0,1 2 0,0 0 0,-1-3 0,-2 6 0,2-5 0,-2 4 0,2-4 0,1 2 0,2 0 0,-1-3 0,1 3 0,0 0 0,-1-2 0,1 4 0,-5-1 0,2 2 0,-2-2 0,5 1 0,-2-4 0,3 5 0,-4-3 0,1 4 0,0 2 0,2-2 0,-2-1 0,6 0 0,-3-3 0,0 4 0,2-1 0,-2 0 0,3 1 0,0-1 0,3 0 0,-2 1 0,2-1 0,-3 0 0,0 1 0,3-1 0,-3 0 0,3 1 0,-3-1 0,0 0 0,0 1 0,-3-4 0,2 3 0,-1 0 0,2 1 0,0 2 0,0-2 0,0-1 0,2 0 0,-1 1 0,2-1 0,-3 1 0,3-1 0,-3 0 0,3 1 0,-3-1 0,0 0 0,0 1 0,0-1 0,0 0 0,3 1 0,-5-21 0,4 10 0,-8-14 0,6 12 0,-6 6 0,5-6 0,-2 2 0,3-2 0,-2-1 0,1 1 0,-5 0 0,5-1 0,-1 1 0,2-1 0,-3 4 0,2-3 0,-2 3 0,0-4 0,3 1 0,-6-1 0,5 1 0,-4 0 0,4-4 0,-5 6 0,5-4 0,-1 4 0,-1 0 0,2-1 0,-2 1 0,0-2 0,3-1 0,-3 1 0,0 2 0,2-1 0,-4-5 0,1 6 0,0-8 0,2 9 0,-1-4 0,2 1 0,-5 2 0,6-1 0,-3 1 0,3-2 0,-3-4 0,2 3 0,-4 1 0,4 0 0,-2 3 0,3-4 0,0 1 0,0-1 0,0 1 0,-3 2 0,2-1 0,-1 1 0,2-2 0,0-1 0,0 1 0,2 2 0,-1-1 0,2 1 0,-3-2 0,0-1 0,3 4 0,-3-3 0,3 2 0,-3-2 0,0 0 0,0-1 0,3 4 0,-2-3 0,2 2 0,-1 1 0,-1-3 0,2 3 0,0-1 0,0 1 0,1 0 0,1 3 0,-4-6 0,5 5 0,-6-4 0,6 4 0,-5-5 0,4 5 0,-4-4 0,5 4 0,-3-2 0,1 6 0,2 1 0,-6 2 0,3 0 0,-3 1 0,0 5 0,0-5 0,0 5 0,0-5 0,0-1 0,0 0 0,0 3 0,0-1 0,0 1 0,0-3 0,0 0 0,-3-2 0,2 2 0,-1-3 0,-1 1 0,2 1 0,-5-1 0,6 2 0,-6-2 0,5 1 0,-4-4 0,4 5 0,-5-6 0,5 6 0,-4-5 0,1 4 0,-2-4 0,2 5 0,-1-6 0,1 6 0,-2-5 0,-1 4 0,-2-1 0,2-1 0,-2 0 0,5 0 0,-2-2 0,3 2 0,-4-3 0,4 2 0,-3-1 0,-3 5 0,1-6 0,-4 3 0,6-3 0,2 3 0,-2-2 0,3 2 0,-4-3 0,-5 0 0,4 0 0,-4 0 0,6 2 0,-1-1 0,1 2 0,-3-3 0,2 0 0,-3 0 0,4 0 0,0 0 0,2 3 0,-2-3 0,20 3 0,-11-3 0,15 0 0,-12 0 0,1 0 0,-1 0 0,0 0 0,1 0 0,-1 0 0,3 0 0,-2 0 0,2 0 0,-2 0 0,-1 0 0,0 0 0,1 0 0,-1 0 0,6 0 0,-4 0 0,4 0 0,-6 0 0,0 0 0,1 0 0,-1-3 0,0 3 0,1-3 0,-1 3 0,3-3 0,-2 2 0,0-4 0,-2 4 0,-1-2 0,2 3 0,-2-3 0,1 2 0,-1-1 0,2-1 0,1 2 0,-1-2 0,6-2 0,-4 3 0,4-6 0,-6 7 0,0-5 0,1 5 0,-1-4 0,0 1 0,1 1 0,8-9 0,-7 7 0,7-4 0,-9 3 0,0 3 0,1-1 0,-4-1 0,6 1 0,-5 0 0,2-1 0,0 4 0,-5-5 0,4 6 0,-1-3 0,-1 0 0,3 2 0,-11 10 0,6-4 0,-9 7 0,7-6 0,-4-5 0,1 1 0,0 1 0,-1-2 0,1 2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04:27.827"/>
    </inkml:context>
    <inkml:brush xml:id="br0">
      <inkml:brushProperty name="width" value="0.2" units="cm"/>
      <inkml:brushProperty name="height" value="1.2" units="cm"/>
      <inkml:brushProperty name="color" value="#00A0D7"/>
      <inkml:brushProperty name="inkEffects" value="pencil"/>
    </inkml:brush>
  </inkml:definitions>
  <inkml:trace contextRef="#ctx0" brushRef="#br0">1037 40 16383,'-1'5'0,"-1"1"0,1-5 0,1 2 0,-1-2 0,1 2 0,-2-1 0,2 0 0,-1 0 0,1 0 0,0 1 0,-1 0 0,0 0 0,0-1 0,0 1 0,1 0 0,-2 0 0,1 0 0,1-1 0,-1 1 0,1 0 0,-2 0 0,2-1 0,-1 1 0,-1 0 0,2 0 0,-1-1 0,1 1 0,0 0 0,-1-1 0,0 0 0,0 0 0,1 0 0,0 1 0,0 0 0,0 0 0,-1-1 0,1 1 0,-2 0 0,2 0 0,0-1 0,0 1 0,0 0 0,0 0 0,0 0 0,0-1 0,0 1 0,0 0 0,0 0 0,0-1 0,0 1 0,-1 0 0,1 0 0,-1 0 0,1-1 0,0 1 0,0 0 0,0 0 0,0-1 0,-2 0 0,2 0 0,-1 0 0,1 1 0,0-1 0,0 1 0,0 0 0,0 0 0,-2 0 0,2-1 0,-1 1 0,1 0 0,-1 0 0,0-1 0,0 1 0,1 0 0,0 0 0,-1 0 0,1-1 0,-2 1 0,2 0 0,0 0 0,0-1 0,-1 0 0,1 0 0,-1 0 0,1 1 0,0-1 0,0 1 0,0 0 0,0 0 0,-2 0 0,2-1 0,-1 1 0,1 0 0,0 0 0,0-1 0,0 1 0,-2 0 0,2 0 0,-1-1 0,1 1 0,0 0 0,0 0 0,0 0 0,0-1 0,-1 1 0,0 0 0,0 0 0,1-1 0,0 1 0,0 0 0,0 0 0,0 0 0,0-1 0,0 1 0,-1-1 0,1 0 0,-2 0 0,2 0 0,0 1 0,0 0 0,0 0 0,-1-2 0,1 2 0,-1-2 0,1 2 0,0 0 0,0 0 0,0-1 0,0 1 0,0 0 0,0 0 0,-2-1 0,2 1 0,-1 0 0,1 0 0,0-1 0,0 1 0,0 0 0,-2 0 0,2 0 0,-1-1 0,1 1 0,0 0 0,-1 0 0,0-1 0,0 1 0,1 0 0,-1 0 0,1 0 0,-2-1 0,2 1 0,-1 0 0,1 0 0,-1-1 0,1 1 0,-2 0 0,2 0 0,-1-1 0,0 1 0,0 0 0,0 0 0,0-2 0,0 2 0,0-2 0,1 2 0,-1 0 0,1 0 0,-3-1 0,3 1 0,-1 0 0,-1 0 0,2-1 0,-2 1 0,0 0 0,0 0 0,0 0 0,2-1 0,-2 1 0,1 0 0,1 0 0,-3-1 0,3 1 0,-2 0 0,0 0 0,0 0 0,1-1 0,0 1 0,-1-1 0,1 0 0,0 0 0,-1 0 0,2 1 0,-2 0 0,0-2 0,0 2 0,0-2 0,2 2 0,-3 0 0,3 0 0,-3 0 0,2-2 0,-1 2 0,0-2 0,1 2 0,-1-2 0,0 2 0,1 0 0,-2-2 0,2 3 0,-1-2 0,0 0 0,0 1 0,-1 0 0,1 1 0,-1-1 0,0 1 0,1-1 0,0 0 0,2-1 0,-3 1 0,2 0 0,-2-1 0,1 0 0,0 0 0,0 0 0,-1 1 0,2 0 0,-2 1 0,2-1 0,-2 1 0,0-1 0,2-1 0,-2 1 0,2 0 0,-1 0 0,0 0 0,0-1 0,0 1 0,0 0 0,0 0 0,1-1 0,-2 1 0,2 0 0,-2 0 0,1-1 0,0 1 0,0 0 0,0 0 0,0 0 0,0-1 0,0 1 0,0 0 0,0 0 0,0-1 0,1 1 0,-2-1 0,2 0 0,-1 0 0,0 1 0,2-1 0,-3 0 0,1 0 0,1 0 0,-2 1 0,2 1 0,-2-1 0,2 1 0,-2-3 0,3 2 0,-3-2 0,2 2 0,-1 0 0,0 0 0,0-1 0,1 1 0,-2-1 0,1 0 0,0 0 0,0 0 0,0 0 0,0 0 0,1 0 0,-2-1 0,3 2 0,-3-2 0,2 1 0,-2-1 0,1 1 0,0-1 0,0 1 0,1 0 0,-2-2 0,2 3 0,-2-3 0,1 3 0,0-2 0,0 1 0,0 0 0,-1 0 0,0-1 0,0 2 0,2-2 0,-2 1 0,2 0 0,-2-1 0,0 1 0,0-2 0,0 3 0,2-2 0,-2 1 0,2 0 0,-2-1 0,0 1 0,0-2 0,1 3 0,-1-3 0,-1 3 0,1-3 0,-1 2 0,1-1 0,0 1 0,0-2 0,0 3 0,1-3 0,-1 3 0,0-3 0,0 2 0,0-1 0,1 1 0,-1-1 0,-1 0 0,1 0 0,-1-1 0,1 3 0,0-3 0,0 1 0,0 1 0,-1-2 0,1 2 0,-1-1 0,1 0 0,1 0 0,-2-1 0,1 3 0,-1-3 0,1 1 0,0 1 0,0-2 0,0 1 0,-1 0 0,1 0 0,-1 0 0,1 0 0,1-1 0,-2 2 0,-1-1 0,1-1 0,0 3 0,0-3 0,1 1 0,-1-1 0,1 2 0,0-2 0,0 1 0,-1-1 0,1 0 0,-1 1 0,-1 0 0,1 0 0,-1 0 0,2-1 0,1 2 0,-1-2 0,-1 1 0,1-1 0,-1 1 0,1-1 0,0 2 0,0-2 0,-1 1 0,0 0 0,-1 0 0,-4 1 0,5-2 0,-3 2 0,4-2 0,0 0 0,-1 1 0,1-1 0,-1 1 0,1-1 0,-1 2 0,1-2 0,-1 1 0,1-1 0,0 0 0,-6 1 0,4 0 0,-5 1 0,6-1 0,2 0 0,-1-1 0,-1 1 0,1-1 0,-1 2 0,1-2 0,-1 1 0,1-1 0,-7 3 0,5-3 0,-5 2 0,7-1 0,-1 0 0,0 0 0,1-1 0,-1 2 0,0-1 0,0-1 0,0 1 0,2-1 0,-2 2 0,-4-1 0,2 1 0,-3-1 0,6 0 0,-1-1 0,1 2 0,-1-1 0,0-1 0,0 1 0,0-1 0,0 2 0,0-2 0,0 1 0,2 0 0,-6 1 0,3 1 0,-3-2 0,4 1 0,-1-1 0,2-1 0,-1 1 0,2-1 0,-2 2 0,0-2 0,0 1 0,2 0 0,-1 0 0,-6 1 0,4-2 0,-4 2 0,7-1 0,-1-1 0,0 1 0,0-1 0,0 2 0,1-2 0,-1 1 0,-1-1 0,1 0 0,-5 1 0,4 0 0,-2 1 0,2-1 0,1 0 0,-1-1 0,1 0 0,0 0 0,0 0 0,0 1 0,1-1 0,-1 2 0,0-2 0,-2 0 0,1 1 0,-1-1 0,2 1 0,0-1 0,1 0 0,-1 0 0,0 0 0,0 0 0,0 0 0,1 0 0,-4 0 0,3 2 0,-2-2 0,2 1 0,0-1 0,0 0 0,9 1 0,-4 0 0,7 0 0,-6 0 0,-1-1 0,1 2 0,0-2 0,0 0 0,2 0 0,-2 0 0,3 0 0,-4 0 0,1 0 0,0 0 0,0 0 0,-1 0 0,1 1 0,0-1 0,0 1 0,4-1 0,-1 0 0,2 0 0,-4 0 0,-2 0 0,1 0 0,0 0 0,0 0 0,1 0 0,-1 0 0,1 0 0,-1 0 0,1 0 0,4 0 0,-3 0 0,3 0 0,-4 0 0,-1 2 0,1-2 0,-2 1 0,2-1 0,-1 0 0,1 0 0,-1 0 0,1 0 0,-1 0 0,9 0 0,-8 1 0,8 0 0,-9 0 0,1-1 0,-1 0 0,1 0 0,-1 0 0,2 0 0,-2 0 0,2 0 0,-2 0 0,1 0 0,4 0 0,-3 0 0,3 1 0,-2-1 0,-3 2 0,1-2 0,0 0 0,0 0 0,0 0 0,0 0 0,-1 0 0,0 0 0,1 0 0,1 0 0,1 0 0,0 0 0,-2 0 0,-2 1 0,1-1 0,0 1 0,0-1 0,0 0 0,-1 0 0,1 0 0,0 0 0,0 0 0,-1 0 0,6 2 0,-4-2 0,5 1 0,-6-1 0,1 0 0,-1 0 0,0 0 0,-1 0 0,1 0 0,0 1 0,0 0 0,3 0 0,-2-1 0,2 0 0,-3 0 0,0 0 0,0 1 0,-1 0 0,1 0 0,0-1 0,1 0 0,-1 1 0,5-1 0,-4 2 0,2-2 0,-3 0 0,0 0 0,-1 0 0,1 0 0,0 1 0,0-1 0,-1 1 0,1-1 0,2 2 0,-1-2 0,1 1 0,-2-1 0,0 0 0,-1 0 0,1 0 0,0 0 0,-2 1 0,2 0 0,-2 0 0,5-1 0,-3 0 0,2 1 0,-2-1 0,0 2 0,0-2 0,-1 0 0,1 1 0,0-1 0,0 1 0,-1-1 0,4 2 0,-3-2 0,2 1 0,-2-1 0,0 1 0,0 0 0,-1 0 0,1 0 0,0-1 0,0 2 0,-1-2 0,5 1 0,-3 0 0,2 1 0,-3-1 0,0-1 0,-2 1 0,2 0 0,-2 0 0,2-1 0,0 0 0,-1 1 0,1 0 0,5 1 0,-5 0 0,4-1 0,-5 0 0,0-1 0,1 0 0,0 0 0,-1 2 0,0-2 0,0 1 0,0-1 0,1 0 0,4 1 0,-4 0 0,4 0 0,-5 0 0,1-1 0,0 2 0,0-2 0,0 0 0,-2 1 0,2-1 0,2 1 0,-2-1 0,4 2 0,-4-2 0,-1 1 0,1-1 0,0 0 0,-1 1 0,0 0 0,0 0 0,2-1 0,-1 1 0,1 0 0,-2 0 0,1-1 0,0 0 0,-1 1 0,0-1 0,0 2 0,2-1 0,-1-1 0,-1 3 0,1-3 0,-2 1 0,2 0 0,0 0 0,1 0 0,-2 0 0,1-1 0,-1 2 0,1-1 0,0-1 0,-1 1 0,0 1 0,2-1 0,-3 1 0,2 0 0,0-2 0,-2 2 0,1-1 0,0-1 0,0 3 0,2-2 0,-1 2 0,0 0 0,-1-2 0,0 1 0,-1-1 0,2 0 0,-1 3 0,1-1 0,0 1 0,0-1 0,-2 0 0,1 0 0,0-2 0,-1 2 0,1-2 0,0 3 0,0-1 0,0 1 0,0-1 0,-1 0 0,1 0 0,-2-1 0,3 1 0,-2 0 0,2 0 0,-1 1 0,0-1 0,0 1 0,-1-1 0,2-1 0,-2 1 0,1 0 0,-1 0 0,0-1 0,0 1 0,1 0 0,-2 0 0,3-2 0,-3 2 0,1-2 0,1 2 0,-2 0 0,1 0 0,0-1 0,1 1 0,1 0 0,-2 0 0,0-1 0,-1 1 0,2 0 0,-2 0 0,2 0 0,-1-1 0,0 1 0,1 2 0,-1-1 0,3 1 0,-4-2 0,1 0 0,1-1 0,-2 1 0,1 0 0,0-2 0,0 2 0,0-2 0,0 2 0,-1 0 0,3 0 0,-2 4 0,2-4 0,-1 5 0,-1-7 0,0 3 0,-1-1 0,3 1 0,-3-1 0,1 0 0,1-1 0,-2 1 0,2 0 0,0 4 0,0-4 0,0 2 0,-2-2 0,2-2 0,-2 2 0,0 0 0,1 0 0,0 0 0,1-1 0,-1 1 0,-1 0 0,0 0 0,3 4 0,-3-1 0,4 3 0,-4-5 0,3 0 0,-3-1 0,1 1 0,0-2 0,0 1 0,0-1 0,0 4 0,-1-2 0,3 3 0,-3-5 0,1 1 0,-1 0 0,0 0 0,0-1 0,2 1 0,-2 0 0,1 0 0,0 0 0,0 1 0,0-1 0,-1 1 0,1 0 0,0-1 0,0 1 0,-1-2 0,0 1 0,1 0 0,-1 0 0,2 0 0,-2-1 0,0 1 0,0 0 0,1 0 0,-1 2 0,3-2 0,-3 3 0,1-4 0,-1 1 0,0 0 0,1 0 0,0-1 0,0 1 0,-1 0 0,1 0 0,-1-1 0,2 1 0,-2 1 0,0-1 0,1 1 0,-1-1 0,1 0 0,-1 0 0,2-1 0,-2 1 0,1 0 0,0 0 0,0-1 0,0 2 0,0 0 0,0 0 0,0-2 0,0 1 0,1 0 0,-1 0 0,0-1 0,-1 1 0,2 0 0,-2 0 0,1 1 0,0-2 0,0 1 0,0-1 0,-1 1 0,1-1 0,-1 1 0,2 0 0,-1 1 0,0-1 0,1 1 0,-1-1 0,0 0 0,0-1 0,1 1 0,-2 0 0,2 0 0,-1-1 0,-1 1 0,1 0 0,1 0 0,-2-1 0,2 5 0,0-3 0,0 2 0,-1-3 0,-1 0 0,0-1 0,1 1 0,-1 0 0,2 0 0,-1 0 0,-1 2 0,3-3 0,-3 3 0,1-4 0,-1 2 0,1 0 0,0 0 0,0-1 0,-1 1 0,0 0 0,1 0 0,-1 2 0,2-2 0,-2 3 0,0-4 0,0 1 0,0 0 0,0 0 0,0-1 0,0 1 0,0 0 0,0 0 0,1 2 0,-1-2 0,1 3 0,-1-4 0,0 1 0,0 0 0,2 0 0,-2 0 0,1-1 0,-1 1 0,0 2 0,0-1 0,0 1 0,0-2 0,0-1 0,0 1 0,1 0 0,0 0 0,0 0 0,0 1 0,-1-1 0,2 1 0,-2-2 0,1 1 0,-1 0 0,1 0 0,-1-1 0,0 1 0,2-1 0,-2 0 0,2 3 0,-1-1 0,0 3 0,0-5 0,0 1 0,0 0 0,-1 0 0,0 0 0,1-2 0,-1 2 0,2-2 0,-2 2 0,0 0 0,0-1 0,0 1 0,1 0 0,-1 0 0,1-1 0,-1 4 0,0-3 0,0 2 0,0-2 0,2-1 0,-2 0 0,1 0 0,-1 2 0,1-1 0,0 1 0,0-2 0,-1 1 0,1 0 0,-1 0 0,2 0 0,-2-1 0,1 2 0,-1-1 0,1 1 0,-1-1 0,2 0 0,-2 0 0,1 0 0,0-2 0,0 2 0,0 1 0,0-2 0,0 3 0,0-4 0,-1 2 0,0 0 0,1-1 0,-1 1 0,2 0 0,-2 0 0,0 0 0,0-1 0,1 1 0,-1 0 0,1 0 0,-1-1 0,0 1 0,0 0 0,0 0 0,0-1 0,0 1 0,2 0 0,-2 0 0,1 0 0,-1-1 0,0 1 0,1-1 0,0 0 0,0 0 0,-1 0 0,1 1 0,-1 0 0,2 0 0,-2 0 0,0-1 0,1 1 0,-1 0 0,1 0 0,-1-1 0,0 1 0,0 0 0,2-2 0,-2 2 0,1-2 0,-1 2 0,0 0 0,1 0 0,0 0 0,0-1 0,-1 1 0,1 0 0,-1 0 0,2-1 0,-2 1 0,0 0 0,1-2 0,-1 2 0,1-1 0,-1 0 0,0 1 0,0 0 0,0 0 0,2-2 0,-2 2 0,1-9 0,-2 4 0,1-6 0,-2 6 0,2-1 0,0 0 0,0 0 0,0 0 0,-1 2 0,1-2 0,-1 2 0,1-2 0,0 0 0,-2 0 0,2 1 0,-1-1 0,1 0 0,0 0 0,0 0 0,0 1 0,-1-1 0,0 0 0,0 0 0,1 0 0,0 1 0,0-1 0,-1 0 0,0 0 0,0 0 0,1 1 0,0-1 0,-1 0 0,1 0 0,-2-1 0,2 1 0,0-1 0,0 1 0,-1 0 0,1 1 0,-1-1 0,1 0 0,0 0 0,0 0 0,0 1 0,0-1 0,-2 0 0,2 0 0,-1 0 0,1 1 0,0-2 0,-1 0 0,0 0 0,0 2 0,1-1 0,0 0 0,0-1 0,-1 1 0,0-1 0,0 1 0,1 0 0,0 1 0,0-1 0,0 0 0,-1-1 0,1 1 0,-2-1 0,2 1 0,0 0 0,0 0 0,0 1 0,0-1 0,0 0 0,-1 0 0,1 0 0,-1-1 0,1 1 0,0-1 0,0 0 0,0 1 0,0-1 0,0 1 0,0-1 0,0 1 0,0-1 0,-2 1 0,2 0 0,-1 1 0,1-1 0,0 0 0,0 0 0,0 0 0,0 1 0,0-1 0,0 0 0,0 0 0,0-1 0,0-3 0,0 2 0,0-1 0,0 3 0,0 0 0,-1-1 0,0 1 0,0-1 0,1 1 0,0-1 0,0 1 0,0-1 0,0 1 0,0-1 0,0-4 0,0 3 0,0-3 0,0 4 0,0 1 0,0-1 0,0 1 0,0-1 0,0 1 0,0-1 0,0 1 0,0-1 0,0 1 0,0-7 0,0 6 0,0-7 0,0 8 0,0-1 0,0 1 0,0 1 0,0-1 0,0-1 0,0 1 0,0-1 0,0 1 0,0 0 0,0-6 0,0 5 0,0-5 0,0 6 0,0-1 0,0 1 0,0-1 0,0 1 0,0 0 0,0 0 0,0 1 0,0-1 0,0 0 0,-1-4 0,0 4 0,0-4 0,1 4 0,0-1 0,0 1 0,0-1 0,0 1 0,0 1 0,0-1 0,0 0 0,0-4 0,0 4 0,0-4 0,0 4 0,0 1 0,0-1 0,0 0 0,0 0 0,-1 2 0,1-2 0,-2 2 0,2-2 0,0-4 0,0 4 0,0-4 0,0 4 0,0 0 0,0 1 0,0-1 0,0 0 0,0 0 0,0 0 0,0 1 0,0-5 0,0 3 0,0-2 0,0 3 0,0 0 0,0 0 0,2-1 0,-2 1 0,1-2 0,-1 2 0,1-1 0,0 1 0,0-2 0,0 1 0,0-1 0,1 2 0,-2 1 0,2-2 0,-2 0 0,1 0 0,-1 2 0,1-1 0,1-1 0,-2 1 0,1-1 0,0 1 0,0 0 0,1-3 0,-2 2 0,2-3 0,-2 5 0,1-1 0,-1 0 0,3 0 0,-3 0 0,1 1 0,-1-1 0,0 0 0,1 0 0,0-1 0,1 1 0,-2-1 0,2 1 0,-2 0 0,0 1 0,1 0 0,-1 0 0,1 0 0,-1-1 0,2 2 0,-2-2 0,1 2 0,-1-2 0,0 0 0,0 0 0,1 2 0,0-3 0,0 2 0,0-2 0,0 1 0,0 0 0,-1 1 0,0-1 0,0 0 0,1 1 0,-1 0 0,2 0 0,-1-3 0,-1 2 0,3-3 0,-3 4 0,1-1 0,-1 0 0,1 0 0,0 0 0,1 1 0,0-6 0,0 4 0,0-4 0,-1 5 0,-1 0 0,1 2 0,0-2 0,0 2 0,0-2 0,0 0 0,3-6 0,-3 5 0,3-5 0,-3 6 0,1 0 0,-1 0 0,1 1 0,-1-1 0,-1 0 0,1 0 0,1 0 0,-1-1 0,1 1 0,0-1 0,-2 1 0,3 2 0,-3-3 0,3 2 0,-2-2 0,1 2 0,-1-1 0,0 0 0,0 0 0,1 0 0,-2 1 0,3-1 0,-3 0 0,1 0 0,1 2 0,-2-2 0,2 2 0,-1-2 0,1 0 0,-2 0 0,3 0 0,-3 1 0,3-1 0,-3 0 0,5-4 0,-4 4 0,4-3 0,-5 4 0,2 0 0,0 0 0,0-1 0,0 1 0,-2 0 0,3 0 0,-3-1 0,3 2 0,-3-2 0,2 3 0,-1-2 0,1 0 0,-2-1 0,3 2 0,-3-2 0,3 3 0,-3-3 0,2 3 0,0-2 0,1 0 0,0-1 0,-1 0 0,1 1 0,0-1 0,0 1 0,-2 0 0,2 1 0,-2-1 0,2 0 0,0 0 0,-1 0 0,0 0 0,0 0 0,0-1 0,1 0 0,0 2 0,-1-2 0,1 2 0,0-2 0,0 0 0,-1 2 0,1-2 0,0 3 0,-2-3 0,2 3 0,-3-2 0,3 1 0,-2 0 0,1 0 0,0 0 0,0-1 0,1 0 0,-1 1 0,0-2 0,0 3 0,-1-2 0,1 1 0,0 0 0,-1 0 0,2 0 0,-2-1 0,2 2 0,0-3 0,0 3 0,-2-3 0,3 3 0,-4-2 0,4 1 0,-2 0 0,-1 0 0,2 0 0,-2 0 0,1 0 0,0 1 0,0-2 0,0 1 0,1 1 0,0-3 0,0 3 0,0-1 0,-2 0 0,2 0 0,-2 0 0,2 0 0,0 0 0,-1 0 0,1 0 0,1 1 0,-2-3 0,2 3 0,-3-1 0,2 1 0,0-2 0,0 2 0,-1-1 0,1 1 0,0 0 0,-2-1 0,2 0 0,0-1 0,0 2 0,1-2 0,-1 2 0,-1 0 0,1 0 0,0-1 0,0 1 0,-1-2 0,1 2 0,0 0 0,-2-1 0,2 1 0,-2-1 0,2 1 0,1-2 0,-1 2 0,1-1 0,-1 1 0,0-1 0,0 0 0,-1 0 0,1 1 0,0-1 0,0 1 0,0-2 0,-1 1 0,2 1 0,-1-3 0,1 3 0,-1-1 0,0 1 0,0-2 0,-1 2 0,2-2 0,1 1 0,-2-1 0,1 2 0,-3-2 0,2 1 0,1 1 0,-1-2 0,1 2 0,-1-1 0,-1 1 0,1-3 0,0 3 0,0-1 0,0 1 0,-1-1 0,1 0 0,0 0 0,0 0 0,-1 1 0,1-2 0,0 2 0,0-1 0,0 1 0,-1-2 0,1 2 0,0 0 0,0-1 0,-1 1 0,1-1 0,0 1 0,0-2 0,-1 2 0,2-1 0,0 0 0,0 0 0,-2 0 0,1 1 0,0 0 0,0 0 0,-1-1 0,1 1 0,0-2 0,1 2 0,-1-1 0,1 1 0,-1-2 0,0 2 0,-1 0 0,2-1 0,-1 1 0,1-1 0,-1 1 0,0-2 0,0 2 0,0-1 0,1 1 0,-1 0 0,1-1 0,-2 0 0,2 0 0,-1 1 0,1-1 0,-1 1 0,12-4 0,-9 3 0,9-1 0,-11 0 0,-1 2 0,1-1 0,-1 1 0,0 0 0,1-1 0,-1 0 0,1 0 0,-1 0 0,0 1 0,-1-2 0,2 1 0,-1 1 0,1-1 0,-1 1 0,0-2 0,0 2 0,-1-1 0,1 1 0,0 0 0,0-2 0,0 2 0,1-1 0,-1 0 0,1 0 0,-2-1 0,1 2 0,0-2 0,0 2 0,-1 0 0,1-1 0,0 1 0,0-1 0,0-1 0,-1 2 0,1-1 0,0 1 0,-2-2 0,2 2 0,-2-1 0,2 1 0,0 0 0,-1-1 0,0 0 0,0 0 0,0 1 0,1 0 0,-1-1 0,0 1 0,0-2 0,0 2 0,1 0 0,0 0 0,-2-1 0,2 1 0,-2-1 0,2 1 0,0 0 0,0 0 0,0 0 0,-1-2 0,1 2 0,0-1 0,0 1 0,-1-2 0,1 2 0,0-1 0,0 1 0,-1-1 0,1 0 0,0 0 0,0 1 0,0-1 0,-1 1 0,1-2 0,0 2 0,0 0 0,-2-1 0,2 1 0,-2-1 0,2 1 0,0 0 0,-2-2 0,2 2 0,-2-1 0,2 1 0,0 0 0,-2-2 0,2 2 0,-2-1 0,2 1 0,-1-1 0,0 0 0,0 0 0,0 1 0,1 0 0,-1-1 0,0 1 0,0-2 0,1 2 0,-8 0 0,3 0 0,-5 0 0,4-1 0,0 1 0,0-1 0,0 1 0,1 0 0,-1 0 0,0 0 0,-1 0 0,1 0 0,-1 0 0,1 0 0,-1 0 0,1-2 0,-1 2 0,0-1 0,1 1 0,-3 0 0,3 0 0,-3 0 0,2 0 0,-1 0 0,1 0 0,1 0 0,-2 0 0,2 0 0,-1-1 0,0 0 0,0 0 0,-1 1 0,2 0 0,-1 0 0,1 0 0,-1 0 0,0 0 0,-2 0 0,2 0 0,0 0 0,1 0 0,0 0 0,1 1 0,-3-1 0,2 2 0,-1-2 0,2 0 0,-1 0 0,0 0 0,0 0 0,0 0 0,1 0 0,-2 0 0,0 1 0,0-1 0,2 1 0,-1-1 0,0 0 0,0 0 0,0 0 0,1 0 0,-1 0 0,0 0 0,0 0 0,0 0 0,1 0 0,-1 0 0,0 0 0,0 0 0,0 0 0,1 0 0,-1 0 0,0 0 0,0 0 0,0 0 0,1 0 0,-1 0 0,0 0 0,1-1 0,0 1 0,0-1 0,0 1 0,0-2 0,0 2 0,0-1 0,-1 1 0,0 0 0,2-1 0,-2 0 0,2 0 0,-2 1 0,0 0 0,2-1 0,-2 1 0,2-2 0,-2 1 0,0 1 0,0-1 0,0 1 0,1-2 0,-1 2 0,0-1 0,0-1 0,0 2 0,1-1 0,-1 1 0,0 0 0,0 0 0,0-1 0,1 0 0,-2 0 0,1 1 0,-2 0 0,3 0 0,-1-1 0,0 1 0,0-2 0,0 2 0,1 0 0,-1-1 0,0 1 0,0-1 0,0 1 0,-1 0 0,1 0 0,-2 0 0,2-2 0,-1 2 0,1-1 0,0 1 0,1 0 0,-1 0 0,0 0 0,0 0 0,0 0 0,1 0 0,-2 0 0,0 0 0,0 0 0,2-2 0,-1 2 0,0-1 0,0 1 0,0 0 0,1 0 0,-1 0 0,0 0 0,0-1 0,0 0 0,1 0 0,-1 1 0,0-1 0,0 1 0,0-2 0,1 2 0,-1 0 0,1-1 0,0 1 0,0-1 0,-1-1 0,1 2 0,-1-1 0,0 1 0,1-2 0,0 2 0,0-1 0,0 0 0,-1 0 0,0 0 0,0 0 0,0 1 0,1-3 0,-1 3 0,0-1 0,0-1 0,0 2 0,1-1 0,0-1 0,0 2 0,0-2 0,-1 1 0,0 0 0,1 0 0,-1 1 0,0-3 0,0 3 0,0-3 0,1 3 0,-1-1 0,1-1 0,0 2 0,0-1 0,-1 0 0,1 0 0,-1-1 0,0 2 0,-1-3 0,1 3 0,0-3 0,-1 3 0,3-2 0,-3 1 0,2-1 0,-1 1 0,2 0 0,-1 0 0,0 1 0,0-2 0,0 1 0,-1 1 0,0-3 0,0 3 0,2-2 0,-2 1 0,2 0 0,-1 0 0,-1 0 0,2 0 0,-1 0 0,0 1 0,0-3 0,0 3 0,-1-3 0,0 3 0,1-2 0,0 1 0,0-1 0,0 1 0,0-1 0,0 2 0,0-3 0,-1 2 0,0-1 0,2 0 0,-2 1 0,3-1 0,-2 1 0,0-1 0,-1 0 0,0 1 0,2-2 0,-2 3 0,2-2 0,-1 0 0,0 0 0,1 0 0,-1 2 0,2-3 0,-3 2 0,2-2 0,-2 0 0,0 0 0,0 0 0,0 1 0,1-1 0,-1 0 0,1 0 0,0 0 0,0 1 0,-1-1 0,1 0 0,-1 1 0,1 0 0,0 0 0,0 0 0,-1-1 0,2 0 0,-2 1 0,2 0 0,-1 0 0,0 1 0,1-2 0,-1 3 0,2-2 0,-3 1 0,3-1 0,-3 0 0,3-1 0,-2 1 0,0-1 0,-1 0 0,0 1 0,2 0 0,-2 0 0,2-2 0,-2 1 0,1-1 0,0 3 0,2-2 0,-3 3 0,3-3 0,-3 2 0,2-2 0,-2 0 0,1 0 0,0 2 0,2-2 0,-4 2 0,3-2 0,-1 0 0,1 2 0,-1-2 0,0 2 0,0-2 0,0 1 0,1 0 0,-2 0 0,2-1 0,-1 1 0,0-1 0,1 0 0,0 0 0,0 0 0,-1 1 0,1-1 0,0 0 0,-1 2 0,2-2 0,-1 2 0,-2-5 0,2 3 0,-2-2 0,1 2 0,1 0 0,1 0 0,-3 2 0,3-2 0,-4-1 0,4 1 0,-3-3 0,3 4 0,-1-1 0,1 0 0,-3 1 0,3 0 0,-1 0 0,-1 0 0,2-1 0,-1 0 0,0 0 0,0 0 0,-1 2 0,2-2 0,-2 2 0,1-3 0,1 1 0,-3 0 0,3 0 0,-1 2 0,1-2 0,0 0 0,-2 0 0,2-1 0,-1 1 0,0 0 0,0 1 0,0 0 0,1 0 0,0-1 0,0 0 0,-1 1 0,1 0 0,-2-1 0,1 0 0,1-1 0,-2 1 0,2 0 0,-1 2 0,1-2 0,-1 2 0,-1-2 0,1-1 0,-1 1 0,1-1 0,1 1 0,-1 0 0,1 0 0,-2 1 0,1-1 0,0-1 0,-1 1 0,1-1 0,1 1 0,0 0 0,-2 0 0,2 0 0,-1 1 0,0-2 0,0 0 0,0 0 0,1 2 0,0-1 0,0 0 0,-1 1 0,1 0 0,-2 0 0,1-3 0,1 2 0,-1-3 0,1 4 0,-2 0 0,2 0 0,-1 0 0,1-1 0,-2 0 0,2-1 0,-2 1 0,1-1 0,-1 1 0,2 1 0,-3-1 0,2-1 0,-1 1 0,1-1 0,-1 2 0,2 0 0,-1 0 0,0-2 0,0 1 0,0-1 0,0 2 0,1 0 0,-2 0 0,1-4 0,0 2 0,-1-2 0,1 3 0,1 0 0,0 0 0,0 0 0,0 1 0,0-1 0,0 0 0,0 0 0,0 0 0,0 1 0,-2-1 0,2 0 0,-1 0 0,1 0 0,0 1 0,0-1 0,0 0 0,-1 0 0,0 0 0,0 1 0,1-1 0,0 0 0,0 0 0,-1 2 0,1-2 0,-2 2 0,2-2 0,0 0 0,0 0 0,-1 0 0,1 1 0,-1-1 0,1 0 0,0 0 0,0 0 0,0 1 0,-2 0 0,2 0 0,-1 0 0,1-1 0,0 0 0,-2 1 0,2-1 0,-1 0 0,1 0 0,0 0 0,-1 1 0,0-1 0,0 0 0,0 0 0,1 0 0,-3 1 0,3-1 0,-1 0 0,-1 1 0,2 0 0,-1 0 0,0 1 0,0-2 0,0 2 0,0-1 0,-1 1 0,-1 1 0,2-1 0,0-1 0,1-1 0,0 1 0,0-1 0,0 0 0,0 0 0,0 0 0,0 1 0,-2 0 0,2 0 0,-1 0 0,1-1 0,0 0 0,0 1 0,0-1 0,0 1 0,0 1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07:47.287"/>
    </inkml:context>
    <inkml:brush xml:id="br0">
      <inkml:brushProperty name="width" value="0.2" units="cm"/>
      <inkml:brushProperty name="height" value="1.2" units="cm"/>
      <inkml:brushProperty name="color" value="#FFC114"/>
      <inkml:brushProperty name="inkEffects" value="pencil"/>
    </inkml:brush>
  </inkml:definitions>
  <inkml:trace contextRef="#ctx0" brushRef="#br0">317 482 16383,'-7'11'0,"4"0"0,0-8 0,0 4 0,2-1 0,-2 1 0,3-1 0,0 0 0,-2-2 0,1 1 0,-2-1 0,3 2 0,-3 1 0,3-1 0,-3 0 0,3 1 0,0-1 0,0 0 0,-3-2 0,2 1 0,-2-1 0,3 2 0,-3-16 0,3 6 0,-6-14 0,5 12 0,-2-1 0,3 1 0,0 0 0,-2-4 0,1 3 0,-2-2 0,3 3 0,0-1 0,0 1 0,0-1 0,0 1 0,0 0 0,0-1 0,0 1 0,0-3 0,0 1 0,0-1 0,-3 6 0,3-3 0,-3 2 0,3-2 0,0 0 0,0-1 0,0 1 0,0-1 0,0 1 0,0-1 0,0 1 0,2 3 0,-1-3 0,5 2 0,-5-2 0,4-1 0,-1 4 0,-1-3 0,3 6 0,-5-6 0,4 5 0,-1-2 0,-1 0 0,3 3 0,-3-3 0,4 0 0,-1 2 0,0-2 0,1 3 0,-1 0 0,0 0 0,1 0 0,-1 0 0,-2 3 0,-2 1 0,-2 2 0,0 0 0,0 1 0,0-1 0,0 1 0,0-1 0,0 0 0,0 1 0,-2-1 0,1 0 0,-2 1 0,0-1 0,3 0 0,-6-2 0,5 1 0,-5-1 0,6 2 0,-6-2 0,5 1 0,-4-1 0,1 2 0,1 1 0,-3-4 0,5 3 0,-5-5 0,6 4 0,-6-1 0,2 2 0,1 0 0,-3-2 0,5-21 0,-1 9 0,2-16 0,0 18 0,2 0 0,-1-1 0,2 1 0,-3-3 0,0 2 0,0-3 0,0 4 0,3-1 0,-2 1 0,1 0 0,-2-1 0,0 1 0,3-1 0,-2 1 0,2-3 0,-3 2 0,2-3 0,-1 4 0,2 0 0,0-1 0,-2 1 0,1-1 0,1 4 0,-2-3 0,2 3 0,-3-4 0,3 4 0,-3-3 0,6 5 0,-5-4 0,1 1 0,-2-2 0,3 2 0,-2-2 0,5 6 0,-3 2 0,1 3 0,-2 4 0,-2-3 0,0 0 0,3-2 0,-2 2 0,2-3 0,-3 3 0,0 1 0,0-1 0,3-2 0,-3 1 0,3-1 0,-3 2 0,0 1 0,0-1 0,3 0 0,-2 1 0,1-1 0,-2 0 0,0 3 0,0-2 0,0 3 0,3-7 0,-2 3 0,2-3 0,-3 4 0,0-1 0,0 0 0,0 1 0,0-1 0,0 0 0,0 1 0,0-1 0,0 0 0,0 1 0,0-1 0,0 0 0,0 1 0,0-1 0,0 0 0,0-19 0,0 9 0,0-17 0,0 15 0,0-4 0,0 3 0,0-2 0,0 3 0,0-1 0,0-2 0,0 2 0,3 0 0,-3 2 0,3 1 0,-3-2 0,3-1 0,-2 1 0,4 0 0,-4-1 0,2 1 0,0 2 0,-3-2 0,3 3 0,0-1 0,-2-1 0,2 1 0,-1 1 0,-1-3 0,5 5 0,-6-5 0,6 3 0,-5-4 0,4 1 0,-4 0 0,5 2 0,-6-2 0,3 3 0,0-4 0,-2 1 0,-1 19 0,-4-8 0,1 15 0,0-14 0,3 1 0,-3 5 0,2-5 0,-2 5 0,3-5 0,0-1 0,0 0 0,-2-2 0,1 2 0,-2-3 0,3 4 0,0 2 0,0-2 0,0 2 0,-3-3 0,2 1 0,-1-1 0,2 0 0,0 1 0,0 2 0,-3-5 0,2 4 0,-2-4 0,3 2 0,0 1 0,6-21 0,-5 10 0,5-17 0,-6 15 0,3 2 0,0-7 0,1 6 0,1-7 0,-4 5 0,2 1 0,0 0 0,-3-1 0,3 1 0,0 2 0,1-10 0,2 8 0,-3-9 0,3 9 0,-5-1 0,4 1 0,-4 0 0,5-4 0,-6 3 0,6-2 0,-5 3 0,2 5 0,-9 7 0,4 5 0,-6 1 0,7-2 0,-2-4 0,1 0 0,1 1 0,-2-1 0,3 0 0,-3 6 0,2-4 0,-4 1 0,4-3 0,-2-3 0,3 4 0,0-1 0,0 0 0,-3-2 0,3 10 0,-6-11 0,5 11 0,-2-10 0,3 2 0,0 0 0,0 1 0,0-1 0,-2-3 0,1 3 0,-2-2 0,3 5 0,0-2 0,0 2 0,0-3 0,0 1 0,0-1 0,0 3 0,3-2 0,0 0 0,4-5 0,-1-2 0,-2-2 0,1-2 0,-4-2 0,5 2 0,-6-2 0,6 6 0,-5-6 0,4 5 0,-1-7 0,2 6 0,-2-6 0,1 4 0,-1-2 0,2 2 0,-2-2 0,1 6 0,-1-9 0,2 5 0,0-2 0,1 0 0,-1 2 0,0-2 0,4-1 0,-3 4 0,-1-3 0,0 6 0,-3-3 0,6 0 0,-2 2 0,-3-2 0,-11 12 0,0-7 0,-3 9 0,5-10 0,1 2 0,1-1 0,-3-1 0,2 5 0,-2-5 0,2 4 0,-1-4 0,4 5 0,-5-6 0,3 6 0,-4-3 0,1 1 0,2 2 0,2-3 0,-1 1 0,-1 1 0,-2-4 0,2 5 0,-2-6 0,6 6 0,-6-5 0,2 1 0,1 1 0,-3-2 0,3 2 0,-4-3 0,4 3 0,-3-3 0,0 6 0,-1-5 0,0 4 0,1-4 0,6 5 0,-6-6 0,2 6 0,-2-5 0,2 4 0,-1-4 0,4 5 0,-5-6 0,6 6 0,-6-2 0,5 2 0,-4-3 0,4 3 0,-5-2 0,5 2 0,-1 0 0,-1-2 0,2 1 0,-2-1 0,0 2 0,3 1 0,-6-4 0,5 3 0,-2-3 0,3 4 0,-2-4 0,1 3 0,-2-3 0,3 4 0,0-1 0,0 0 0,0 1 0,3-4 0,-2 3 0,1-3 0,-2 4 0,0-1 0,0 0 0,0 1 0,0-1 0,0 0 0,0 1 0,0-1 0,0 0 0,0 1 0,0-1 0,0 1 0,0-1 0,0 0 0,3-2 0,-2 1 0,5-4 0,-6-15 0,3 7 0,-6-14 0,2 15 0,-1-1 0,2 1 0,0-1 0,-6-5 0,5 5 0,-8-6 0,8 7 0,-4 0 0,4-1 0,-2 1 0,0 2 0,2-1 0,-4 1 0,-2-8 0,0 4 0,1-4 0,0 8 0,5-1 0,-4 4 0,4-5 0,-5 6 0,6-6 0,-6 5 0,5-4 0,-4 4 0,-2-11 0,0 10 0,1-9 0,0 10 0,2-2 0,1 0 0,-3 3 0,5-6 0,-4 5 0,-2-7 0,0 6 0,-2-3 0,5 2 0,-1 2 0,1-2 0,-2 0 0,-6 3 0,4-6 0,-4 5 0,5-2 0,1 3 0,-3 0 0,2 0 0,-3 0 0,4 0 0,-1 0 0,1 0 0,0 0 0,-1 0 0,1 0 0,-1 0 0,1 0 0,0 0 0,-1 0 0,1 0 0,-1 0 0,1 0 0,0 0 0,-1 0 0,1 0 0,-1 0 0,1 0 0,2-2 0,18-2 0,-6 1 0,12 0 0,-14 3 0,1 0 0,-1 0 0,0-3 0,6-1 0,-4 1 0,4 0 0,-6 3 0,1 0 0,-1-3 0,0 2 0,1-4 0,-1 4 0,9-5 0,-7 6 0,4-6 0,-6 5 0,-2-2 0,2 0 0,0 3 0,1-3 0,-1 0 0,6-1 0,-4 1 0,1-3 0,-4 5 0,-1-1 0,-1-1 0,3 2 0,6-13 0,-3 8 0,3-9 0,-7 12 0,-4-3 0,2 2 0,0 1 0,-3-3 0,3 3 0,-3-4 0,3 4 0,-2-3 0,1 2 0,-2-2 0,3 2 0,-2-1 0,2 1 0,0-2 0,-3-1 0,3 1 0,0 2 0,-2-1 0,1 1 0,1 1 0,-2-3 0,2 2 0,-3-2 0,0 0 0,3 2 0,-3-2 0,3 3 0,0-1 0,-2-2 0,1 3 0,1-1 0,-2-1 0,5 4 0,-6-5 0,6 6 0,-5-6 0,4 5 0,-4-5 0,5 3 0,-3-1 0,1-1 0,1 4 0,-4-5 0,2 3 0,0-1 0,-3-2 0,3 3 0,0-1 0,-2-1 0,2 1 0,-1 1 0,-1 11 0,2-2 0,-3 8 0,0-7 0,0-1 0,0 0 0,0 1 0,0-1 0,0 0 0,0 1 0,0-1 0,0 0 0,0 1 0,3-4 0,-3 3 0,3-3 0,-3 4 0,0-1 0,3-2 0,-2 1 0,2-1 0,-1-1 0,-1 3 0,5-2 0,-6 2 0,6-3 0,-5 3 0,4-5 0,-4 4 0,5-4 0,-6 5 0,6-6 0,-5 6 0,4-5 0,-4 4 0,5-4 0,-5 5 0,4-6 0,-1 3 0,-1 0 0,3-2 0,-5 4 0,4-4 0,-4 5 0,5-5 0,-3 1 0,1 1 0,1-2 0,-4 4 0,5-4 0,-3 2 0,3-3 0,-2 3 0,2-2 0,-3 1 0,1 1 0,1-2 0,-1 2 0,2-3 0,-2 3 0,1-3 0,-1 3 0,-1 0 0,3-2 0,-2 1 0,-1 1 0,3-2 0,-3 2 0,1 0 0,1-3 0,-1 6 0,2-5 0,1 4 0,-1-4 0,0 5 0,1-6 0,-1 3 0,-3 0 0,3-2 0,-2 1 0,2-2 0,0 3 0,1-2 0,-1 2 0,0-3 0,1 0 0,-1 0 0,0 3 0,1-3 0,-1 3 0,0-3 0,1 0 0,-1 3 0,0-2 0,1 1 0,-1-2 0,0 0 0,1 0 0,-1 0 0,1 0 0,-4 3 0,3-2 0,-3 2 0,4-3 0,-18 0 0,7 0 0,-11-3 0,10 2 0,1-2 0,-2 3 0,-1 0 0,1 0 0,-1 0 0,1 0 0,0 0 0,-1 0 0,1 0 0,-1 0 0,1 0 0,0 0 0,-1 0 0,1 0 0,-1 0 0,1 0 0,0 0 0,-1 0 0,1 0 0,-1-2 0,1 1 0,0-2 0,-1 3 0,1 0 0,-1 0 0,1 0 0,0 0 0,-1 0 0,1 3 0,-1-2 0,1 1 0,0-2 0,-1 0 0,1 0 0,2 3 0,-2-2 0,3 2 0,-4-3 0,1 0 0,3 3 0,-3-3 0,2 3 0,-2 0 0,-1-2 0,4 4 0,-3-4 0,3 2 0,-1 0 0,-2-3 0,3 6 0,-4-5 0,1 4 0,0-4 0,2 5 0,-2-6 0,6 6 0,-6-5 0,5 4 0,-2-1 0,3 2 0,0 0 0,0 1 0,-2-4 0,1 3 0,-2 0 0,3 1 0,0 3 0,0-4 0,0 3 0,0-2 0,0 2 0,0-2 0,0 2 0,0-2 0,0 2 0,-3-3 0,2 1 0,-1 2 0,2-2 0,0 2 0,0-3 0,0 1 0,0 2 0,0-2 0,0 2 0,0-3 0,0 1 0,2-4 0,-1 3 0,2-3 0,0 4 0,-3-1 0,3 1 0,0-4 0,-2 3 0,2-3 0,-3 4 0,2-4 0,-1 3 0,2-3 0,-3 4 0,0-1 0,0 0 0,-3-2 0,-3-10 0,1 1 0,-6-13 0,10 10 0,-5-4 0,3 9 0,2-3 0,-1 3 0,-1-10 0,2 6 0,-2-5 0,3 5 0,0 1 0,0-1 0,0 1 0,0 0 0,0-4 0,0 3 0,3-2 0,-2 2 0,2 1 0,-3 0 0,2-1 0,2 1 0,-1-1 0,3 1 0,-5 0 0,4-4 0,-1 3 0,-1-2 0,3 3 0,-5-1 0,4 1 0,-4-1 0,2 1 0,0 2 0,-3-1 0,6-4 0,-2 1 0,-1-4 0,0 5 0,0 4 0,-3-3 0,3 2 0,0-8 0,-2 4 0,2-4 0,-1 9 0,-1-3 0,2 3 0,-3-4 0,0-2 0,0 2 0,0-2 0,0 2 0,0 1 0,0-4 0,0 3 0,0-2 0,0 3 0,0-1 0,0 1 0,0-1 0,0 1 0,0 0 0,0-1 0,0 1 0,-3 2 0,2-1 0,-1 1 0,-1-2 0,2-1 0,-2 1 0,0 2 0,3-1 0,-3 1 0,3-2 0,-3 2 0,2-2 0,-2 3 0,3-4 0,0 1 0,0 0 0,0-1 0,0 1 0,0-1 0,0 1 0,0 0 0,-2-1 0,1 1 0,-2-1 0,3 1 0,0 0 0,0-1 0,0 1 0,-3-1 0,2 1 0,-1 0 0,2-1 0,0 1 0,-3-1 0,2 1 0,-2 0 0,3-1 0,-3 4 0,3-3 0,-3 2 0,3-2 0,0-1 0,0 1 0,0 0 0,0-1 0,0 1 0,-3 2 0,2-1 0,-2 1 0,3-2 0,0-1 0,-3 4 0,3-3 0,-3 2 0,3-2 0,0 0 0,0-1 0,0 1 0,0-1 0,0 21 0,0-10 0,0 16 0,0-13 0,0-1 0,0 0 0,0 1 0,0-1 0,0 3 0,0-2 0,0 3 0,0-4 0,0 0 0,0 1 0,0-1 0,0 3 0,0-2 0,0 2 0,0-2 0,0-1 0,0 0 0,0 1 0,0 2 0,0-2 0,0 2 0,0-3 0,0 1 0,0-1 0,0 0 0,3 6 0,-3-4 0,3 4 0,-3-6 0,0 1 0,0-1 0,0 0 0,3 4 0,-2-3 0,2 2 0,-1-3 0,-1 1 0,2-1 0,-3 0 0,0 1 0,0-1 0,0 0 0,3-2 0,-3 1 0,3-1 0,-3 2 0,0 1 0,0-1 0,3 0 0,-2 1 0,2-1 0,-3 0 0,0 1 0,0-1 0,0 0 0,-3-2 0,2 2 0,-2-3 0,3 3 0,0 1 0,0-1 0,0 0 0,-3-2 0,3 2 0,-3-3 0,3 3 0,0 1 0,0-1 0,0 0 0,0 1 0,3-4 0,0 0 0,4-3 0,-1 0 0,0 0 0,1 0 0,5 0 0,-5 0 0,5 0 0,-5 0 0,-1 0 0,0 0 0,1 0 0,-1 0 0,0 0 0,1 0 0,7 0 0,-5 0 0,6 0 0,-9 0 0,0 0 0,1-3 0,-1 3 0,0-3 0,1 3 0,-1 0 0,0-3 0,1 2 0,5-2 0,-4 3 0,4-2 0,-6 1 0,0-2 0,1 3 0,-1-3 0,0 2 0,1-1 0,-1-1 0,0 2 0,6-5 0,-4 6 0,4-3 0,-6 3 0,-2-3 0,2 2 0,-3-2 0,3 1 0,1 1 0,-1-2 0,-2 0 0,-13 2 0,3-1 0,-9 2 0,9 0 0,0 0 0,2 2 0,-2-1 0,3 2 0,-4-3 0,1 0 0,0 0 0,-1 0 0,1 0 0,-1 0 0,-5 3 0,4-3 0,-4 3 0,3 0 0,2-2 0,-2 2 0,2-3 0,1 0 0,0 0 0,-9 2 0,6-1 0,-6 5 0,9-6 0,-1 3 0,4 0 0,-3-2 0,3 2 0,-4-3 0,1 0 0,-1 0 0,-2 2 0,5 2 0,-5-1 0,6 0 0,-4-3 0,1 0 0,0 3 0,-1-2 0,1 4 0,-1-4 0,4 5 0,-3-5 0,2 1 0,1 1 0,-3-2 0,3 4 0,-4-4 0,1 5 0,-1-5 0,4 4 0,-3-4 0,6 5 0,-6-6 0,5 6 0,-5-5 0,6 4 0,-6-4 0,5 5 0,-2-3 0,3 3 0,0 1 0,0-1 0,0 0 0,-2-2 0,1 4 0,-2-3 0,3 4 0,3-3 0,-2 1 0,1 2 0,1-2 0,-2 2 0,2-3 0,-3 1 0,3 2 0,-3-2 0,3 2 0,-3-3 0,0 1 0,0-1 0,0 0 0,0 1 0,0 2 0,-3-5 0,3 5 0,-3-6 0,0 3 0,2 1 0,-5-4 0,6 3 0,-3-3 0,3 4 0,0-1 0,0 0 0,0 1 0,0-1 0,0 0 0,-3 1 0,2-1 0,-2 0 0,3 1 0,0-1 0,0 1 0,3-1 0,-2 0 0,2 1 0,0-1 0,-3 0 0,6 1 0,-5-1 0,1 0 0,-2 1 0,3-4 0,-2 3 0,2-3 0,-3 4 0,0-1 0,0 0 0,3-2 0,-3 1 0,3-1 0,-3 2 0,0 1 0,0-1 0,0 0 0,0 1 0,-3-4 0,3 3 0,-3-3 0,3 4 0,0-1 0,3-2 0,0-2 0,1 1 0,1-2 0,-18-4 0,12 5 0,-13-7 0,14 7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08:14.541"/>
    </inkml:context>
    <inkml:brush xml:id="br0">
      <inkml:brushProperty name="width" value="0.2" units="cm"/>
      <inkml:brushProperty name="height" value="1.2" units="cm"/>
      <inkml:brushProperty name="color" value="#FFC114"/>
      <inkml:brushProperty name="inkEffects" value="pencil"/>
    </inkml:brush>
  </inkml:definitions>
  <inkml:trace contextRef="#ctx0" brushRef="#br0">304 748 16383,'-13'0'0,"4"-2"0,9 1 0,6-8 0,1 8 0,-1-8 0,0 9 0,-3-3 0,4 0 0,-1 2 0,-2-4 0,1 4 0,-1-5 0,8 0 0,-4 2 0,4-5 0,-6 8 0,-3-4 0,3 4 0,-2-5 0,2 5 0,-3-4 0,9 1 0,-7-2 0,7 2 0,-6-1 0,0 1 0,1 0 0,-4-1 0,3 4 0,0-8 0,1 8 0,2-7 0,-2 7 0,-4-5 0,3 5 0,-5-4 0,4 4 0,-4-5 0,7 0 0,-3 2 0,1-5 0,0 8 0,-6-4 0,6 4 0,-3-5 0,1 3 0,2-1 0,-3-2 0,1 3 0,1-1 0,-4-1 0,5 4 0,-6-5 0,6 3 0,-2-4 0,2 1 0,0 2 0,-2-1 0,1 4 0,-4-5 0,5 6 0,-6-6 0,6 5 0,-5-5 0,2 3 0,-3-4 0,0 1 0,-3 3 0,-1 0 0,-2 3 0,-1 0 0,1 0 0,0 0 0,-4 0 0,3 0 0,1 2 0,0-1 0,3 5 0,-4-5 0,4 4 0,-3-4 0,2 2 0,1 0 0,-3 0 0,3 1 0,-1 1 0,-2-4 0,6 5 0,-6-6 0,2 9 0,-2-8 0,2 8 0,-1-9 0,4 6 0,-5-5 0,6 4 0,-6-4 0,5 5 0,-5-6 0,6 6 0,-6-5 0,5 4 0,-4-4 0,4 5 0,-5-6 0,6 6 0,-6-5 0,5 4 0,-5-4 0,6 5 0,-6-6 0,2 6 0,-2-5 0,3 4 0,-3-4 0,5 5 0,-5-6 0,3 6 0,-4-5 0,4 4 0,-3-4 0,3 5 0,-4-3 0,1 1 0,-1 1 0,1-4 0,2 5 0,-1-6 0,1 3 0,1 0 0,-3-2 0,2 4 0,-2-4 0,0 5 0,-1-5 0,4 4 0,-3-4 0,2 2 0,1-1 0,-3-1 0,3 2 0,-4-3 0,1 3 0,-1-2 0,1 1 0,0 1 0,-1-2 0,1 2 0,-1-3 0,4 3 0,-3-3 0,3 3 0,-4-3 0,4 3 0,-3-2 0,2 1 0,-2-2 0,-1 3 0,1-2 0,0 2 0,-1-3 0,4 3 0,-3-3 0,2 3 0,-2-3 0,0 0 0,2 3 0,-2-2 0,3 1 0,-4-2 0,1 0 0,2 3 0,-1-2 0,1 2 0,-2-3 0,-1 0 0,1 0 0,0 3 0,-1-3 0,1 3 0,-1-3 0,1 0 0,0 0 0,-1 0 0,1 0 0,-1 0 0,1 0 0,0 0 0,-1 0 0,21 3 0,-10-2 0,16 1 0,-13-2 0,-1 0 0,0 0 0,1 0 0,-4 3 0,3-2 0,-3 2 0,6-3 0,-2 0 0,3 0 0,-4 3 0,0-3 0,1 3 0,-1-3 0,0 0 0,1 0 0,2 3 0,-2-2 0,2 1 0,-3-2 0,1 0 0,-1 0 0,0 0 0,1 0 0,-1 0 0,0 3 0,1-2 0,-1 2 0,0-3 0,-2 3 0,2-3 0,-3 3 0,4-3 0,-4 3 0,3-2 0,-3 2 0,4-1 0,-1-1 0,-3 5 0,3-6 0,-5 6 0,4-5 0,-4 4 0,5-4 0,-3 5 0,4-6 0,-4 6 0,3-5 0,-6 4 0,6-4 0,-2 2 0,-1 0 0,3-3 0,-3 3 0,4-3 0,-4 3 0,6-2 0,-5 2 0,5-3 0,-5 2 0,1-1 0,-1 2 0,2 0 0,0-3 0,1 3 0,-1 0 0,0-2 0,-2 4 0,2-4 0,-6 5 0,6-6 0,-5 6 0,4-5 0,-4 4 0,5-4 0,-6 5 0,6-5 0,-5 4 0,4-4 0,-4 5 0,5-6 0,-6 6 0,6-5 0,-5 4 0,4-4 0,-4 5 0,2-3 0,0 1 0,-3 1 0,6-4 0,-2 2 0,-1 0 0,3-3 0,-6 6 0,6-5 0,-5 4 0,2-1 0,-1 2 0,-1 0 0,2 1 0,-3-1 0,3-2 0,-3 1 0,3-1 0,-3 2 0,0 1 0,0-1 0,3-3 0,-2 3 0,2-2 0,-3 2 0,0 0 0,2 1 0,-1-1 0,2 0 0,-3 1 0,3-1 0,-3 0 0,3 1 0,-3-1 0,3-2 0,-2 1 0,2-1 0,-1-1 0,-7-11 0,7 2 0,-8-9 0,6 9 0,3-1 0,-2 1 0,2-1 0,-1 4 0,-1-3 0,5 3 0,-3-4 0,4 1 0,-4-1 0,0 1 0,0 2 0,-3-1 0,6 4 0,-5-5 0,4 3 0,-1-4 0,5-2 0,-2 2 0,-1-2 0,0 2 0,-2 1 0,2 0 0,-2-1 0,1 4 0,-1-6 0,-1 5 0,3-3 0,-3 2 0,4 1 0,-1-2 0,-2-1 0,-2 1 0,1 2 0,4-4 0,0 3 0,-1-4 0,0 3 0,-3 2 0,1-1 0,-2 1 0,1 0 0,1-4 0,-1 4 0,3-3 0,-5 2 0,4 1 0,-1-2 0,-1-1 0,3 1 0,-5-1 0,4 4 0,-4-3 0,5 5 0,-6-4 0,6 1 0,-2 1 0,-1-3 0,3 5 0,-6-4 0,9 1 0,-8-2 0,8 2 0,-6 1 0,1 0 0,1 0 0,-1-1 0,-1-1 0,3 1 0,-2 0 0,-1-1 0,3 4 0,-5-5 0,4 3 0,-1-1 0,-1-2 0,3 6 0,-5-6 0,4 5 0,-1-4 0,2 4 0,-2-5 0,1 6 0,-1-3 0,2 3 0,-14 8 0,5-6 0,-12 10 0,9-12 0,2 6 0,-1-5 0,4 4 0,-5-4 0,3 5 0,-4-6 0,-2 9 0,2-8 0,-2 8 0,2-9 0,4 6 0,-3-5 0,3 4 0,-4-4 0,1 5 0,-6 3 0,4-4 0,-4 6 0,5-10 0,4 4 0,-3-4 0,3 5 0,-4-3 0,1 1 0,-4 4 0,3-4 0,-2 3 0,6-2 0,-3-4 0,5 5 0,-5-6 0,0 9 0,-1-8 0,0 8 0,2-8 0,4 4 0,-5-4 0,6 4 0,-9-1 0,5 2 0,-5 1 0,2-4 0,4 3 0,0-3 0,0 1 0,2 2 0,-4-6 0,4 6 0,-5-3 0,5 4 0,-1-1 0,-1 0 0,2 1 0,4-21 0,-2 10 0,8-14 0,-9 12 0,3 3 0,0-1 0,-2-1 0,4 4 0,-4-5 0,2 3 0,0-1 0,-3-2 0,6 6 0,-2-9 0,2 5 0,0-5 0,-2 2 0,1 4 0,-1-3 0,2 2 0,1-2 0,-1 0 0,0-1 0,1 4 0,-4-3 0,3 5 0,-5-4 0,4 4 0,2-8 0,0 8 0,2-5 0,-6 3 0,3 0 0,-3-1 0,4-1 0,-1 4 0,0-5 0,1 3 0,-1-1 0,1-2 0,-1 6 0,0-6 0,-2 2 0,4-2 0,-4 2 0,6 2 0,-7-1 0,3 2 0,-3-5 0,4 6 0,5-9 0,-5 8 0,5-5 0,-8 3 0,1 2 0,-1-1 0,0-1 0,4 2 0,-7-5 0,8 6 0,-6-3 0,4 3 0,-4-3 0,3 2 0,-3-2 0,4 3 0,-4-3 0,3 3 0,-3-3 0,4 0 0,2 2 0,-2-1 0,2-1 0,-3 2 0,1-5 0,2 6 0,-2-6 0,2 5 0,-2-2 0,-1 3 0,-3-3 0,3 3 0,-2-3 0,2 0 0,0 2 0,-2 1 0,1 1 0,-4 5 0,-7-3 0,1 1 0,-7-1 0,3-3 0,2 0 0,-2 0 0,2 0 0,1 0 0,0 0 0,-1 0 0,-2 0 0,2 0 0,-3 0 0,4 0 0,0 2 0,-1-1 0,1 2 0,-1-3 0,1 0 0,0 0 0,-6 0 0,4 0 0,-4 0 0,5 0 0,1 0 0,-1 0 0,1-3 0,-3 2 0,2-2 0,0 1 0,2 1 0,1-2 0,0 0 0,2 0 0,2-4 0,0 1 0,0-1 0,-3 4 0,2-3 0,-2 3 0,3-4 0,-3 4 0,3-3 0,-3 2 0,0 1 0,2-3 0,-2 3 0,3-4 0,-2 4 0,1-3 0,-2 2 0,0-2 0,2 0 0,-4-1 0,4 1 0,-2-1 0,0 1 0,3 0 0,-6 2 0,5-2 0,-2 3 0,1-4 0,1 1 0,-5 2 0,5-1 0,-4 4 0,4-5 0,-5 3 0,3-1 0,-1-2 0,1 3 0,0-1 0,8 13 0,-3-4 0,7 7 0,-6-6 0,0-2 0,-3 2 0,0 0 0,3-2 0,-2 1 0,4-1 0,-4 2 0,2 1 0,0-4 0,-2 3 0,1-3 0,1 1 0,-2 2 0,4-6 0,-4 6 0,2-3 0,0 1 0,-2 2 0,4-6 0,-1 6 0,-1-3 0,3 1 0,-3-1 0,1 0 0,2-3 0,-6 6 0,6-5 0,-3 4 0,4-4 0,-4 5 0,3-6 0,0 6 0,-1-3 0,3 1 0,-5-1 0,1 0 0,2-3 0,-3 3 0,1 0 0,1-2 0,2 4 0,0-4 0,-1 5 0,0-6 0,-3 3 0,4-3 0,-4 3 0,3-2 0,9 4 0,-3-1 0,6-1 0,-6 0 0,-8 0 0,5-2 0,-6 2 0,3-3 0,1 0 0,2 2 0,-2-1 0,2 2 0,-3 0 0,1-3 0,-1 3 0,0-3 0,1 0 0,-1 0 0,1 0 0,-1 0 0,0 3 0,1-2 0,-1 2 0,0-3 0,1 0 0,-1 0 0,0 0 0,1 0 0,-1 0 0,0 0 0,1 0 0,-1 0 0,0 0 0,1 0 0,-1 0 0,0 0 0,1 0 0,-1 0 0,-20 0 0,10 0 0,-16 0 0,13 0 0,1 0 0,-1 0 0,1 0 0,0 0 0,-1 0 0,1 0 0,-1 0 0,1 0 0,-1 0 0,1 0 0,0 0 0,-1 0 0,1 0 0,-1 0 0,1 0 0,0 0 0,-1 0 0,1 0 0,-1 0 0,4-3 0,-3 2 0,3-2 0,-1 0 0,-2 3 0,3-3 0,-1 0 0,-1 2 0,1-2 0,0 1 0,-1 1 0,1-2 0,-2 3 0,-1-3 0,1 2 0,0-1 0,-1 2 0,4-3 0,-3 2 0,2-2 0,-2 3 0,0 0 0,-1-3 0,1 3 0,-1-3 0,1 3 0,0-3 0,-1 2 0,1-2 0,-1 3 0,1 0 0,0-2 0,-4 1 0,6-5 0,-5 5 0,6-1 0,-3 2 0,-1-3 0,1 2 0,-1-2 0,4 0 0,-3 3 0,2-3 0,1 0 0,-3 2 0,3-2 0,-1 0 0,-2 3 0,3-6 0,-4 5 0,4-4 0,-3 4 0,6-5 0,-6 6 0,5-6 0,-5 5 0,3-5 0,-1 3 0,-1-1 0,4-1 0,-5 4 0,5-5 0,-4 6 0,4-6 0,-2 2 0,0 1 0,3-3 0,-3 2 0,0 1 0,2-3 0,-4 6 0,4-6 0,-5 2 0,5-2 0,-4 2 0,4-1 0,-5 4 0,6-5 0,-6 3 0,2-4 0,1 1 0,-3 2 0,3-1 0,-1 1 0,-2 0 0,6-1 0,-6 4 0,5-5 0,-4 6 0,4-6 0,-5 5 0,5-4 0,-4 1 0,1-2 0,1-1 0,-3 4 0,5-3 0,-2 2 0,3-2 0,-2 2 0,1-1 0,-2 1 0,3-2 0,0-1 0,0 1 0,0 0 0,0-1 0,0 1 0,0-1 0,0 1 0,0 0 0,0-1 0,-3 4 0,2-3 0,-1 2 0,2-2 0,0 0 0,0-1 0,0 1 0,0-1 0,-3 1 0,2-1 0,-2 1 0,0 3 0,3-3 0,-3 2 0,3-2 0,0-1 0,0 1 0,0 0 0,0-1 0,-3 1 0,2-1 0,-2 1 0,3 0 0,0-1 0,0 1 0,0-1 0,0 1 0,0 0 0,0-1 0,0 1 0,0-1 0,0 1 0,0 0 0,0-1 0,0 1 0,3 2 0,-2-1 0,2 1 0,-3-2 0,0-1 0,0 1 0,0-1 0,0 1 0,0 0 0,0-1 0,0 1 0,-3 19 0,2-9 0,-2 17 0,3-15 0,0 0 0,0 1 0,0-1 0,-3-2 0,3 1 0,-3-1 0,3 2 0,0 3 0,0-2 0,0 3 0,0-4 0,0 0 0,-3 1 0,2-1 0,-2 3 0,3-2 0,0 2 0,0-2 0,0-1 0,-2 0 0,1 1 0,-2 2 0,3-2 0,0 2 0,0-3 0,-3-2 0,2 2 0,-1-3 0,2 6 0,-3-2 0,2 2 0,-2-2 0,3-1 0,-3 0 0,0 1 0,-1-1 0,1 0 0,3 1 0,-2-4 0,1 3 0,-5-2 0,5 2 0,-4-3 0,4 3 0,-2-2 0,0 2 0,3 0 0,-6-2 0,5 1 0,-4-1 0,4 2 0,-5-2 0,5 1 0,-1-1 0,-1-1 0,-1 6 0,1-5 0,-3 2 0,5 0 0,-2-2 0,1-1 0,1 3 0,-5-3 0,5 4 0,-4-4 0,4 3 0,-2-3 0,0 1 0,3 2 0,-9 0 0,8 1 0,-8-1 0,8 0 0,-4-5 0,4 4 0,-5-4 0,3 7 0,-4-3 0,1 1 0,2 0 0,-1-6 0,4 6 0,-5-3 0,6 4 0,-6-4 0,5 3 0,-5-5 0,6 4 0,-3-1 0,0 5 0,0-5 0,-1 5 0,1-6 0,3 4 0,-3-4 0,3 3 0,-3-3 0,3 4 0,0-1 0,-3-3 0,2 3 0,-2-2 0,0 2 0,3 0 0,-3 1 0,0-1 0,2 0 0,-2 1 0,1-4 0,1 3 0,-5-5 0,6 4 0,-6-4 0,5 5 0,10-14 0,-4 6 0,10-11 0,-9 7 0,1 3 0,2-6 0,-5 5 0,5-3 0,-6 2 0,1 1 0,1 0 0,-1-1 0,-1 1 0,3 1 0,-5-3 0,10 0 0,-6-2 0,7-1 0,-6 3 0,0-1 0,-2 1 0,2 2 0,-3-1 0,1 1 0,4-5 0,-4 2 0,6-2 0,-4 2 0,0 1 0,1-1 0,-1 1 0,3-3 0,-5 2 0,5 0 0,-6 1 0,4 3 0,-4-3 0,3 2 0,-5-2 0,7 3 0,-4-4 0,3 1 0,-2 2 0,-4-1 0,5 4 0,-6-5 0,6 6 0,-3-3 0,4 0 0,-4-1 0,3 1 0,-5-3 0,4 5 0,-4-4 0,5 4 0,-3-5 0,1 3 0,1-1 0,-4-2 0,5 6 0,-6-6 0,6 5 0,-3-2 0,1 1 0,-4 12 0,-1-7 0,-2 12 0,3-9 0,-2 0 0,1 1 0,-2-1 0,3 0 0,0 1 0,0-1 0,0 1 0,-3 7 0,2-5 0,-1 6 0,2-9 0,0 0 0,0 1 0,0-1 0,0 0 0,0 1 0,-3-1 0,2 0 0,-2 9 0,3-6 0,0 5 0,0-7 0,0-1 0,0 0 0,-3 1 0,3-1 0,-3 0 0,3 1 0,0-1 0,-3 0 0,-1 12 0,1-9 0,0 9 0,3-12 0,0 3 0,0-2 0,0 3 0,0-4 0,0 0 0,0 1 0,0-1 0,0 0 0,-3 1 0,2 10 0,-1-8 0,2 9 0,0-12 0,0 1 0,0-1 0,0 0 0,-3-2 0,2 2 0,-2-3 0,3 3 0,0 6 0,0-4 0,0 4 0,0-5 0,0-1 0,0 0 0,0 1 0,0 2 0,0-2 0,0 2 0,0-3 0,0 1 0,0-1 0,0 0 0,0 1 0,0-1 0,3 0 0,-2 1 0,2-1 0,-3 0 0,0 1 0,0-1 0,0 0 0,0 1 0,0-1 0,0 0 0,0 1 0,0-1 0,0 0 0,0 1 0,0-1 0,0 0 0,0 1 0,0-1 0,0 1 0,0-1 0,0 0 0,2 1 0,-1-1 0,2 0 0,-3 1 0,3-1 0,-3 0 0,3 1 0,-3-1 0,3 0 0,-11-19 0,9 8 0,-12-12 0,10 14 0,-2 3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49:47.663"/>
    </inkml:context>
    <inkml:brush xml:id="br0">
      <inkml:brushProperty name="width" value="0.2" units="cm"/>
      <inkml:brushProperty name="height" value="0.4" units="cm"/>
      <inkml:brushProperty name="color" value="#A9D8FF"/>
      <inkml:brushProperty name="tip" value="rectangle"/>
      <inkml:brushProperty name="rasterOp" value="maskPen"/>
    </inkml:brush>
  </inkml:definitions>
  <inkml:trace contextRef="#ctx0" brushRef="#br0">9 0,'-5'20,"1"-4,4-11,0-1,0 7,0-5,0 4,0 1,0-5,6 16,-2-16,18 24,-16-24,36 24,-33-22,53 20,-49-20,54 18,-56-21,40 17,-42-17,25 17,-28-15,18 16,-22-17,30 23,-24-21,38 21,-36-25,45 14,-44-16,42 10,-46-9,19 2,-27-3,-22-9,15 4,-25-6,30 5,-6 1,-15-13,14 13,-29-24,31 24,-27-23,29 21,-31-24,31 23,-31-26,30 25,-21-19,26 20,-19-13,17 12,-17-11,17 12,-19-13,18 14,-21-17,18 19,-21-19,22 19,-22-17,23 16,-18-13,22 11,-11 0,35 16,-17-5,20 7,-23-8,2-3,17 13,-14-9,37 23,-36-20,38 27,-38-27,30 27,-34-27,22 24,-22-24,15 21,-15-22,16 21,-17-20,23 27,-21-27,20 25,-19-26,15 22,-17-22,16 20,-15-20,15 15,-13-15,11 9,-14-10,12 6,-14-6,10 4,-9-7,8 7,-6-6,8 6,-8-5,4 0,-3-1,-1-2,4 5,-4-2,1-1,1 2,0-3,8 8,-7-8,21 11,-21-12,29 14,-29-14,21 12,-25-10,12 4,-12-3,8 1,-6-3,4 5,-5-7,4 3,-2 0,-2-1,3 4,-5-1,3-1,1 2,-2-3,5 7,-4-5,8 8,-10-8,16 12,-15-13,20 21,-18-20,17 24,-17-24,18 28,-18-27,15 25,-15-26,15 22,-17-23,19 20,-21-19,17 15,-18-15,12 13,-12-13,12 14,-10-15,16 21,-15-20,17 20,-17-21,19 23,-16-22,14 21,-16-23,3 8,-5-9,-2 1,5 5,-4-4,1 4,0-3,-1-1,5 10,-3-11,10 18,-11-17,24 24,-23-21,23 18,-24-21,13 15,-12-18,6 16,-8-14,5 11,-5-10,7 10,-6-9,10 12,-12-11,18 15,-17-15,23 18,-21-20,20 17,-19-20,9 12,-10-13,-1 5,6-5,-6 3,13-4,-11 2,4-2,3 0,-7 0,17-4,-16 3,9-3,-13 2,5 2,1-2,-1 2,3 0,-5-2,9 1,-6-1,20 2,-21 0,24 2,-24-1,19 1,-21-2,9 0,-10 2,1 0,-1 7,-1-4,-1 4,1-3,-4 1,4 2,-3-2,1 2,0-2,0 0,1 1,1 1,-4-1,6 8,-5-9,7 9,-5-10,8 6,-6-8,2 4,-1-24,-5 12,3-15,-2 15,-2-1,8-6,-4 5,8-8,-6 8,8-8,-8 8,13-9,-15 9,14-6,-14 8,9-4,-8 8,7-6,-6 5,7-4,-8 5,7-2,-6 2,9-2,-10 2,2-4,-23-3,9 1,-14-2,17 6,-1-3,-1-1,-1-1,-1 1,-2-10,4 13,-6-21,6 19,-8-22,7 22,-11-28,13 27,-13-31,14 28,-11-23,12 24,-11-19,12 20,-14-15,12 17,-15-15,14 15,-15-15,16 15,-17-11,14 12,-17-8,16 6,-27-6,26 8,-36-10,35 12,-37-14,38 12,-32-15,32 14,-12-7,17 12,-1-4,-3-1,-2-2,1 2,-16-11,16 11,-26-18,27 19,-22-15,22 17,-17-10,21 9,-12-3,12 3,13 21,-5-11,15 16,-9-13,-4-4,29 23,-27-20,44 29,-45-29,37 27,-38-29,29 33,-27-33,24 38,-24-36,31 42,-30-42,34 39,-34-41,29 29,-31-28,21 17,-28-21,8 4,-21-24,9 9,-8-11,3-3,3 13,-17-41,18 37,-17-25,-1-1,14 21,-32-39,34 48,-26-25,24 25,-40-34,40 35,-37-32,41 30,-36-27,36 27,-33-24,31 28,-29-24,27 26,-32-25,32 22,-36-21,35 20,-33-17,34 16,-28-14,29 15,-21-12,24 13,-17-10,18 12,-19-12,16 12,-18-11,18 11,-16-8,17 11,-15-11,17 8,-15-6,17 4,-16-4,14 6,-15-8,15 9,-14-8,13 6,-22-6,19 8,-22-9,22 10,-23-10,23 11,-17-9,19 9,-12-8,11 8,-20-11,19 10,-27-14,27 14,-21-10,25 9,-19-6,20 4,-15-1,15 3,-6-1,4 2</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49:52.418"/>
    </inkml:context>
    <inkml:brush xml:id="br0">
      <inkml:brushProperty name="width" value="0.2" units="cm"/>
      <inkml:brushProperty name="height" value="0.4" units="cm"/>
      <inkml:brushProperty name="color" value="#A9D8FF"/>
      <inkml:brushProperty name="tip" value="rectangle"/>
      <inkml:brushProperty name="rasterOp" value="maskPen"/>
    </inkml:brush>
  </inkml:definitions>
  <inkml:trace contextRef="#ctx0" brushRef="#br0">1945 1385,'-17'12,"3"-2,9-7,1 1,-5 0,3 1,-2 0,-7 7,10-8,-27 27,25-22,-24 31,26-31,-7 28,12-29,6 18,-2-21,20 13,-16-16,25 8,-25-10,26 2,-27-4,25-4,-27 2,20-10,-21 10,14-14,-14 13,11-11,-12 12,11-8,-10 6,11-2,-10 5,6-1,-8 17,1-9,-4 12,0-9,-2-2,1 5,-1-2,4-27,1 16,-1-25,0 23,-2 0,2-11,1 11,-1-20,0 20,-2-15,0 14,-4-7,-1 8,-10-2,6 5,-29-4,27 5,-63-9,59 8,-28-5,-1-2,29 4,-54-17,57 17,-36-26,37 27,-19-31,25 29,-9-24,13 22,-7-23,7 23,-7-17,7 19,-13-12,9 11,-18-11,16 13,-19-11,18 12,-21-8,24 7,-14-2,18 7,13 14,-6-8,13 12,-11-9,-2-5,14 22,-14-20,20 27,-23-26,25 25,-22-23,30 27,-27-27,28 23,-31-24,22 16,-25-17,13 9,-15-10,3 4,-20-17,10 9,-13-14,-4-3,14 7,-22-14,-3 0,17 10,-25-16,0 1,27 17,-22-15,1-1,23 15,-38-34,43 37,-21-29,22 30,-13-23,13 25,-9-16,10 17,-7-6,8 10,17 16,-8-10,14 15,-1-7,-10-9,48 33,-40-29,20 12,-1 0,-19-13,23 12,1-1,-19-12,25 16,-1-2,-28-15,21 15,-1 2,-24-16,42 34,-44-33,26 25,-28-26,18 16,-21-17,19 6,-19-9,10 1,-35-16,15 7,-20-8,14 7,5 5,-23-11,20 10,-29-14,29 14,-12-10,17 11,1-9,1 2,4-9,-1 6,7-14,-7 18,7-16,-7 17,3-11,-2 11,3-8,-3 8,0-9,0 11,-1-14,1 14,-2-15,0 13,-2-9,-1 12,-3-11,1 12,-10-13,8 14,-25-9,22 9,-39-5,38 5,-38-1,40 2,-28 0,29 0,-10 2,13-1,-4 3,2 0,0 1,0 4,1 0,3-2,-11 14,11-14,-15 22,16-22,-10 20,11-20,-3 15,4-15,6 11,-5-12,13 13,-10-13,9 11,-10-12,3 8,-4-8,7 12,-4-11,16 17,-14-16,42 15,-37-17,55 9,-55-11,34 1,-38 0,14-3,-18 3,6-4,-3 2,-2-2,14-4,-12 3,5-5,2 2,-11-1,27-12,-23 12,23-21,-23 22,12-22,-14 21,8-22,-8 19,2-8,-5 11,0 1,0-7,1 5,-1-5,-2 5,0-1,0-2,-2 2,1-2,-5-4,5 4,-11-13,8 15,-19-16,16 16,-34-11,30 12,-48-7,47 8,-51-2,51 5,-41-2,44 3,-30-1,31 2,-21 2,22-1,-12 5,14-5,-4 11,5-10,-1 16,3-14,-2 17,3-15,-1 21,2-19,4 22,-3-22,9 20,-8-20,8 16,-9-17,11 11,-10-12,20 15,-19-14,25 11,-20-14,19 2,-18-6,13-4,-15 3,9-13,-12 9,4-16,-8 15,0-21,0 19,-13-29,9 28,-27-32,24 32,-37-28,36 31,-43-24,40 26,-36-20,38 22,-32-17,32 15,-34-14,34 13,-32-17,32 19,-24-19,28 17,-24-18,24 16,-20-15,21 15,-19-14,20 15,-21-15,19 17,-14-15,14 15,-10-12,9 10,-13-13,13 12,-17-13,16 13,-20-18,20 20,-20-21,20 23,-14-20,15 21,-8-16,8 16,-5-10,6 11,-5-6,4 5,-4-3,5 1,-6-1,7 1,-14-3,13 4,-24-7,23 7,-22-8,23 6,-20-6,20 6,-15-6,18 6,-14-5,14 4,-14-7,14 8,-14-6,12 6,-17-5,16 4,-19-7,21 8,-22-8,22 8,-19-10,18 9,-17-11,14 11,-17-12,16 11,-19-10,22 12,-19-8,21 8,-15-6,14 8,-6-7,7 6,-7-8,8 6,-12-6,12 6,-16-9,15 9,-13-6,13 7,-10-4,7 6,-4-5,5 7,-4-7,4 5,-8-8,7 8,-8-9,10 8,-8-9,11 8,-10-8,10 8,-5-6,4 6,-3-5,1 4,-1-5,3 6,-4-7,3 8,-6-13,4 13,-4-10,4 10,-5-8,4 11,-4-9,5 9,-8-8,7 8,-15-7,14 7,-16-5,17 6,-13-4,15 1,-8 1,7 0,-2 2,-2 6,6-1,-1 4,4 0,-2-4,2 5,-2-2,2 1,6-1,-3-5,8 1,-4-2,2 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50:00.351"/>
    </inkml:context>
    <inkml:brush xml:id="br0">
      <inkml:brushProperty name="width" value="0.2" units="cm"/>
      <inkml:brushProperty name="height" value="0.4" units="cm"/>
      <inkml:brushProperty name="color" value="#A9D8FF"/>
      <inkml:brushProperty name="tip" value="rectangle"/>
      <inkml:brushProperty name="rasterOp" value="maskPen"/>
    </inkml:brush>
  </inkml:definitions>
  <inkml:trace contextRef="#ctx0" brushRef="#br0">293 160,'-2'-17,"1"0,-3 15,2-3,-9 1,7-1,-6 3,4 0,0 0,-5 1,4-1,0 2,-3 0,4 0,-4 2,2 3,3 0,-7 9,10-7,-10 17,11-16,-3 28,4-26,8 34,-6-34,12 32,-10-33,6 24,-7-26,9 17,-8-17,11 12,-12-14,5 6,-7-6,3 3,-4-1,2 2,-4 0,0-30,-1 16,1-24,4 7,-1 11,3-37,-4 36,2-35,-2 38,0-28,0 29,0-21,0 22,0-14,0 15,0-13,2 15,-1 22,1-9,-2 21,0-15,0-8,-5 33,4-29,-5 48,6-48,-2 44,2-45,0 28,0-30,4 20,-3-20,9 20,-9-20,11 16,-10-17,10 11,-11-12,7 7,-7-8,3 3,-4-1,2 2,-16-24,11 12,-13-20,11 13,2 4,-3-5,-5-18,-1 1,0-6,-3-9,14 34,-5-36,6 35,10-31,-8 33,22-27,-20 27,28-29,-26 28,21-22,-21 25,10-13,-10 13,9-9,-10 10,6-6,-6 8,1-3,3 4,-4 1,4 7,-5 0,-1 5,3-3,-3-2,7 12,-6-11,8 22,-11-21,7 16,-7-18,1 13,-2-13,-2 15,1-15,-9 21,6-21,-15 26,15-26,-14 24,14-24,-9 18,8-22,1 18,2-15,-1 9,15-33,-9 14,11-27,-11 24,-1-2,6-15,-6 15,12-31,-13 33,11-29,-10 28,8-25,-9 26,3-21,-4 22,0-8,0 11,2-3,-2-2,2 1,-2-2,0-1,-2 5,-2-15,1 16,-7-15,6 16,-10-15,8 17,-9-14,9 14,-4-6,5 8,-4 0,2 2,0 1,-2 3,4-3,-7 13,8-9,-16 26,16-24,-18 39,20-37,-10 32,9-36,1 28,0-26,2 29,0-29,6 25,-5-26,9 27,-7-29,2 14,-3-9,2 3,-3 1,7 1,-7-10,7 6,-7-6,7 6,-7-6,3 4,-2-3,-2 2,4-2,-1 6,-1-7,4 12,-5-11,5 17,-5-16,3 16,-4-17,2 11,-2-12,0 15,0-14,0 15,0-15,0 17,-2-18,2 20,-5-21,3 19,-1-17,-5 22,7-21,-9 22,9-22,-3 14,4-16,0 13,0-13,0 19,0-18,0 18,0-19,0 13,0-13,0 4,-4-3,1-2,-4 3,3-3,-1 2,0 1,3-2,-8 12,8-11,-16 21,15-20,-19 29,19-28,-15 23,14-27,-10 23,10-22,-11 23,14-22,-9 17,9-17,-5 26,5-24,-3 29,4-29,-4 29,3-29,-1 36,2-35,0 34,0-35,0 36,0-35,2 38,-1-38,5 37,-5-38,3 38,-4-37,0 30,0-32,0 23,0-24,-4 20,3-20,-6 17,7-17,-4 18,3-18,-3 19,4-18,-4 20,3-20,-5 22,5-22,-9 25,9-25,-9 18,9-19,-5 11,5-12,-1 5,0-5,-1 1,-1 2,1 0,1-2,0 2,2-2,0 2,4-28,-1 15,1-23,4-2,-6 16,14-48,-14 44,5-22,-2-1,-4 23,2-22,-2 3,-1 24,2-53,-1 52,1-54,-2 55,4-49,-3 50,7-44,-7 45,3-41,-2 41,-2-35,2 36,-2-36,0 34,-2-35,2 36,-4-31,3 32,-1-19,2 21,-2-5,2 33,-2-15,2 20,-2-15,1-5,-7 26,7-22,-14 47,13-45,-14 54,14-53,-12 55,13-55,-9 55,8-55,-6 51,7-52,-7 42,7-44,-7 37,7-38,-5 26,6-28,-4 13,3-14,-1 11,2-11,0 10,0-10,0 11,0-11,0 12,0-11,2 13,-1-13,3 11,-4-12,6 13,-5-13,5 15,-3-15,-1 7,2-5,-3-2,1 4,0-3,0 0,5 8,-4-9,9 17,-8-18,14 17,-11-18,11 13,-12-14,7 9,-8-10,1 8,-1-5,-1 4,1-2,3 9,-2-9,6 18,-8-18,10 23,-12-21,12 21,-13-23,9 18,-7-18,4 13,-5-14,0 7,-2-8,0 3,0 1,0-1,-2 2,0-5,-3 4,-4 0,4-2,-10 8,9-11,-8 12,10-12,-10 12,10-12,-13 14,11-15,-11 11,13-11,-6 1,4 0,0-3,-4 3,5-2,-2 3,0 1,4-1,-3 4,18-28,-9 17,11-22,-5 15,-4 3,16-19,-14 19,26-24,-25 25,27-20,-27 20,24-11,-24 15,15-5,-18 6,8 0,-8 0,4 2,-3 2,-1 1,2 2,1-1,-2-1,8 8,-8-9,13 14,-13-16,17 14,-18-12,17 6,-18-7,7 3,-5-1,-25-19,18 12,-22-14,15 2,2 9,-5-8,-8-11,11 16,-27-39,27 37,-23-33,26 35,-11-21,15 22,-5-9,7 8,0 1,7-1,-2 7,4-3,-3 4,2-2,0 1,2-5,-3 5,10-7,-11 7,24-7,-23 7,21-5,-23 5,7-1,-35 6,16-3,-21 5,-1-1,17-2,-58 9,54-8,-24 4,1 0,26-2,-51 13,54-13,-24 9,34-12,-2 1,15-6,17-5,-8 2,40-14,-48 12,27-10,0-1,-24 9,23-13,-1 1,-26 14,33-24,-32 19,2-3,-7 3,-12 9,-11-1,2 3,-5-1,-15 2,21 0,-45 0,44 0,-52 2,51-1,-55 1,54-2,-50 0,52 0,-38 2,40-2,-14 2,22-2,24-2,-9 0,13-1,-18 1,29-8,-25 8,26-9,1 0,-26 5,27-7,-1 0,-27 7,46-20,-50 21,15-16,-21 15,-1-6,-4 6,-15-2,10 3,-34-2,30 5,-48-2,47 3,-55 1,52 1,-54 7,54-7,-40 11,46-10,-14 4,23-6,22-8,-10 6,15-6,38-13,-44 14,34-13,-1-1,-34 14,23-13,-1 0,-27 15,43-35,-50 32,16-22,-26 23,-2-10,-2 14,-8-7,8 7,-23-4,20 5,-38 0,36 2,-42 4,43-3,-33 5,37-4,-13 1,31-19,-11 9,11-14,-2 3,-6 9,21-29,-18 28,28-43,-26 41,25-51,-28 51,8-23,-10 9,-7-9,6 3,-11-7,7 32,-13-32,9 28,-18-48,16 47,-15-45,15 49,-14-38,17 38,-8-29,11 30,-1-22,2 21,2-25,-1 25,3-23,-4 24,2-4,-4 32,2-12,-2 16,-9 11,9-23,-13 29,-2 2,9-27,-17 42,9-16,10-23,-14 47,18-24,-4-7,8 22,-1-47,3 27,-2-31,3 6,5-23,-6 5,6-8,-7 3,-1 6,8-37,-8 29,12-55,-12 54,4-50,-6 52,-10-50,7 49,-23-45,20 47,-19-23,19 27,-6-7,6 10,0-1,3 20,1-10,2 13,0-15,-2 1,0 25,-1-19,-7 56,8-54,-6 27,-2 1,5-27,-5 28,0 1,5-27,-4 27,0-1,7-25,-6 43,8-51,-2 37,1-35,-1 42,2-43,-4 30,3-32,-3 29,4-28,0 27,0-28,0 25,0-25,0 16,0-18,-2 11,2-11,-4 8,1-10,1 8,0-7,0 4,1 0,-1-2,2 2,-2-2,2 1,-2-1,0 2,1-2,-3 2,4-2,-4 0,3 1,-1-1,0 2,1-2,-1 2,2-2,-2 2,2 0,-4 8,3-8,-1 17,2-18,0 18,0-19,8 14,-4-15,15 8,-13-10,13 6,-13-9,8 5,-8-6,0 4,2 1,-4 0,4 1,3 1,-5-2,4 1,-5-1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50:06.303"/>
    </inkml:context>
    <inkml:brush xml:id="br0">
      <inkml:brushProperty name="width" value="0.2" units="cm"/>
      <inkml:brushProperty name="height" value="0.4" units="cm"/>
      <inkml:brushProperty name="color" value="#A9D8FF"/>
      <inkml:brushProperty name="tip" value="rectangle"/>
      <inkml:brushProperty name="rasterOp" value="maskPen"/>
    </inkml:brush>
  </inkml:definitions>
  <inkml:trace contextRef="#ctx0" brushRef="#br0">460 2599,'-15'-12,"0"3,13 7,-5 0,-2 2,2-2,-8 2,9 0,-23 0,20 0,-36 0,35 0,-47 0,45 0,-47 4,48-3,-27 9,32-7,-8 4,38-9,-18 1,20-3,-21 4,-1 0,7-2,-5 1,4-1,-3 0,0 0,16-5,-13 2,29-12,-30 12,27-23,-30 22,22-27,-25 25,17-27,-18 27,10-33,-11 31,5-27,-5 30,3-16,-6 19,0-6,-9 9,-6-1,5 2,-23 2,25-1,-31 1,33-2,-23 0,28 0,-9 0,30-8,-4 2,6-3,19-8,-26 12,48-21,-47 20,40-24,-44 26,25-29,-29 27,5-18,-9 18,-4-5,-3 4,-4 4,2-3,-18 6,16 0,-38 8,34-4,-46 12,45-14,-45 14,48-14,-30 10,34-11,-5 5,34-5,-14 1,18-2,-3-2,-14 1,33-3,-32 4,26-4,-28 3,14-1,-16 2,7 0,-8 2,3 1,-5 5,-1 0,-7 1,0-3,-1-1,-9 5,8-6,-30 12,27-12,-53 11,50-10,-26 0,1-1,24-2,-27 0,37-2,-19 2,14-1,-12 3,37 6,-9-5,13 5,-7-6,-7-3,23 9,-21-9,17 9,-20-9,2 5,-5 3,-4-3,3 6,0-5,1 0,0 4,0-6,-1 6,3-4,-2 0,7-3,-4 0,6-3,12 3,-12-4,37 2,-37-2,51-12,-49 7,31-20,-39 18,11-22,-15 21,7-33,-7 31,1-47,-2 45,-8-55,4 55,-13-50,11 52,-11-37,11 38,-10-24,10 28,-13-15,12 16,-21-9,19 10,-36-3,35 6,-45-2,42 2,-47 6,47-5,-53 13,54-12,-43 12,48-10,-17 4,23-3,-2-3,16 4,-6-5,7 5,-3-5,-5 1,22 0,-19-2,34 0,-34-1,32-7,-33 7,27-13,-29 10,24-15,-25 12,22-15,-18 15,16-16,-18 16,19-15,-21 15,14-12,-16 13,1-2,-6-1,-3 4,-2-2,-2 5,2 2,-1 0,-1 0,1 2,-17 3,17-2,-25 3,27-4,-10 1,40-13,-18 4,20-6,-3 0,-16 7,37-20,-36 18,30-24,-30 23,8-19,-11 23,-3-8,-2 5,-7-1,2 1,-12 1,11 6,-29-2,25 2,-43 2,42-2,-42 4,43-3,-23 1,31-2,-4 0,21-8,-8 6,7-6,1 2,-8 4,33-16,-29 15,50-23,-49 22,46-24,-47 24,31-22,-36 21,12-10,-19 13,-10-4,4 5,-8-3,11 4,-23 0,17 0,-41 0,40 0,-17 0,-7 2,23-2,-41 2,44-2,-32 0,32 0,-14 0,24-6,18-7,-8 1,10-2,3-1,-17 8,42-22,-39 23,37-24,-40 24,23-18,-26 19,7-7,-9 8,0-2,-16 0,11 3,-14 1,-4 0,13 2,-21-4,22 3,-5-3,7 2,1-5,-1 0,1-2,1 2,1-10,2 10,6-15,-4 15,16-20,-13 19,23-27,-22 27,18-23,-22 24,10-20,-11 20,3-12,-4 14,0-8,0 7,2-15,-1 14,3-15,-4 15,2-14,-2 15,0-11,0 12,0-6,0 4,0 0,0-4,0 6,2-6,1 4,-1 0,0-2,-2 2,0-4,0 4,2-10,-1 10,1-13,-2 13,2-13,-2 13,4-14,-3 15,1-15,-2 14,-2-11,1 12,-7-11,4 13,-4-10,3 12,-3-14,4 12,-10-15,12 13,-16-13,13 13,-13-17,14 16,-10-16,12 17,-10-17,10 16,-8-16,9 17,-5-17,6 16,-4-22,3 21,-1-17,2 19,0-10,0 9,0-9,0 10,0-9,0 10,0-8,0 7,0-10,0 9,2-14,-1 15,5-17,-5 16,9-22,-9 21,13-22,-12 22,14-19,-12 22,9-13,-8 16,1-4,3 6,-2 2,2-1,0 3,-2-2,0 1,3 3,-6-3,4 3,-4 1,1-4,2 7,-3-7,1 6,1-3,-3-1,9 6,-10-6,10 4,-9-5,2 1,-1 3,-4 0,2 1,-2-1,0-1,0 2,0 0,-2 4,2-5,-6 13,5-14,-14 21,11-22,-17 28,15-27,-15 29,14-27,-13 23,15-24,-9 14,11-18,-4 8,3-9,1 4,9-25,-4 13,8-20,-7 20,5-19,-4 14,6-34,-9 33,3-31,-4 33,0-12,0 17,-2-9,1 7,-7-13,7 13,-14-9,11 12,-12-5,10 7,-11-1,11 2,-7 0,8 0,-5 2,4 1,-4 1,5 1,-4 1,4-3,-4 5,4-5,-3 6,3-6,-6 9,6-10,-8 14,9-12,-6 12,9-10,-5 9,6-10,-4 10,3-9,-1 12,0-13,2 15,-2-16,2 17,0-15,0 15,0-15,2 15,-2-15,4 13,-3-13,3 8,-4-8,2 8,-2-8,4 11,-3-11,9 14,-6-13,12 18,-11-18,13 13,-14-16,8 10,-9-10,5 4,-3-3,0-1,3 3,-5-2,4 1,-1 1,-1-2,6 7,-8-6,7 11,-7-13,4 16,-3-15,1 19,-1-17,3 23,-4-21,3 23,-6-24,4 20,-3-20,1 16,-2-17,0 13,0-13,-4 11,3-12,-10 11,8-11,-8 8,6-10,-5 10,4-12,-7 14,8-12,-10 10,11-8,-16 14,15-12,-16 18,15-21,-16 23,16-22,-20 19,21-21,-10 8,11-11,1 5,-1 2,1-2,1 5,-2-5,-1 3,2-1,-3 6,6-8,-6 21,5-19,-5 31,3-32,-1 37,1-36,-1 40,3-38,-3 27,4-30,-6 25,5-23,-7 38,7-37,-9 55,8-52,-5 25,0-1,5-24,-10 39,11-44,-5 25,5-25,-1 22,2-22,0 20,0-20,-2 20,2-20,-2 16,2-17,0 15,0-15,0 16,0-17,0 15,0-15,0 19,0-18,2 20,0-20,5 17,-4-17,3 18,-4-20,3 19,-3-19,0 17,-2-15,4 17,-3-16,7 16,-7-17,13 15,-11-15,13 16,-15-17,7 7,-7-9,3 3,-2 2,1-2,1 2,2-1,-2-2,18 14,-18-12,26 14,-27-16,13 3,-13-7,1 0,1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6:49.484"/>
    </inkml:context>
    <inkml:brush xml:id="br0">
      <inkml:brushProperty name="width" value="0.2" units="cm"/>
      <inkml:brushProperty name="height" value="1.2" units="cm"/>
      <inkml:brushProperty name="color" value="#CC0066"/>
      <inkml:brushProperty name="inkEffects" value="pencil"/>
    </inkml:brush>
  </inkml:definitions>
  <inkml:trace contextRef="#ctx0" brushRef="#br0">0 0 16383,'0'0'0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7:00.967"/>
    </inkml:context>
    <inkml:brush xml:id="br0">
      <inkml:brushProperty name="width" value="0.2" units="cm"/>
      <inkml:brushProperty name="height" value="1.2" units="cm"/>
      <inkml:brushProperty name="color" value="#CC0066"/>
      <inkml:brushProperty name="inkEffects" value="pencil"/>
    </inkml:brush>
  </inkml:definitions>
  <inkml:trace contextRef="#ctx0" brushRef="#br0">434 35 16383,'0'11'0,"0"-1"0,0-6 0,0 1 0,0-1 0,0 0 0,0 0 0,0 1 0,0-1 0,0 0 0,-2 0 0,1 1 0,-1-1 0,2 0 0,-1 0 0,0 1 0,-1-1 0,2 0 0,-2 0 0,2 1 0,-2-1 0,2 0 0,-2 0 0,1 1 0,0-1 0,-1 0 0,1 0 0,-1 1 0,2-1 0,0 0 0,-2 0 0,2 1 0,-2-1 0,0 0 0,2 0 0,-2 1 0,0-1 0,1 0 0,-1 2 0,0-1 0,2 1 0,-2-2 0,0 1 0,2-1 0,-2 0 0,0 0 0,1 1 0,0 1 0,1-1 0,-2 1 0,1 0 0,-3 1 0,4-1 0,-4 0 0,4-1 0,-2-1 0,2 0 0,-2 2 0,1-1 0,-1 1 0,2-2 0,-2 1 0,2-1 0,-2 0 0,0 0 0,2 1 0,-2-1 0,2 0 0,-2 0 0,1 1 0,-1-1 0,2 0 0,-1 0 0,0 1 0,-1-1 0,2 0 0,-2 0 0,2 1 0,-2-1 0,2 0 0,-2 0 0,1 1 0,0-1 0,-1 2 0,1-1 0,-1 1 0,2-2 0,-2 0 0,2 1 0,-2-1 0,2 0 0,-2 0 0,2 1 0,-2-1 0,0 0 0,1 0 0,-1 1 0,2 1 0,-2-3 0,2 4 0,-2-4 0,0 3 0,2-2 0,-2 1 0,0-1 0,1 0 0,0 0 0,1 1 0,-2-1 0,1 2 0,-1-1 0,0 1 0,2-2 0,-2 2 0,0-1 0,2 1 0,-2-2 0,2 1 0,-2-1 0,1 0 0,-1 0 0,2 1 0,0-1 0,-2 0 0,2 0 0,-2 1 0,2 1 0,-2-1 0,2 1 0,-2-2 0,2 0 0,0 0 0,-2 1 0,1-1 0,-1 0 0,2 0 0,0 1 0,-1-1 0,0 0 0,-1 0 0,2 1 0,0-1 0,0 0 0,0 0 0,0 1 0,-2-1 0,2 0 0,-2 0 0,0 1 0,1-1 0,0 0 0,1 1 0,0-1 0,-2 0 0,1 0 0,-1 1 0,2-1 0,-2 0 0,2 0 0,-2 1 0,0-1 0,2 0 0,-2 0 0,2 1 0,-2-1 0,1 0 0,-1 0 0,2 1 0,-1-1 0,0 0 0,-1 0 0,2 1 0,-2-1 0,2 0 0,-2 0 0,2 1 0,-2-1 0,1 0 0,0 2 0,-1-3 0,1 3 0,-1-4 0,2 2 0,0 1 0,-2-1 0,2 0 0,-2 0 0,2 1 0,0-1 0,0 0 0,0 0 0,-2 1 0,2-1 0,-2 0 0,2 0 0,0 1 0,0-1 0,0 0 0,-2 0 0,1 1 0,-1-1 0,2 0 0,-2 0 0,2 1 0,-2-1 0,2 0 0,0 0 0,0 1 0,0-1 0,0 0 0,-2 0 0,2 1 0,-2-1 0,2 0 0,0 0 0,0 1 0,-2-1 0,1 0 0,-1 0 0,2 1 0,-1-1 0,0 0 0,-1 0 0,2 1 0,0-1 0,0 0 0,0 0 0,-2 1 0,2-1 0,-2 0 0,2 0 0,0 1 0,0-1 0,0 0 0,-2 0 0,2 1 0,-2-1 0,2 0 0,0 4 0,-2-3 0,1 3 0,-1-3 0,2-1 0,0 0 0,0 0 0,0 1 0,-2-1 0,2 0 0,-2 2 0,2-1 0,0 1 0,-2-3 0,2 0 0,-2 2 0,2-1 0,0 2 0,0-1 0,-2-3 0,1 4 0,-1-3 0,1 3 0,0-2 0,-1 0 0,2 1 0,0-1 0,0 0 0,0 0 0,-2 1 0,2-1 0,-2 0 0,2 0 0,-2 1 0,1-1 0,0 0 0,1 0 0,0 1 0,-2-1 0,1 0 0,-1 0 0,2 1 0,0-1 0,-2 0 0,2 0 0,-2 1 0,2-1 0,-2 0 0,2 0 0,-2 1 0,2-1 0,-2 0 0,1 0 0,-1 2 0,0-1 0,2 1 0,-2-1 0,2-1 0,0 0 0,-2 0 0,2 1 0,-2-1 0,2 2 0,-2-3 0,1 2 0,0-2 0,1 1 0,-2 0 0,1 1 0,-1-1 0,2 0 0,-2 0 0,2 1 0,-2 1 0,0-3 0,2 2 0,-2-2 0,2 1 0,-2 0 0,1 0 0,-1 1 0,0-1 0,2 0 0,-2 0 0,0 1 0,2-1 0,-2 0 0,2 0 0,-2 1 0,1-1 0,-2 0 0,2 0 0,-1 1 0,0-1 0,2 0 0,-4 0 0,3 1 0,0-1 0,-1 0 0,1 0 0,-1 1 0,0-1 0,2 0 0,-4 0 0,4 1 0,-2-1 0,2 0 0,-2 0 0,1 1 0,-3-1 0,4 0 0,-2 0 0,2 1 0,-2-1 0,2 0 0,-2 0 0,0 1 0,1-1 0,0 0 0,-1 0 0,1 1 0,-1-1 0,2 0 0,0 0 0,0 1 0,-2-1 0,2 0 0,-2 0 0,2 1 0,-2-1 0,2 0 0,-2 0 0,0 1 0,1-1 0,-1 0 0,0 1 0,2-1 0,-2 0 0,0 0 0,2 1 0,-2-1 0,0 0 0,1 0 0,-1 1 0,2-1 0,-1 0 0,0 0 0,-3 1 0,4-1 0,-2 0 0,2 0 0,-2 1 0,1-1 0,0 0 0,-1 0 0,1 1 0,-1-1 0,0 0 0,2 0 0,-2 1 0,2-1 0,0 0 0,-2 0 0,2 1 0,-2-1 0,2 0 0,0 0 0,-2 1 0,1-1 0,-1 0 0,2 0 0,-1 1 0,0-1 0,-1 0 0,2 0 0,0 1 0,0-1 0,4-2 0,-1 0 0,3-4 0,-2 2 0,0-2 0,1 2 0,-1-2 0,0 1 0,0 0 0,1 1 0,-1-2 0,0 1 0,0-1 0,1 2 0,-1 0 0,0 0 0,0-2 0,1 2 0,-1-2 0,0 2 0,0 0 0,1-2 0,-1 2 0,0-2 0,0 2 0,1 0 0,-1-2 0,0 1 0,0-1 0,1 2 0,-1 0 0,0-2 0,0 2 0,1-2 0,-1 2 0,0 0 0,0 0 0,1 0 0,-1 0 0,0 0 0,0-2 0,1 2 0,-1-2 0,0 2 0,0 0 0,1 0 0,-1 0 0,0 0 0,0-2 0,1 1 0,-1-1 0,0 2 0,0 0 0,1 0 0,-1 0 0,0 0 0,1 0 0,-1 0 0,0-1 0,0 0 0,1-1 0,-1 2 0,0 0 0,0 0 0,1 0 0,-1 0 0,0 0 0,0 0 0,1 0 0,-1-2 0,0 2 0,0-2 0,1 2 0,-1 0 0,0 0 0,0 0 0,1 0 0,-1 0 0,0 0 0,0 0 0,1 0 0,-1 0 0,0 0 0,0 0 0,1 0 0,-1 0 0,0 0 0,0 0 0,1 0 0,-1 0 0,0 0 0,0 0 0,1 0 0,-1 0 0,0 0 0,0 0 0,1 0 0,-1 0 0,0 0 0,0 0 0,1 0 0,-1 0 0,0 0 0,0 0 0,-1-4 0,1 3 0,-4-5 0,2 2 0,-2-3 0,2 3 0,-2-2 0,2 4 0,-2-3 0,0 1 0,0 0 0,0-1 0,0 1 0,2 0 0,-2-1 0,4 1 0,-3 0 0,1 0 0,-2-1 0,2 1 0,-2 0 0,2-1 0,0 1 0,-2 0 0,2 0 0,-2-1 0,2 1 0,-2 0 0,2-1 0,-2 1 0,2 0 0,-1-1 0,3-3 0,-2 3 0,0-3 0,0 4 0,-2-1 0,0 1 0,2 0 0,-2-2 0,2 1 0,0-1 0,-1 1 0,1 1 0,0 0 0,-2 0 0,2-1 0,-2 1 0,2-2 0,-2 1 0,2-1 0,0 1 0,-1 1 0,0 0 0,1 0 0,-1-1 0,3-1 0,-4 1 0,2-1 0,-2 2 0,0 0 0,0-1 0,2 1 0,-2-2 0,2 1 0,-2-1 0,2 3 0,-1 0 0,0-2 0,1-3 0,-1 1 0,3 0 0,-4 4 0,2 0 0,0-3 0,-2-1 0,2 1 0,-2-1 0,2 5 0,-1-2 0,0 0 0,1-1 0,-1-1 0,1 0 0,0 3 0,-2-3 0,2 4 0,-2-3 0,0 1 0,2 0 0,-2 0 0,2-1 0,0-1 0,-1 1 0,0-1 0,-1 2 0,0 0 0,2-1 0,-1 1 0,1 0 0,0-1 0,-2-1 0,2 1 0,-2-1 0,0 2 0,0 0 0,2-1 0,-2 1 0,2 0 0,0-4 0,-1 2 0,0-2 0,1 4 0,-1 0 0,1-1 0,0 1 0,-2 0 0,2-1 0,-2 1 0,0 0 0,2 0 0,-2-1 0,4 1 0,-3 0 0,0-1 0,-1 1 0,2-2 0,-1 1 0,1-1 0,0 2 0,0-6 0,0 4 0,0-4 0,0 6 0,-1-1 0,0 1 0,-1 0 0,0-1 0,2 1 0,-1 0 0,1 0 0,-2-1 0,2 1 0,-2 0 0,2-1 0,-2 1 0,0 0 0,2 0 0,-2-1 0,2 1 0,-2 0 0,2-3 0,-1 3 0,0-3 0,1 3 0,-1 0 0,1 0 0,-2-1 0,2 1 0,-2 0 0,2-1 0,-2 1 0,0 0 0,2 0 0,-2-1 0,2 1 0,-2 0 0,0-1 0,2 1 0,-1 0 0,2-1 0,-2 1 0,1 0 0,-2 0 0,2-1 0,-2 1 0,2 0 0,-2-1 0,0 1 0,2 0 0,-2 0 0,2-1 0,0 1 0,-1 0 0,2-1 0,-2 1 0,1 0 0,0-1 0,-2 1 0,2 0 0,0 0 0,-2-1 0,2 1 0,0 0 0,-1-1 0,2 1 0,-2 0 0,1 0 0,0-1 0,-2 1 0,2 0 0,0-1 0,-2 1 0,2 0 0,0 0 0,-1-1 0,0 1 0,1 0 0,-1-1 0,1 1 0,0 0 0,-2-1 0,2 1 0,-2 0 0,2 0 0,-2-1 0,2 1 0,0 0 0,-1-1 0,2 1 0,-2 0 0,1 0 0,-2-1 0,2 1 0,-2 0 0,2-1 0,0 1 0,-2 0 0,2-1 0,-2 1 0,2 0 0,-1 0 0,1-1 0,-1 1 0,0 0 0,1-1 0,0 1 0,-2-2 0,4 1 0,-4-1 0,4 2 0,-3-1 0,1 1 0,-2 0 0,1-1 0,0 1 0,1 0 0,0 0 0,-2-1 0,2 1 0,-2 0 0,2-1 0,-2 1 0,2 0 0,-2 0 0,2-1 0,-1 1 0,1 0 0,-2-1 0,1 1 0,0 0 0,1 0 0,0-1 0,-2 1 0,2 0 0,-2-1 0,2 1 0,-2 0 0,2-1 0,-2 1 0,2 0 0,-1 0 0,1-1 0,-2 1 0,1 0 0,0-1 0,3 1 0,-4 0 0,2 0 0,-2-1 0,2 1 0,-2 0 0,2-1 0,-2 1 0,0 0 0,0-1 0,2 1 0,-1 0 0,1 0 0,-1-1 0,0 1 0,1 0 0,-2-1 0,0 1 0,2 0 0,-2 0 0,2-1 0,-2 1 0,0 0 0,2-1 0,-2 1 0,2 0 0,0-1 0,-1 1 0,1 0 0,-1 0 0,0-1 0,1 1 0,-2 0 0,0-1 0,2 1 0,-2 0 0,2 0 0,-2-1 0,0 1 0,0 0 0,2-1 0,-2 1 0,2 0 0,-2 0 0,2-1 0,-1 1 0,1 0 0,-2-1 0,0 1 0,0 0 0,0-1 0,0 1 0,0 0 0,0 0 0,0-1 0,0 1 0,0 0 0,-2-1 0,1 1 0,-3 2 0,4-4 0,-4 5 0,2-8 0,-3 5 0,3-4 0,-2 6 0,4-2 0,-4 1 0,3-1 0,-2 0 0,-2-6 0,2 4 0,-2-2 0,4 4 0,-3 4 0,4-6 0,-4 5 0,4-5 0,-4 4 0,1-2 0,-1-1 0,2 1 0,-2 2 0,3-2 0,-2 1 0,0 1 0,1-2 0,-2 2 0,2-2 0,-1-1 0,-1 3 0,4-2 0,-4 2 0,4-3 0,-4 3 0,2-2 0,-1 2 0,-1-2 0,2-1 0,-2 3 0,1-2 0,-1 2 0,2-3 0,-4 1 0,3 0 0,-3 1 0,6 0 0,-4 2 0,2-3 0,-3 2 0,1-2 0,0-1 0,-4-1 0,4 1 0,-3 1 0,4 2 0,-1 0 0,0 0 0,-1-1 0,3 0 0,-6 0 0,7-1 0,-7 2 0,6 0 0,0 0 0,-2-1 0,1 1 0,-1-2 0,0 4 0,-1-4 0,1 3 0,2-2 0,-2 0 0,2 1 0,-3-2 0,1 4 0,2-4 0,-4 3 0,5-3 0,-5 4 0,4-4 0,-2 4 0,1-4 0,-1 1 0,2 1 0,-2-2 0,-1 4 0,3-4 0,-4 4 0,5-4 0,-3 1 0,4-1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7:04.455"/>
    </inkml:context>
    <inkml:brush xml:id="br0">
      <inkml:brushProperty name="width" value="0.2" units="cm"/>
      <inkml:brushProperty name="height" value="1.2" units="cm"/>
      <inkml:brushProperty name="color" value="#CC0066"/>
      <inkml:brushProperty name="inkEffects" value="pencil"/>
    </inkml:brush>
  </inkml:definitions>
  <inkml:trace contextRef="#ctx0" brushRef="#br0">1 1092 16383,'9'6'0,"-3"0"0,-2-3 0,-4 0 0,4 0 0,-2-1 0,1 2 0,2-4 0,-4 4 0,5-1 0,-4-1 0,1 2 0,2-2 0,-2 2 0,3 1 0,-1-3 0,-3 2 0,2-4 0,-2 4 0,2-2 0,1 3 0,-1-3 0,0 2 0,0-2 0,1 2 0,-1-1 0,0 1 0,0-4 0,-1 4 0,2-2 0,-2 0 0,1 2 0,0-3 0,-1 1 0,1 0 0,0 0 0,0 0 0,-1 2 0,0-4 0,0 4 0,1-1 0,0-1 0,-1 2 0,0-4 0,2 4 0,-1-3 0,3 2 0,-3 0 0,0-1 0,-2 2 0,2-4 0,0 4 0,1-3 0,-1 2 0,2-2 0,-5 3 0,5-4 0,-2 4 0,1-4 0,1 2 0,-4 0 0,2-1 0,-2 2 0,3-2 0,-1 1 0,0 0 0,0-2 0,1 4 0,-1-4 0,-2 4 0,4-3 0,-3 2 0,3-2 0,-2 3 0,0-4 0,1 4 0,-1-2 0,0 1 0,0 0 0,1-2 0,-3 3 0,2-2 0,-2 0 0,2 2 0,1-3 0,-3 2 0,2 0 0,-2-1 0,2 2 0,1-2 0,-1 1 0,-2 0 0,2-2 0,-2 3 0,3-4 0,-3 4 0,2-2 0,-2 1 0,2-2 0,1 1 0,-3 1 0,2-1 0,-2 4 0,2-5 0,1 1 0,-1-5 0,-2-1 0,2 1 0,-3 0 0,2 0 0,0 1 0,-1-2 0,2 2 0,-2-1 0,1 0 0,0 0 0,0 1 0,-1-2 0,4 2 0,-3-1 0,1-1 0,0 4 0,-2-4 0,2 4 0,0-4 0,1 3 0,-3-3 0,4 2 0,-3 0 0,1-2 0,0 3 0,-2-1 0,2 1 0,0 0 0,1-3 0,-1 4 0,0-4 0,1 2 0,-1-1 0,0 1 0,-2 0 0,4 0 0,-3 0 0,3 0 0,-4 0 0,2 1 0,0-2 0,1 2 0,-1-3 0,0 4 0,-1-2 0,1 0 0,0 1 0,0 0 0,1-1 0,-1 1 0,0-1 0,2 0 0,-3 0 0,3 0 0,-4 0 0,2 2 0,1-2 0,-1 1 0,-2-3 0,4 4 0,-3-4 0,3 4 0,-2-2 0,0 0 0,1-1 0,-1 1 0,0 0 0,0 2 0,1-2 0,-1 2 0,0-4 0,0 4 0,1-4 0,-1 3 0,0-3 0,0 4 0,2-4 0,-1 4 0,1-2 0,-1 0 0,-1 1 0,0-2 0,0 2 0,1-1 0,-1 0 0,0 0 0,0-1 0,1 2 0,-1-1 0,0 1 0,0-3 0,1 4 0,-1-2 0,2 0 0,-1 2 0,-1-4 0,0 3 0,-2-1 0,4 0 0,-1 2 0,1-2 0,-2 0 0,1 2 0,-1-2 0,0 0 0,0 1 0,1 0 0,1-1 0,-3-1 0,2 1 0,-2 0 0,1 2 0,0-2 0,0 2 0,1-2 0,-1 0 0,2-1 0,-1 1 0,1 0 0,-2 0 0,0 2 0,1-2 0,-1 0 0,0 1 0,0-2 0,1 2 0,-1-1 0,0 0 0,0 2 0,1-2 0,-1 0 0,0 1 0,0 0 0,1-1 0,-1 1 0,0-1 0,0 0 0,1 2 0,-1-2 0,0 0 0,1 2 0,-1-4 0,0 3 0,0-2 0,1 2 0,-1-1 0,0 0 0,0 2 0,1-4 0,-1 3 0,0 0 0,0-1 0,1 1 0,-1-3 0,0 4 0,0-2 0,1 0 0,-1 2 0,0-4 0,0 3 0,1-3 0,-1 4 0,0-4 0,0 4 0,1-2 0,-1 0 0,0 1 0,0-2 0,1 2 0,1-3 0,-2 2 0,3 0 0,-3 0 0,0 0 0,0-1 0,1 1 0,-1-2 0,0 4 0,0-2 0,1 0 0,-1-1 0,0 1 0,0 0 0,-1 0 0,2 0 0,-2-1 0,3 0 0,-1 2 0,-1-1 0,0 0 0,0 0 0,1 0 0,-1-2 0,0 3 0,0-3 0,1 4 0,-1-2 0,0 0 0,0 0 0,1-1 0,-1 0 0,0 2 0,-1-3 0,2 2 0,-2 0 0,3 0 0,-3 0 0,0 1 0,0-3 0,1 4 0,0-4 0,2 4 0,-3-4 0,3 3 0,-4-1 0,2 1 0,1 0 0,-3-3 0,4 2 0,-3-1 0,3 0 0,-2 2 0,0-1 0,0 0 0,-1 0 0,2 0 0,-2 0 0,3 2 0,-1-2 0,-1 1 0,0-3 0,0 4 0,1-4 0,-1 4 0,0-2 0,0 0 0,1 1 0,-3-2 0,4 2 0,-3-1 0,3 0 0,-2 2 0,0-2 0,0 0 0,1 2 0,-1-4 0,0 3 0,0-1 0,1 0 0,-1 2 0,0-4 0,1 4 0,-1-4 0,0 3 0,2-2 0,-1 2 0,-1-3 0,0 4 0,-2-2 0,4 0 0,-1 0 0,1-1 0,-1 1 0,-1 0 0,0 2 0,0-2 0,1 0 0,-1 2 0,0-4 0,0 3 0,-1-2 0,2 2 0,-2-1 0,3 0 0,-1 2 0,-1-2 0,0 0 0,0 1 0,1-2 0,-1 2 0,0-1 0,0 0 0,1 2 0,-1-4 0,0 4 0,0-4 0,2 3 0,-1-3 0,1 4 0,-1-2 0,-1 0 0,0 2 0,0-4 0,1 3 0,-1-1 0,0 1 0,0 0 0,1-1 0,-1 0 0,0 2 0,0-4 0,1 4 0,-1-4 0,2 3 0,-1-3 0,1 4 0,-2-2 0,-2 0 0,4 2 0,-3-4 0,3 3 0,-3-2 0,0 2 0,2-3 0,-1 4 0,2-2 0,-1 0 0,-1 1 0,0-2 0,0 2 0,1-3 0,-1 4 0,0-2 0,0 0 0,1 2 0,1-4 0,-1 3 0,1-1 0,-2 0 0,0 2 0,0-2 0,1 0 0,-1 2 0,0-2 0,0 0 0,1 1 0,-1-1 0,0 1 0,0 0 0,1-1 0,-1 0 0,0 2 0,0-2 0,1 0 0,-1 2 0,0-4 0,0 3 0,1-1 0,-1 2 0,0-2 0,0 2 0,1-2 0,-1 0 0,0 2 0,0-4 0,1 3 0,-1-1 0,0 1 0,0 0 0,1-1 0,-1 0 0,0 2 0,1-2 0,-1 0 0,0 1 0,-2-2 0,4 2 0,-3-1 0,1 0 0,2 2 0,-3-4 0,3 4 0,-4-4 0,2 3 0,-2-3 0,3 4 0,-1-2 0,0 0 0,0 2 0,-1-4 0,2 3 0,-4-2 0,5 2 0,-4-3 0,3 4 0,-1-4 0,0 4 0,-2-4 0,4 1 0,-3 1 0,3-2 0,-2 4 0,1-4 0,-1 3 0,-2-2 0,4 2 0,-5-3 0,4 4 0,-2-4 0,1 3 0,-2-2 0,2 0 0,-1 1 0,-1-2 0,4 4 0,-5-4 0,4 3 0,-2-2 0,1 2 0,-2-3 0,2 2 0,-2-1 0,3 2 0,-1-1 0,0 1 0,-2-3 0,2 2 0,-1 0 0,1-2 0,-2 1 0,2 1 0,-2-2 0,3 4 0,-3-4 0,2 1 0,-2 1 0,0-2 0,2 2 0,-1 0 0,-1-2 0,2 1 0,-2 1 0,0-2 0,4 4 0,-5-4 0,5 3 0,-4-2 0,1 0 0,0 1 0,0-2 0,1 3 0,0-2 0,0 2 0,-1-3 0,1 2 0,-2 0 0,0-2 0,0-1 0,0 3 0,-1-4 0,0 3 0,-1-1 0,0 0 0,0 0 0,0-1 0,2 1 0,-1 0 0,3 1 0,-2-4 0,0 3 0,0-4 0,0 6 0,-1-2 0,0 0 0,1-1 0,-1-3 0,1 3 0,1-9 0,-2 6 0,3-4 0,-2 7 0,-1 2 0,0 0 0,1-3 0,-1 1 0,1-1 0,-2 2 0,2 0 0,-2-1 0,2 1 0,-2 0 0,2-1 0,-2 1 0,2 0 0,-2-1 0,0 1 0,2 0 0,-1 0 0,0-1 0,-1 1 0,0 0 0,0-1 0,2 1 0,-1 0 0,1 0 0,-2-1 0,2 1 0,-2 0 0,2-1 0,-2 1 0,0 0 0,0-1 0,0 1 0,0 0 0,0 0 0,0-1 0,2 1 0,-2 0 0,2-1 0,-2 1 0,0 0 0,0 0 0,0-1 0,0 1 0,2 0 0,-1-1 0,0 1 0,-1 0 0,0 0 0,0-1 0,0 1 0,0 0 0,0-1 0,0 1 0,0 0 0,0-1 0,0 1 0,0 0 0,0 0 0,0-1 0,0 1 0,0 0 0,-1-1 0,0 1 0,-1 0 0,2 0 0,0-1 0,0 1 0,-2 0 0,2-1 0,-2 1 0,2 0 0,0-1 0,-2 1 0,1 0 0,0 0 0,1-1 0,-2 1 0,1 0 0,-1-1 0,0 1 0,2 0 0,-4 1 0,0 5 0,-1 1 0,-1 1 0,3 0 0,0-3 0,0 2 0,-1 0 0,0-1 0,1 2 0,-1-4 0,2 4 0,-2-3 0,1 2 0,0 0 0,0-1 0,-1 0 0,0 0 0,-1 0 0,1 3 0,-2-3 0,3 2 0,-3-4 0,4 4 0,-2-2 0,-1 1 0,1 0 0,0-2 0,1 3 0,-2-2 0,2 0 0,-4 2 0,3-3 0,0 2 0,-2 0 0,-1 1 0,0-2 0,1 2 0,2-3 0,0 2 0,-1-2 0,1 3 0,0-4 0,-1 4 0,1-2 0,0 1 0,-2 1 0,1-4 0,-1 4 0,1-4 0,1 4 0,0-4 0,0 4 0,-1-3 0,-1 3 0,1-4 0,-1 4 0,2-2 0,0 0 0,-1 2 0,-1-3 0,1 3 0,-1-2 0,2 0 0,0 2 0,-5-2 0,4 1 0,-3 1 0,4-2 0,-1 0 0,1 2 0,0-3 0,-2 2 0,-1 0 0,0-1 0,1 2 0,2-4 0,0 4 0,-1-3 0,1 2 0,0 0 0,-1-1 0,1 2 0,-2-4 0,3 4 0,-4-3 0,4 2 0,-3-2 0,1 3 0,1-2 0,0 0 0,-1 0 0,1 0 0,0 0 0,-1 1 0,-1 1 0,0-2 0,-1 2 0,1-1 0,1 0 0,1 0 0,0-1 0,0 0 0,-1 0 0,1 0 0,0 1 0,-1 0 0,1-2 0,0 3 0,0-4 0,-3 4 0,3-2 0,-3 1 0,3 0 0,0-2 0,0 3 0,-1-4 0,1 4 0,0-4 0,-1 4 0,1-3 0,0 2 0,-1-2 0,1 3 0,0-4 0,0 4 0,-1-4 0,1 4 0,0-3 0,-1 2 0,1-2 0,0 3 0,0-2 0,-1 0 0,1 0 0,0 0 0,-1 0 0,1 1 0,0 1 0,-1-4 0,1 4 0,0-4 0,1 4 0,-2-3 0,2 2 0,-3-2 0,1 3 0,1-2 0,0 0 0,0 0 0,-1 0 0,1 0 0,0 1 0,-1 1 0,1-4 0,0 4 0,-1-2 0,1 1 0,-2 0 0,1 0 0,-1-1 0,2 2 0,-1-2 0,1 1 0,0 0 0,0-2 0,-1 3 0,-1-2 0,1 2 0,-1-1 0,2 0 0,0-2 0,-3 3 0,3-2 0,-3 0 0,3 2 0,0-3 0,-1 2 0,3 0 0,-4-1 0,5 2 0,-6-4 0,6 4 0,-5-3 0,4 2 0,-2-2 0,-1 3 0,1-4 0,0 4 0,-1-4 0,1 4 0,0-1 0,-1 1 0,1-2 0,0 2 0,0-2 0,-1 1 0,1 0 0,0-2 0,-1 3 0,-1-2 0,1 0 0,-3 4 0,4-5 0,-3 5 0,3-6 0,0 4 0,0-2 0,-1 3 0,1-3 0,0 2 0,-1-4 0,1 4 0,0-2 0,-1 1 0,-1 0 0,3 0 0,-2-1 0,-1 4 0,0-5 0,-2 4 0,4-2 0,0-1 0,-1 2 0,1-4 0,-2 4 0,3-1 0,-3 1 0,2-2 0,1 2 0,-4-4 0,4 4 0,-3-1 0,1 1 0,-5 2 0,4-1 0,-4 1 0,6-4 0,0 2 0,0-2 0,-1 1 0,-1 1 0,1-2 0,-1 0 0,2 2 0,0-2 0,-1 3 0,-9 5 0,8-7 0,-8 7 0,10-8 0,-1 1 0,1 0 0,0 0 0,-1 1 0,1-2 0,0 2 0,0-3 0,-1 2 0,-5 2 0,6-1 0,-5 1 0,7-2 0,-3-2 0,1 3 0,0-4 0,1 4 0,-2-2 0,2 1 0,-4-2 0,5 1 0,-2 1 0,-2 1 0,1-2 0,-3 2 0,3-3 0,1 2 0,0-2 0,0 3 0,-1-4 0,1 4 0,-4-2 0,3 2 0,-3-1 0,3 1 0,1-4 0,0 2 0,-1 0 0,1-2 0,0 4 0,-6 0 0,4-1 0,-4 3 0,6-6 0,-1 2 0,1 0 0,0 0 0,-4 3 0,2-3 0,0 2 0,2-4 0,2 4 0,-2-3 0,-1 0 0,1 1 0,0-1 0,0 1 0,-5 2 0,4-4 0,-3 4 0,6-2 0,-2-1 0,2 2 0,-3-2 0,1 1 0,0 0 0,-1-2 0,1 2 0,0 0 0,-4 0 0,2 2 0,-2-1 0,4-1 0,0 0 0,-1-2 0,1 2 0,0 0 0,0-2 0,1 4 0,-6-2 0,5 1 0,-6 1 0,6-4 0,-1 2 0,1 0 0,0-2 0,-1 4 0,1-1 0,-8 1 0,6-2 0,-4 2 0,6-4 0,2 4 0,-3-3 0,1 1 0,0-1 0,-2 2 0,1-1 0,-1 2 0,1-4 0,1 2 0,0 0 0,0-1 0,-1 1 0,1-1 0,-4 2 0,3 1 0,-4-2 0,5 0 0,0 0 0,0-1 0,-1 1 0,1-1 0,-4 2 0,3-1 0,-2 2 0,4-4 0,0 2 0,-1 0 0,0-1 0,-1 2 0,1-2 0,0 1 0,-1 0 0,-3 0 0,3 0 0,-3 2 0,4-3 0,-1 1 0,1-1 0,0 0 0,0 1 0,-1 0 0,1-2 0,0 4 0,-6-2 0,4 3 0,-4-3 0,6 2 0,-1-4 0,1 2 0,0 0 0,-1-2 0,-3 6 0,3-5 0,-3 5 0,4-6 0,-1 2 0,1-2 0,0 2 0,0-2 0,-1 4 0,1-3 0,0 1 0,-1-1 0,1 0 0,0 3 0,-1-4 0,1 2 0,0 0 0,0-2 0,-1 2 0,1 0 0,0-1 0,1 2 0,-2-2 0,0 3 0,-2-4 0,1 4 0,2-4 0,-1 4 0,1-3 0,-4 2 0,5 0 0,-5-1 0,6 0 0,-3 0 0,1-2 0,0 4 0,-1-3 0,1 1 0,0-1 0,0 0 0,-1 3 0,1-4 0,0 4 0,-1-4 0,1 2 0,0 0 0,-1-1 0,3 3 0,-4-4 0,4 4 0,-5-4 0,3 2 0,2 0 0,-4-2 0,5 4 0,-5-3 0,2 1 0,1 0 0,-3-2 0,4 4 0,-2-4 0,-1 2 0,1 0 0,-2 0 0,1 1 0,1 1 0,0-4 0,2 2 0,-3 0 0,1-2 0,2 4 0,9-11 0,-3 7 0,6-8 0,-8 8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7:08.853"/>
    </inkml:context>
    <inkml:brush xml:id="br0">
      <inkml:brushProperty name="width" value="0.2" units="cm"/>
      <inkml:brushProperty name="height" value="1.2" units="cm"/>
      <inkml:brushProperty name="color" value="#CC0066"/>
      <inkml:brushProperty name="inkEffects" value="pencil"/>
    </inkml:brush>
  </inkml:definitions>
  <inkml:trace contextRef="#ctx0" brushRef="#br0">9 0 16383,'0'12'0,"0"-2"0,0-6 0,0 0 0,0 0 0,0 1 0,0-1 0,0 0 0,0 0 0,0 1 0,0-1 0,0 0 0,0 0 0,0 1 0,0-1 0,0 0 0,0 0 0,-2 1 0,2-1 0,-2 0 0,2 0 0,0 1 0,0-1 0,0 0 0,0 0 0,0 1 0,0-1 0,0 0 0,0 0 0,0 1 0,0-1 0,0 0 0,0 1 0,0-1 0,0 0 0,0 0 0,0 1 0,0-1 0,0 0 0,0 0 0,0 1 0,-2-1 0,1 0 0,-1 0 0,2 1 0,0-1 0,0 0 0,0 0 0,0 1 0,0-1 0,0 0 0,0 0 0,0 4 0,0-2 0,0 2 0,0-4 0,0 0 0,0 0 0,0 1 0,0-1 0,0 0 0,0 0 0,0 1 0,0-1 0,0 0 0,0 0 0,0 1 0,0-1 0,0 0 0,0 0 0,0 1 0,0-1 0,0 0 0,0 0 0,0 1 0,0-1 0,0 0 0,0 0 0,0 1 0,0-1 0,2 0 0,-1 0 0,1 1 0,-2-1 0,0 0 0,0 0 0,2 1 0,-2-1 0,2 0 0,-2 0 0,2 1 0,-2-1 0,2 0 0,-2 0 0,2 1 0,-1-1 0,2-2 0,-2 4 0,3-5 0,-4 5 0,4-4 0,-4 2 0,2 0 0,-2 1 0,2-1 0,-1 0 0,2-1 0,0 0 0,1-2 0,-2 3 0,4-2 0,-3 0 0,3 0 0,-2 0 0,1-1 0,-1 0 0,0-1 0,0 0 0,1 2 0,-1-1 0,0 1 0,0-2 0,1 0 0,-1 0 0,0 2 0,0-2 0,1 2 0,-1-2 0,0 2 0,0-2 0,1 2 0,-1-2 0,0 0 0,0 0 0,1 2 0,-1-1 0,0 0 0,0 1 0,1-1 0,-1 1 0,0-2 0,0 2 0,1-2 0,-1 2 0,0-2 0,0 2 0,1 0 0,-1 1 0,0-2 0,-2 1 0,4 1 0,-3-1 0,1 2 0,0-4 0,-2 4 0,3-3 0,-3 2 0,4-2 0,-5 3 0,4-4 0,-2 4 0,1-4 0,0 4 0,0-3 0,1 2 0,-1-2 0,0 1 0,0 0 0,1 0 0,-1 0 0,0 0 0,0 0 0,1-1 0,-1 2 0,0-2 0,0 1 0,1 0 0,-1-2 0,0 4 0,0-4 0,1 4 0,-1-3 0,0 0 0,0 1 0,1-1 0,-1 1 0,0 0 0,0-2 0,1 4 0,-1-4 0,2 4 0,-1-3 0,1 2 0,-2-2 0,0 1 0,1 0 0,-1-2 0,0 4 0,0-4 0,1 2 0,-1 0 0,0-1 0,0 1 0,1-1 0,-1 0 0,0 3 0,0-4 0,-1 4 0,3-4 0,-4 4 0,4-3 0,-1 2 0,-1-2 0,0 3 0,1-4 0,-3 4 0,4-4 0,-4 4 0,5-1 0,-3-1 0,-2 2 0,2-4 0,0 4 0,1-4 0,1 4 0,-2-1 0,1-1 0,-1 2 0,0-4 0,0 4 0,1-4 0,-1 2 0,0 0 0,-2 1 0,2-1 0,-1 2 0,1-4 0,0 2 0,0 0 0,1-2 0,1 4 0,-2-3 0,3 2 0,-3-2 0,0 3 0,0-2 0,1 0 0,-1 0 0,0 0 0,0-1 0,1 1 0,-1-2 0,0 1 0,0 0 0,1 1 0,-1 0 0,0-2 0,0 4 0,1-4 0,-1 4 0,0-3 0,0 1 0,1-2 0,-1 1 0,0 0 0,0 1 0,1 0 0,-1-2 0,0 2 0,0 0 0,1-2 0,-1 2 0,0-2 0,0 2 0,1-1 0,-1 1 0,0-2 0,0 0 0,1 1 0,-1 0 0,0 3 0,0-4 0,1 2 0,-1-2 0,0 0 0,0 2 0,1-2 0,-1 2 0,0 0 0,0-1 0,1 1 0,-1-1 0,0 0 0,0 1 0,1 0 0,-1-2 0,0 2 0,0 0 0,1-2 0,-1 4 0,0-3 0,0 1 0,1-2 0,-1 1 0,0 2 0,0-1 0,1 0 0,-1 0 0,0-2 0,-1 4 0,2-3 0,-2 1 0,1-1 0,2 2 0,-3-1 0,3 0 0,-2 0 0,0-2 0,1 2 0,-1 0 0,0 1 0,0-1 0,1 0 0,-3 0 0,4 0 0,-3 0 0,3 0 0,-4 0 0,2-1 0,0 3 0,1-4 0,1 2 0,-4 0 0,2-2 0,-1 4 0,1-4 0,0 2 0,0 0 0,1-1 0,-1 1 0,0 0 0,0-2 0,-1 4 0,2-4 0,-2 4 0,3-4 0,-1 4 0,-1-3 0,0 1 0,0 0 0,1-2 0,-3 4 0,4-2 0,-4 1 0,5-2 0,-3 1 0,0-1 0,0 3 0,1-4 0,-1 4 0,0-4 0,0 4 0,1-3 0,-1 2 0,0-2 0,-2 3 0,4-4 0,-3 4 0,3-4 0,-4 4 0,2-3 0,-1 2 0,1-2 0,0 3 0,0-4 0,-1 4 0,2-4 0,-4 4 0,5-3 0,-4 2 0,3-2 0,-3 3 0,4-4 0,-5 4 0,4-4 0,-2 4 0,1-3 0,-2 2 0,4 0 0,-3-1 0,3 2 0,-2-4 0,-1 4 0,0-2 0,0 1 0,-1 1 0,4-4 0,-3 4 0,3-2 0,-2 1 0,-2 0 0,2-2 0,-2 3 0,3-4 0,-1 4 0,2-2 0,-1 1 0,-1 0 0,0-2 0,-2 3 0,2-4 0,-1 4 0,2-4 0,0 4 0,2-3 0,-3 2 0,0-2 0,-2 3 0,2-4 0,1 4 0,-1-4 0,-2 4 0,4-3 0,-5 2 0,5-2 0,-4 3 0,4-2 0,-1 0 0,-1 2 0,0-3 0,-2 0 0,2 1 0,3 1 0,-5 1 0,4-2 0,-4 0 0,3 0 0,-1-1 0,0 0 0,0 1 0,1-1 0,-1 3 0,0-4 0,1 4 0,-1-4 0,0 2 0,0 0 0,2 1 0,-1-1 0,1 0 0,-1-2 0,-3 2 0,4-2 0,-4 4 0,5-4 0,-3 2 0,-2 0 0,6 1 0,-5-1 0,3 2 0,-2-4 0,-2 4 0,3-4 0,-3 4 0,4-3 0,-5 2 0,4-2 0,-1 3 0,1-4 0,-1 4 0,0-4 0,-1 2 0,1 0 0,0-1 0,0 2 0,1-2 0,-1 1 0,0-2 0,0 2 0,1-2 0,-1 2 0,2 0 0,-1-2 0,-1 4 0,0-3 0,-2 1 0,2-1 0,2 0 0,-1 1 0,1 0 0,-1-2 0,-1 4 0,0-4 0,0 2 0,1 0 0,-1-1 0,-2 2 0,4-2 0,-5 3 0,5-4 0,-2 4 0,0-4 0,3 4 0,-3-3 0,-2 2 0,2 0 0,-2-1 0,1 2 0,1-2 0,-2 1 0,0 0 0,2 0 0,-2-1 0,1 2 0,1-2 0,-4 3 0,4-3 0,-2 2 0,1-2 0,0 0 0,0 2 0,-1-1 0,2-1 0,-2 2 0,2-4 0,1 2 0,-1 0 0,0-2 0,0-1 0,-1-2 0,1-2 0,-4 2 0,4 0 0,-2 1 0,1-2 0,0 2 0,0-1 0,1-1 0,0 2 0,0-2 0,-1-1 0,1 3 0,-2 0 0,2 0 0,-1 0 0,0-1 0,3-2 0,0 4 0,0-5 0,-2 6 0,-4-4 0,4 1 0,-2 1 0,4-2 0,-3 2 0,3-1 0,-4 1 0,2 1 0,1-2 0,-1 1 0,0-2 0,0 4 0,-1-4 0,3 1 0,-4 1 0,3-2 0,0 4 0,-4-4 0,5 3 0,-4-2 0,3 2 0,-3-3 0,5 2 0,-5-2 0,5 1 0,-4 1 0,-1 0 0,4 0 0,-3-2 0,3 1 0,-2-1 0,0 2 0,1 0 0,-3-2 0,5 1 0,-5-1 0,5 2 0,-4-2 0,1 4 0,-2-4 0,6 1 0,-7-1 0,7 2 0,-6 0 0,1 0 0,2 1 0,-4-2 0,5 2 0,-2-5 0,1 5 0,1-2 0,-2 1 0,1 1 0,-3-3 0,4 4 0,-4-4 0,6 2 0,-3-1 0,1-1 0,-1 4 0,-1-4 0,0 4 0,0-2 0,1 0 0,-1 1 0,0 0 0,4-3 0,-3 3 0,3-3 0,-5 2 0,1 2 0,-2-4 0,2 3 0,0-1 0,1 0 0,-1 2 0,0-2 0,0 0 0,1 2 0,-3-4 0,4 3 0,-3-2 0,3 0 0,-2 1 0,-2-2 0,2 3 0,-7-6 0,2 5 0,-4-5 0,2 6 0,2-3 0,-5 2 0,4 0 0,-5 0 0,5 0 0,-2 1 0,2-2 0,-3 2 0,3-3 0,-4 4 0,5-4 0,-4 4 0,2-4 0,-1 3 0,-4-4 0,3 4 0,-3-3 0,5 2 0,-1 1 0,0-2 0,-1 0 0,-1 1 0,-2-4 0,3 5 0,-3-5 0,3 6 0,1-4 0,0 4 0,-1-2 0,1 0 0,0-1 0,-6-3 0,4 3 0,-4-2 0,6 4 0,0-1 0,-1 0 0,1 2 0,2-4 0,-4 4 0,5-4 0,-9 1 0,7 1 0,-5 0 0,4 0 0,-1 0 0,1-1 0,0 1 0,-1 1 0,1 0 0,0-1 0,0 0 0,-6-2 0,4 1 0,-4-1 0,6 2 0,-1 2 0,1-2 0,0 0 0,-1 2 0,1-2 0,0 0 0,-1 1 0,1-1 0,0 1 0,-6-2 0,4 1 0,-6 0 0,9 0 0,-2 1 0,2 0 0,-1 1 0,0-2 0,-1 1 0,1-1 0,0 2 0,0-2 0,-1 2 0,-7-4 0,6 2 0,-6-1 0,6 1 0,-1 0 0,1 2 0,0-4 0,1 4 0,1-2 0,0 2 0,-8-4 0,5 3 0,-4-3 0,6 4 0,1-2 0,0 2 0,-1-2 0,1 0 0,0 2 0,0-2 0,-5 0 0,4-1 0,-3 1 0,4 0 0,-1 0 0,1 2 0,0-2 0,0 0 0,-1 1 0,1-1 0,-4 1 0,3-2 0,-3 1 0,3-2 0,1 3 0,0 0 0,-1-1 0,1 1 0,0-1 0,-1 0 0,1 2 0,-6-4 0,4 2 0,-4-1 0,6-1 0,0 4 0,0-4 0,-1 4 0,-1-2 0,3 0 0,-2 1 0,2-2 0,-1 2 0,-6-5 0,4 5 0,-4-2 0,6 1 0,-1 1 0,1-1 0,0 0 0,0 0 0,-1 0 0,1 0 0,-4-2 0,3 3 0,-3-5 0,3 6 0,1-2 0,0 0 0,-1 2 0,3-4 0,-4 3 0,3-3 0,-5 2 0,2-2 0,-1 1 0,3 0 0,0 2 0,1-1 0,-1 0 0,0 2 0,0-4 0,-1 3 0,-3-4 0,3 4 0,-1-5 0,2 6 0,2-2 0,-3 0 0,1 1 0,0-3 0,-1 4 0,3-4 0,-4 2 0,3-1 0,-3 0 0,2 2 0,0-1 0,-1 0 0,1 2 0,2-4 0,-10 0 0,8-1 0,-8 1 0,8 0 0,-1 3 0,3-2 0,-4 2 0,3-3 0,-3 4 0,2-4 0,0 3 0,1-2 0,-2 2 0,4-3 0,-5 4 0,3-4 0,-3 2 0,2-1 0,-3 1 0,3 0 0,0 2 0,1-4 0,-2 4 0,-2-4 0,2 2 0,-3-1 0,6-1 0,-3 4 0,1-4 0,0 4 0,-1-2 0,-3-2 0,3 3 0,-3-3 0,6 2 0,-2 2 0,1-4 0,-1 3 0,0-1 0,0 1 0,-5-2 0,6-1 0,-5 1 0,6 2 0,-2 1 0,0-2 0,-1 1 0,1-3 0,0 4 0,-3-4 0,3 2 0,-3-1 0,3-1 0,0 4 0,0-4 0,-1 4 0,1-4 0,-2 2 0,1-1 0,-1-1 0,2 4 0,1-4 0,-3 4 0,5-4 0,-4 3 0,-1-3 0,0 2 0,-2 0 0,4-2 0,0 3 0,-1-2 0,1 2 0,2-3 0,-6 2 0,5 0 0,-4-2 0,4 3 0,0-1 0,-1 0 0,0 2 0,1-4 0,-2 4 0,-4-6 0,1 5 0,0-5 0,4 6 0,2-2 0,-2 0 0,-1 1 0,3-2 0,-4 2 0,2-3 0,-3 2 0,1 0 0,1 0 0,1 0 0,0 1 0,1-3 0,-2 4 0,2-2 0,-1 0 0,-6 0 0,6-3 0,-6 3 0,6-2 0,0 4 0,-1-2 0,1 0 0,0 2 0,-1-4 0,1 3 0,-2-3 0,1 2 0,-1 0 0,2 0 0,-1 0 0,1 1 0,0-2 0,-1 2 0,-3-3 0,3 4 0,-1-4 0,2 3 0,2-2 0,-3 2 0,1-1 0,0 0 0,-4 0 0,2-2 0,-2 1 0,4 1 0,2 0 0,-4 2 0,1-4 0,-5 0 0,3 1 0,-2-1 0,5 2 0,0 2 0,0-4 0,-1 4 0,1-2 0,0 0 0,-3-1 0,3-1 0,-2 2 0,1-2 0,1 3 0,2-2 0,-6 0 0,5-1 0,-6 1 0,7 0 0,-2 2 0,2-3 0,-2 4 0,-1-4 0,1 4 0,0-2 0,-1 0 0,1-1 0,0 1 0,0 0 0,-1 0 0,1 0 0,0-1 0,-1 2 0,3-1 0,-4 1 0,5-3 0,-4 4 0,0-4 0,1 4 0,-3-2 0,3 0 0,0 1 0,-1-1 0,1 0 0,0 2 0,0-4 0,-1 4 0,1-2 0,0 0 0,-1 1 0,1-1 0,0 1 0,-1 0 0,1-3 0,0 4 0,0-2 0,-1 0 0,1 2 0,0-2 0,-1 0 0,1 1 0,0-3 0,0 4 0,-1-2 0,1 0 0,0 2 0,1-4 0,-2 3 0,2-1 0,-2 1 0,0-2 0,2 1 0,-3 0 0,3 0 0,-1 1 0,2-2 0,-2 2 0,-1-1 0,1 2 0,0-2 0,0 2 0,-1-4 0,1 4 0,0-2 0,-1 2 0,1-2 0,0 1 0,0-1 0,-1 0 0,1 2 0,0-2 0,-1 0 0,1 2 0,0-2 0,-1 2 0,1-2 0,0 1 0,0-1 0,-1 2 0,1-1 0,0 0 0,-1-1 0,1 0 0,0 2 0,0-2 0,-1 2 0,1-2 0,0 2 0,-1-2 0,1 0 0,2-1 0,-2 1 0,0 0 0,1 0 0,-3 2 0,4-4 0,-3 3 0,1-1 0,0 1 0,1-2 0,0 1 0,0-4 0,-1 3 0,0-1 0,1 0 0,1 2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7:12.518"/>
    </inkml:context>
    <inkml:brush xml:id="br0">
      <inkml:brushProperty name="width" value="0.2" units="cm"/>
      <inkml:brushProperty name="height" value="1.2" units="cm"/>
      <inkml:brushProperty name="color" value="#CC0066"/>
      <inkml:brushProperty name="inkEffects" value="pencil"/>
    </inkml:brush>
  </inkml:definitions>
  <inkml:trace contextRef="#ctx0" brushRef="#br0">314 0 16383,'-10'7'0,"1"-3"0,6 0 0,-1-2 0,0 3 0,0-1 0,-1 0 0,1 0 0,0 1 0,-1-1 0,1 0 0,0 0 0,0 1 0,-1-1 0,1 0 0,0 0 0,1 1 0,-1-3 0,2 2 0,-2-2 0,1 2 0,0-1 0,0 1 0,1-2 0,-2 2 0,2-1 0,-1 0 0,-3 2 0,4-3 0,-3 4 0,2-5 0,2 2 0,-3 0 0,2-1 0,-1 2 0,-2-2 0,4 2 0,-5-1 0,6 1 0,-4-4 0,1 4 0,-1-2 0,0 2 0,-1 1 0,1-3 0,2 2 0,-2-2 0,2 1 0,-1 0 0,-1 0 0,2-1 0,0 2 0,-2-2 0,1 1 0,-1 0 0,2 0 0,-2-1 0,2 2 0,-3-4 0,1 4 0,0-2 0,-1 3 0,1-3 0,2 2 0,-2-4 0,2 4 0,-1-2 0,-1 1 0,2 1 0,-2-2 0,-1 2 0,1-1 0,2 0 0,-2-2 0,1 3 0,1-2 0,-2 0 0,2 2 0,-2-2 0,-1 1 0,3 1 0,-2-4 0,2 4 0,-3-4 0,1 2 0,0 0 0,1 0 0,2 3 0,1-1 0,0 0 0,0 1 0,0-1 0,0 0 0,0 0 0,0 1 0,0-1 0,1 0 0,0 0 0,1 1 0,-2-1 0,2 0 0,-2 0 0,2 1 0,0-1 0,-2 0 0,2 0 0,-2 1 0,2-1 0,-1 0 0,1 0 0,-1 1 0,0-1 0,1 0 0,-2 0 0,2 1 0,-2-1 0,2 0 0,-2 0 0,2 1 0,-2-1 0,4 0 0,-3 2 0,1-1 0,-1 1 0,0-2 0,1 1 0,-2-1 0,2 2 0,-2-1 0,2 1 0,-2-2 0,0 0 0,2 1 0,-2-1 0,2 0 0,0 0 0,-1 1 0,1-1 0,-2 0 0,0 0 0,1 3 0,2-3 0,-1 2 0,0-1 0,-2-1 0,2 0 0,-2 0 0,2 1 0,-2-1 0,2 0 0,-1 0 0,1 1 0,-1-1 0,0 0 0,1 0 0,-2 1 0,2-1 0,-2 0 0,2 2 0,0 1 0,-2 0 0,2-1 0,-2-2 0,2 0 0,-1 0 0,1 1 0,-2-1 0,1 2 0,0-1 0,1 1 0,-2-2 0,2 0 0,-2 1 0,2-1 0,0 2 0,-2-1 0,2 1 0,-2-2 0,2 0 0,-1 1 0,1-1 0,-2 0 0,1 2 0,0-1 0,1 1 0,0-2 0,-2 1 0,2 1 0,0-1 0,-2 1 0,4-2 0,-3 0 0,1 1 0,-1-1 0,0 0 0,1 0 0,-2 1 0,2-1 0,-2 0 0,2 0 0,0 1 0,-2-1 0,2 0 0,0 2 0,1-3 0,-1 3 0,0-4 0,-2 2 0,2 1 0,-2-1 0,2 0 0,0 0 0,-2 1 0,4-1 0,-3 0 0,2 0 0,-2 2 0,3-1 0,-4 1 0,2-1 0,0-1 0,-2 0 0,2 0 0,-2 1 0,2-1 0,-1 0 0,1 0 0,0 1 0,-2-1 0,2 0 0,-2 0 0,2 1 0,-2-1 0,2 0 0,0 0 0,-2 1 0,2-1 0,0 0 0,-1 0 0,1 1 0,-2-1 0,0 0 0,0 0 0,2 1 0,-2-1 0,2 0 0,-2 0 0,0 1 0,0-1 0,2 0 0,-2 0 0,2 1 0,-2-1 0,0 0 0,0 0 0,0 1 0,0-1 0,0 0 0,0 0 0,2 1 0,-2-1 0,2 0 0,-2 0 0,0 1 0,2-1 0,-1 0 0,1 0 0,-2 1 0,0-1 0,0 0 0,2 0 0,-2 1 0,2-1 0,-2 0 0,2 0 0,-2 1 0,4-1 0,-4 0 0,2 0 0,0 1 0,-1-1 0,1 0 0,-2 0 0,2 1 0,-2-1 0,2 0 0,0 0 0,-2 1 0,2-1 0,0 0 0,-1 0 0,0 1 0,-1-1 0,2 0 0,-1 0 0,1 1 0,-2-1 0,2 0 0,-2 0 0,4 1 0,-4-1 0,2 0 0,0 1 0,-1-1 0,0 0 0,1 0 0,-1 1 0,1-1 0,-2 0 0,2 0 0,-2 1 0,2-1 0,-2 0 0,2 0 0,-2 1 0,2-1 0,0 0 0,-1 0 0,0 1 0,-1-1 0,0 0 0,0 0 0,2 1 0,-1-1 0,1 0 0,-2 0 0,2 1 0,-2-1 0,2 0 0,-2 0 0,2 1 0,-2-1 0,2 0 0,-2 0 0,0 1 0,2-1 0,-1 0 0,0 0 0,1 1 0,-1-1 0,1 0 0,-2 0 0,2 1 0,-2-1 0,2 0 0,-2 0 0,2 1 0,-2-1 0,4 0 0,-3 0 0,0 1 0,-1-1 0,2 0 0,1 0 0,-1 3 0,2-5 0,-4 4 0,2-4 0,0 3 0,0-1 0,1 0 0,-1 0 0,0-1 0,-2 2 0,4-4 0,-4 5 0,4-4 0,-3 3 0,0-1 0,1 0 0,-1 0 0,3-1 0,-4 2 0,2-2 0,0 2 0,-2 0 0,4-4 0,-3 5 0,0-2 0,1 1 0,-1 1 0,1-2 0,0-1 0,-2 2 0,2-2 0,0 1 0,-2 2 0,2-3 0,0 3 0,-1-2 0,0 0 0,1 1 0,-1-1 0,3 2 0,-4-1 0,2 1 0,-2-2 0,2 0 0,-2 1 0,2-1 0,-2 0 0,2 0 0,-1 1 0,0-1 0,-1 0 0,0 0 0,2 1 0,-1-1 0,1 0 0,-2 0 0,0 1 0,0-1 0,0 0 0,0 1 0,0-1 0,0 0 0,0 0 0,0 1 0,0-1 0,0 0 0,0 0 0,0 1 0,2-1 0,-2 0 0,2 0 0,-2 1 0,0-1 0,0 0 0,0 0 0,0 1 0,0-1 0,0 0 0,2 0 0,-2 1 0,2-1 0,-2 0 0,0 0 0,0 1 0,0-1 0,0 0 0,0 0 0,0 1 0,2-1 0,-1 0 0,0 0 0,-1 1 0,2-1 0,-1 0 0,1 0 0,-2 1 0,0-1 0,0 0 0,0 0 0,0 1 0,0-1 0,0 0 0,0 0 0,0 1 0,2-1 0,-2 0 0,4 0 0,-4 1 0,2-1 0,-2 0 0,4-2 0,-1 0 0,3-2 0,-2 0 0,1 0 0,-1 0 0,0 0 0,0 0 0,1 0 0,-1 0 0,0 0 0,0 0 0,1 0 0,-1 0 0,0 0 0,0 0 0,1 0 0,-1 0 0,0 0 0,0 0 0,1 0 0,-1 0 0,0 0 0,2 0 0,-1 0 0,1 2 0,-2-1 0,1 1 0,-1-2 0,0 0 0,0 0 0,1 0 0,-1 2 0,0-2 0,0 2 0,1-2 0,-1 0 0,0 0 0,0 0 0,1 0 0,-1 2 0,0-2 0,0 2 0,1-2 0,-1 0 0,0 0 0,0 0 0,1 2 0,-1-2 0,0 2 0,0-2 0,1 0 0,-1 0 0,2 0 0,-1 0 0,1 0 0,-2 0 0,0 0 0,1 0 0,-1 2 0,4-1 0,-3 1 0,3-2 0,-4 0 0,1 0 0,-1 2 0,0-2 0,0 2 0,1-2 0,-1 0 0,0 0 0,0 0 0,1 0 0,-1 0 0,0 0 0,0 0 0,1 0 0,-1 0 0,0 0 0,0 2 0,1-2 0,-1 2 0,0-2 0,0 0 0,1 0 0,-1 0 0,0 0 0,0 0 0,1 0 0,-1-2 0,0 2 0,0-2 0,1 2 0,-1-2 0,0 1 0,0 0 0,1 1 0,-1-2 0,-2-1 0,0-1 0,-2 0 0,0-1 0,-2 1 0,2 0 0,-2-1 0,0 1 0,2 0 0,-2 0 0,2-1 0,-2 1 0,-1 2 0,1-2 0,-2 0 0,4-1 0,-2-1 0,0 1 0,1 1 0,-1 0 0,1-1 0,0 1 0,-3 2 0,4-4 0,-2 3 0,0-1 0,1-2 0,-2 3 0,2-3 0,-1 2 0,0 1 0,2-2 0,-2 2 0,2-3 0,-2 1 0,2 1 0,-2 0 0,0-1 0,1 1 0,-2 0 0,2 0 0,-1-1 0,2 1 0,-2 0 0,2-1 0,-4 1 0,3 0 0,0-1 0,-1 1 0,1 0 0,-1 0 0,0-1 0,2 1 0,-4 0 0,4-1 0,-4 1 0,3 0 0,-1 0 0,2-1 0,-2 1 0,0 0 0,0-1 0,0 1 0,0 2 0,1-4 0,-1 3 0,1-1 0,0-2 0,-3 3 0,4-3 0,-4 4 0,4-2 0,-4 0 0,3-1 0,-3-1 0,4 1 0,-2 1 0,0 0 0,2-1 0,-4 1 0,3 0 0,-1 0 0,1-1 0,-2 1 0,-1-4 0,0 3 0,1-4 0,1 5 0,0 0 0,2 0 0,-4-1 0,4 1 0,-2 0 0,0-3 0,-1 3 0,1-2 0,0 1 0,0 1 0,2 0 0,-4-1 0,3 1 0,-2-4 0,2 3 0,-3-3 0,4 3 0,-2 1 0,0 0 0,2-1 0,-2 1 0,2 0 0,-2 0 0,-1-5 0,1 4 0,0-3 0,0 4 0,2-1 0,-4 1 0,3 0 0,-1 0 0,2-1 0,-1 1 0,0 0 0,-3-4 0,4 2 0,-2-2 0,2 4 0,-2 2 0,1-4 0,0 3 0,1-3 0,0 2 0,-2-1 0,1 1 0,-3-8 0,4 6 0,-4-6 0,4 8 0,-2-1 0,2 1 0,-2 0 0,1-1 0,-1 1 0,0 0 0,2-4 0,-2 3 0,0-4 0,2 5 0,-2 0 0,2 0 0,0-1 0,-2 1 0,1 0 0,0-1 0,1 1 0,0 0 0,0 0 0,0-1 0,0-1 0,0 1 0,0-1 0,0 2 0,0-1 0,0 1 0,0 0 0,0 0 0,-2-1 0,1-1 0,-1 1 0,2-1 0,0-4 0,0 4 0,0-4 0,0 6 0,0 0 0,0 0 0,0-1 0,0 1 0,0 0 0,-2-1 0,2 1 0,-2 0 0,2-4 0,0 2 0,0-2 0,0 4 0,0 0 0,0-1 0,-2 1 0,2 0 0,-2 0 0,2-1 0,0 1 0,0-6 0,0 4 0,0-4 0,-2 6 0,1 0 0,-1-1 0,2 1 0,0 0 0,-2-1 0,2 1 0,-2 0 0,2-8 0,-2 4 0,2-5 0,-2 7 0,2 2 0,0 0 0,0-1 0,0 1 0,0 0 0,-2 0 0,1-1 0,-2-3 0,2 3 0,-1-3 0,2 3 0,0 1 0,0 0 0,0 0 0,0-1 0,0 1 0,-2 0 0,2-1 0,-2 1 0,2 0 0,-2-4 0,1 2 0,0-2 0,1 4 0,0 0 0,0-1 0,-2 1 0,1 0 0,-1 0 0,2-1 0,-2-5 0,2 5 0,-2-5 0,0 7 0,2-1 0,-2 0 0,0 1 0,1-3 0,-1 4 0,2-2 0,-1-6 0,-2 6 0,1-6 0,0 8 0,2-2 0,0-1 0,0 1 0,-2 0 0,1 0 0,0-1 0,-1-1 0,1 1 0,-1-1 0,2 2 0,0 0 0,-2-1 0,2 1 0,-2 0 0,0-1 0,2 1 0,-2 0 0,0-4 0,1 2 0,-3 0 0,4 2 0,-2 2 0,0-2 0,2-1 0,-2 1 0,0 0 0,1 0 0,-1-1 0,1 1 0,-2-4 0,1 3 0,-2-4 0,4 5 0,-2 0 0,0 0 0,1-1 0,-1 1 0,0 0 0,2-1 0,-2 1 0,-2-4 0,3 3 0,-3-3 0,3 5 0,0-1 0,-3 0 0,4-1 0,-4 1 0,2-4 0,-1 5 0,-1-3 0,4 2 0,-2 2 0,0-3 0,2 1 0,-4 0 0,1 0 0,1-1 0,-2 1 0,4 0 0,-2-1 0,0 1 0,1 0 0,-2 0 0,2-1 0,-3 1 0,4 0 0,-4-1 0,4 1 0,-4 0 0,3-1 0,-1 1 0,0 0 0,2 0 0,-4 1 0,4-3 0,-4 4 0,3-5 0,-2 5 0,2-2 0,-1 0 0,0-1 0,2-1 0,-2 2 0,0-1 0,1 1 0,-2-2 0,2 1 0,-3 1 0,4 0 0,-2 2 0,0-3 0,2 1 0,-2 0 0,0-1 0,1 1 0,-3 0 0,4 0 0,-2-1 0,0 1 0,2 0 0,-2-1 0,0 1 0,1 0 0,-2 0 0,2-1 0,-3 1 0,4 0 0,-2-1 0,0 1 0,2 0 0,-2-1 0,2 1 0,-2 0 0,1 0 0,-3-1 0,4 1 0,-2 0 0,2-1 0,-2 1 0,2 0 0,-2 0 0,0-1 0,1 1 0,-2 2 0,2-4 0,-3 5 0,4-5 0,-2 2 0,0-1 0,1-1 0,-2 4 0,2-2 0,-1-1 0,0 3 0,2-4 0,-2 3 0,0-1 0,2 0 0,-4 0 0,3-1 0,-1 1 0,1 0 0,0-1 0,-3 3 0,4-4 0,-4 5 0,3-4 0,-2 2 0,2-1 0,-1 0 0,0-1 0,2 1 0,-2 0 0,2-1 0,-4 16 0,3-7 0,-3 9 0,4-11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7:18.938"/>
    </inkml:context>
    <inkml:brush xml:id="br0">
      <inkml:brushProperty name="width" value="0.2" units="cm"/>
      <inkml:brushProperty name="height" value="1.2" units="cm"/>
      <inkml:brushProperty name="color" value="#CC0066"/>
      <inkml:brushProperty name="inkEffects" value="pencil"/>
    </inkml:brush>
  </inkml:definitions>
  <inkml:trace contextRef="#ctx0" brushRef="#br0">2623 1220 16383,'-2'-12'0,"-2"4"0,3 4 0,-1 2 0,2-4 0,-2 3 0,2-3 0,-2 4 0,2-3 0,0 1 0,-2 0 0,2-1 0,-2 1 0,0-2 0,-1 3 0,1-3 0,0 4 0,2-2 0,0-1 0,-2 1 0,0 0 0,-1 0 0,2-1 0,1 1 0,-2 0 0,1-1 0,-3 3 0,4-4 0,-4 3 0,4-3 0,-2 2 0,0 2 0,1-4 0,-2 3 0,2-3 0,-3 1 0,4 1 0,-2 0 0,0 0 0,1-1 0,0 1 0,1 0 0,-2-1 0,1 1 0,-3 0 0,4 0 0,-2-1 0,2 1 0,0 0 0,-2-1 0,2 1 0,-2 0 0,2-1 0,0 1 0,-2 0 0,1 0 0,-1-1 0,2 1 0,-2 0 0,2-1 0,-2 1 0,0 0 0,2 0 0,-2-1 0,2 1 0,-2 0 0,1-1 0,-1 1 0,2 0 0,-1-1 0,0 1 0,-1 0 0,2 0 0,-2-1 0,2 1 0,-2 0 0,2-1 0,-2 1 0,2 0 0,-2 0 0,2-1 0,0 1 0,-2 0 0,1-3 0,-1 3 0,0-3 0,2 3 0,-2 0 0,0 0 0,2-1 0,-2 1 0,2 0 0,-2-1 0,1 1 0,-1 0 0,1 0 0,0-1 0,-1 1 0,0 0 0,2-1 0,-2 1 0,2 0 0,-2 0 0,1-1 0,0 1 0,-1 0 0,1-1 0,-1 1 0,2 0 0,-2-1 0,2 1 0,-4 2 0,4-4 0,-2 3 0,0-3 0,1 2 0,-1-1 0,0 1 0,2 0 0,-2 0 0,0-1 0,0 3 0,-1-2 0,0 0 0,2-1 0,-3-1 0,4 1 0,-2 1 0,0 0 0,2 0 0,-2-1 0,0 1 0,1 0 0,-3 1 0,4-2 0,-4 2 0,4-3 0,-2 1 0,0 3 0,1-4 0,-2 3 0,2-3 0,-1 2 0,0-1 0,2 1 0,-2 0 0,2 0 0,-2-1 0,1 1 0,0 0 0,-1-1 0,1 1 0,-1 0 0,0 0 0,2-1 0,-2 1 0,0 0 0,2-1 0,-2 1 0,2 0 0,-2 0 0,1-1 0,-3 3 0,4-4 0,-4 5 0,4-5 0,-4 4 0,3-2 0,0-1 0,-1 1 0,1 0 0,-1 0 0,0-1 0,2 1 0,-4 2 0,4-4 0,-4 5 0,3-5 0,-3 2 0,4-1 0,-4 1 0,4 0 0,-2 2 0,0-3 0,1 1 0,-2 2 0,2-4 0,-3 5 0,4-5 0,-4 4 0,3-2 0,0-1 0,1 1 0,-2 0 0,-1-1 0,1 1 0,-2 2 0,4-2 0,-4 2 0,1-1 0,-1 1 0,0 0 0,0 0 0,-1 0 0,1-2 0,0 3 0,1-3 0,-2 4 0,4-4 0,-5 4 0,3-4 0,-1 3 0,2-2 0,-4 2 0,5-3 0,-5 4 0,2-4 0,-1 4 0,1-4 0,0 3 0,2-3 0,-2 4 0,-1-4 0,1 4 0,-2-4 0,1 3 0,-1-1 0,1 1 0,1 0 0,0-3 0,0 4 0,-1-4 0,1 3 0,0 0 0,-1-1 0,1 1 0,0-3 0,0 4 0,-1-4 0,1 4 0,0-2 0,-1 0 0,1 1 0,-2-3 0,1 4 0,-1-4 0,2 4 0,-1-4 0,1 3 0,0-2 0,0 2 0,-1-1 0,1 2 0,-2-2 0,1 0 0,-1 0 0,1-2 0,1 3 0,0-1 0,0 2 0,-1-2 0,-1 2 0,3-4 0,-2 4 0,2-2 0,-1 0 0,0 1 0,-1-2 0,1 2 0,0-1 0,-1 0 0,1 2 0,0-2 0,0 0 0,-1 1 0,1-2 0,0 2 0,-1-1 0,1 0 0,0 2 0,-1-4 0,1 4 0,0-4 0,0 3 0,-3-3 0,3 4 0,-3-4 0,3 4 0,0-2 0,0 0 0,-1 1 0,-1-2 0,1 2 0,-1-3 0,2 4 0,0-2 0,-1 0 0,1 0 0,0-1 0,-1 1 0,1 2 0,0-2 0,0 2 0,-1-2 0,1 0 0,0 2 0,-1-2 0,1 2 0,-2-2 0,1 1 0,-1-2 0,2 2 0,-1-3 0,1 4 0,0-2 0,-1 2 0,1 0 0,0-2 0,0 1 0,-1 0 0,1 1 0,0 0 0,-1-2 0,1 1 0,0-1 0,-1 2 0,1-2 0,0 2 0,0-2 0,-1 2 0,1 0 0,-2-2 0,1 2 0,-1-2 0,2 2 0,-1-2 0,1 1 0,0-1 0,-1 2 0,1 0 0,0-1 0,-1 0 0,1-1 0,-2 2 0,1-2 0,-1 2 0,2-2 0,-1 0 0,1 1 0,0 0 0,0-1 0,-1 1 0,1-1 0,0 2 0,-1-2 0,1 2 0,0-2 0,0 0 0,-1 2 0,1-4 0,0 3 0,-1-1 0,1 0 0,0 2 0,-1-2 0,1 0 0,0 2 0,0-4 0,-1 3 0,1-2 0,0 2 0,-1-1 0,1 2 0,0-2 0,0 2 0,-1-2 0,1 0 0,0 2 0,1-4 0,-2 3 0,2-1 0,-2 0 0,0 2 0,2-4 0,-3 4 0,1-2 0,1 0 0,0 1 0,-1-1 0,-3 1 0,3-2 0,-3 1 0,4-2 0,-1 3 0,1-2 0,0 2 0,0-3 0,-1 4 0,1-4 0,0 4 0,-1-4 0,1 3 0,0-3 0,-1 2 0,1 0 0,0 0 0,2 0 0,-4 0 0,3-1 0,-3 1 0,3 0 0,0 2 0,0-4 0,-1 4 0,0-2 0,-1 0 0,1 1 0,0-1 0,-1 2 0,1 0 0,0 0 0,-1 0 0,1 0 0,0 0 0,0 0 0,-1 0 0,1 0 0,0 0 0,-1 0 0,1 0 0,0 2 0,-2 1 0,1-1 0,-1 0 0,1 0 0,1-2 0,0 2 0,0 0 0,-5 0 0,4 3 0,-3-3 0,4 0 0,1 0 0,-2-2 0,2 4 0,-3-4 0,1 4 0,1-3 0,0 2 0,-1-2 0,1 3 0,0-4 0,0 4 0,-1-4 0,3 4 0,-4-3 0,1 4 0,-1-4 0,-1 5 0,3-6 0,0 2 0,0 0 0,-1 1 0,1-1 0,2 2 0,-2-4 0,-2 6 0,0-5 0,-2 5 0,4-6 0,0 2 0,-1 0 0,1 0 0,0 0 0,-1 2 0,1-3 0,-4 4 0,3-4 0,-3 5 0,3-5 0,1 0 0,0 1 0,0-1 0,-1 3 0,-1-2 0,1 0 0,-1 2 0,2-3 0,0 2 0,-1-2 0,1 1 0,0-2 0,-1 2 0,-3 0 0,5 2 0,-5-1 0,6-2 0,-1 1 0,-2-1 0,2 1 0,-3 0 0,1-2 0,-1 4 0,1-4 0,1 4 0,0-3 0,2 0 0,-2 1 0,-1-1 0,1 1 0,-2 0 0,1 0 0,-1 0 0,2 0 0,1 0 0,-3-1 0,4 2 0,-5-2 0,-3 4 0,5-4 0,-5 3 0,7-2 0,-1-1 0,0 0 0,1 1 0,-2-1 0,0 3 0,1-4 0,-3 2 0,5 0 0,-2-2 0,0 4 0,-1-3 0,-1 0 0,2 1 0,-5 1 0,4-1 0,-1 2 0,2-4 0,2 2 0,-2 0 0,-1-1 0,1 0 0,0 1 0,-3-1 0,3 3 0,-3-4 0,3 4 0,0-4 0,0 2 0,-1-2 0,1 2 0,-4-1 0,3 2 0,-3-2 0,3 1 0,1-2 0,0 2 0,-3-2 0,3 2 0,-1 0 0,2-2 0,0 2 0,-3-2 0,1 0 0,-1 0 0,2 0 0,1 2 0,-2-1 0,2 0 0,-3-1 0,1 0 0,3 2 0,-4-1 0,3 1 0,-3-2 0,2 2 0,-2-2 0,1 2 0,1 0 0,0-2 0,1 2 0,-1 0 0,0-1 0,-1 0 0,1-1 0,0 2 0,0-1 0,-1 1 0,1 0 0,0-2 0,1 4 0,-2-4 0,4 4 0,-5-3 0,4 2 0,-3-2 0,1 1 0,0 0 0,-1-2 0,1 2 0,0 0 0,1 0 0,0 1 0,0 0 0,-1-2 0,0 1 0,-1 0 0,1-2 0,2 4 0,-4-2 0,3 1 0,-1 0 0,0-2 0,2 1 0,-3 0 0,1-2 0,0 4 0,-1-4 0,1 2 0,0 0 0,0-1 0,1 2 0,-3-2 0,5 3 0,-4-4 0,2 4 0,-1-4 0,0 2 0,-1 0 0,1-1 0,0 1 0,0-1 0,-1 0 0,3 3 0,-4-4 0,5 4 0,-3-2 0,4 3 0,0 1 0,-2-3 0,2 2 0,-2-2 0,0 1 0,2 0 0,-2 0 0,0 1 0,1-1 0,-2 0 0,2 0 0,-3-1 0,2 0 0,0 0 0,0 1 0,0 0 0,1 1 0,-3-3 0,2 4 0,0-4 0,-2 3 0,3-2 0,-1 0 0,1 1 0,-2 0 0,1 1 0,-2-3 0,4 2 0,-4-2 0,3 2 0,-3 1 0,2-1 0,0 0 0,-2 0 0,3 1 0,-2-1 0,2 0 0,-3 0 0,4 1 0,-2-1 0,0 0 0,1 0 0,-2 1 0,2-1 0,-3 0 0,4 0 0,-4-1 0,4 2 0,-4-4 0,3 5 0,-3-2 0,4 1 0,-2 1 0,0-3 0,2 0 0,-4 0 0,3 1 0,-1 0 0,1 0 0,0 1 0,-1-1 0,0 0 0,2 0 0,-4-1 0,4 2 0,-4-2 0,3 3 0,-3-1 0,4-1 0,-4 0 0,4 0 0,-2 1 0,0-1 0,-1 0 0,1 0 0,-2 1 0,4-1 0,-4 0 0,3 0 0,-2 1 0,2-1 0,-3 0 0,4 0 0,-2 1 0,-2-1 0,3 0 0,-3 0 0,2 1 0,2-1 0,-4 0 0,4 0 0,-4 1 0,3-1 0,-2 0 0,2 0 0,-3 1 0,4-1 0,-4 0 0,4 0 0,-4 1 0,3-1 0,-1 0 0,0 1 0,2-1 0,-4-2 0,4 4 0,-4-3 0,3 3 0,-1-2 0,1-2 0,0 4 0,-3-5 0,4 5 0,-2-2 0,0-1 0,1 2 0,0-2 0,-1 1 0,1 0 0,-3 1 0,4-1 0,-2 0 0,2 0 0,-2 1 0,2-1 0,-4 0 0,3 0 0,-1 1 0,0-1 0,2 0 0,-4-2 0,4 4 0,-2-3 0,2 3 0,-2-2 0,1 1 0,-2-1 0,2 0 0,-1 0 0,0 1 0,2-1 0,-2 0 0,0 0 0,2 1 0,-2-1 0,0 0 0,1 0 0,-3-1 0,4 2 0,-2-2 0,0 1 0,2 2 0,-2-3 0,0 1 0,1 2 0,-2-5 0,2 5 0,-3-2 0,4 0 0,-4 3 0,4-3 0,-2 0 0,0 0 0,1 1 0,-3-1 0,2 0 0,0 0 0,0 1 0,0-3 0,1 4 0,-2-5 0,2 4 0,-3-2 0,4 1 0,-2 0 0,0 0 0,1 1 0,-2-1 0,2 0 0,-3-1 0,4 2 0,-2-2 0,0 1 0,2 2 0,-2-3 0,2 3 0,-2-2 0,1 0 0,-1 1 0,2-1 0,0 0 0,0 0 0,0 1 0,0-1 0,-2 0 0,2 0 0,-2 1 0,2-1 0,2 0 0,0-1 0,3-2 0,-1-1 0,0 2 0,0-1 0,1 1 0,-1-2 0,0 0 0,0 0 0,1 0 0,-1 2 0,0-2 0,0 2 0,1-2 0,-1 0 0,0 0 0,0 0 0,1 0 0,-1 2 0,0-2 0,0 2 0,1-2 0,-1 0 0,0 0 0,0 0 0,1 2 0,-1-1 0,0 0 0,0-1 0,1 0 0,-1 0 0,0 0 0,0 0 0,1 0 0,-1 0 0,0 0 0,0 0 0,1 2 0,-1-1 0,0 1 0,0-2 0,1 0 0,-1 0 0,0 0 0,0 0 0,1 0 0,-1 0 0,2 2 0,-1-2 0,1 2 0,0-2 0,-1 0 0,1 0 0,-2 2 0,0-2 0,1 2 0,-1-2 0,2 0 0,-1 0 0,3 0 0,-3 0 0,1 0 0,-2 0 0,0 0 0,2 0 0,-1 0 0,1 0 0,-2 2 0,1-1 0,-1 0 0,0-1 0,0 0 0,1 0 0,-1 0 0,0 0 0,1 0 0,-1 0 0,0 0 0,0 0 0,2 0 0,-1 0 0,1 0 0,-1 0 0,-1 0 0,0 0 0,0 2 0,1-1 0,-1 1 0,0-2 0,0 0 0,1 0 0,-1 0 0,0 0 0,0 0 0,1 0 0,-1 0 0,0 0 0,0 0 0,2 0 0,1 0 0,2 0 0,-3 0 0,0 0 0,-1 0 0,-1 0 0,0 0 0,4 0 0,-3 2 0,3-2 0,-3 2 0,-1-2 0,0 0 0,0 0 0,1 0 0,-1 0 0,0 0 0,2 0 0,1 0 0,-1 0 0,1 0 0,-3 0 0,2 0 0,-1 2 0,1-2 0,-2 2 0,0-2 0,1 0 0,-1 0 0,0 0 0,0 0 0,1 0 0,-1 0 0,0 0 0,0 0 0,1 0 0,-1 0 0,0 0 0,0 0 0,1 0 0,-1 0 0,0 0 0,0 0 0,1 0 0,-1 0 0,0 0 0,0 0 0,1 0 0,-1 0 0,0 0 0,0 0 0,1 0 0,1 0 0,-1 0 0,1 0 0,-2 0 0,0 0 0,0 0 0,1 0 0,-1 0 0,0 0 0,0 0 0,1 0 0,-1 0 0,0 0 0,0 0 0,1 0 0,-1 0 0,0 0 0,0 0 0,1 0 0,-1 0 0,0 0 0,0 0 0,1 0 0,-1 0 0,0 2 0,1-1 0,-1 0 0,0-1 0,0 0 0,1 0 0,-1 0 0,0 0 0,0 0 0,1-1 0,-1 0 0,0-1 0,0 2 0,1 0 0,-1 0 0,0-2 0,0 2 0,1-2 0,-1 2 0,0 0 0,0 0 0,1 0 0,-1-2 0,0 2 0,0-2 0,1 2 0,-1-2 0,0 1 0,0-1 0,1 2 0,-1 0 0,0 0 0,0 0 0,1-2 0,-1 2 0,0-2 0,0 2 0,1 0 0,-1-2 0,0 2 0,0-2 0,1 2 0,-1-2 0,-2-1 0,-2-5 0,0 3 0,-2-3 0,2 4 0,0-1 0,0 1 0,0 0 0,0 0 0,0-1 0,0 1 0,0 0 0,2-1 0,-2 1 0,2 0 0,0-1 0,-2 1 0,2 0 0,-2 0 0,2-1 0,-1 1 0,2 0 0,-2-1 0,1 1 0,-2 0 0,2 0 0,-2-1 0,4 3 0,-4-4 0,2 3 0,0-1 0,-1-2 0,1 3 0,-1-3 0,0 2 0,1 0 0,-2-1 0,2 1 0,-2 0 0,2-1 0,-2 1 0,0 0 0,2 0 0,-2-1 0,2 1 0,-2 0 0,0-1 0,2 1 0,-1 0 0,1-1 0,-1 1 0,0 0 0,3 2 0,-2-2 0,0 1 0,2 1 0,-1-4 0,1 5 0,0-4 0,0 2 0,1 1 0,-1 0 0,-2 0 0,2 0 0,-2-1 0,3-1 0,-1 4 0,0-4 0,0 4 0,-1-4 0,2 3 0,-4-3 0,5 4 0,-4-4 0,3 4 0,-1-4 0,0 3 0,-2-2 0,4 2 0,-5-3 0,5 4 0,-4-4 0,2 2 0,1-1 0,-3-1 0,2 4 0,-2-4 0,2 4 0,1-4 0,-3 1 0,2 1 0,-2-2 0,2 4 0,1-4 0,-1 3 0,-2-2 0,4 2 0,-5-3 0,5 4 0,-4-4 0,2 4 0,-1-4 0,2 1 0,-2 1 0,3 0 0,-2 0 0,1 2 0,-1-4 0,0 3 0,0 0 0,1 1 0,-1-2 0,0 1 0,0-1 0,1 2 0,-1-2 0,0 2 0,0-2 0,1 2 0,-1-2 0,0 2 0,0-2 0,1 2 0,-1 0 0,0-2 0,0 1 0,1-1 0,-1 0 0,0 2 0,0 0 0,1 0 0,-1 2 0,0 0 0,0-1 0,1 1 0,-1-1 0,0 0 0,4 3 0,-3-2 0,4 0 0,-5 0 0,0-2 0,0 2 0,1-1 0,4 4 0,-1-4 0,1 5 0,-4-6 0,-2 2 0,1-2 0,0 2 0,0-1 0,1 1 0,-1-1 0,0 0 0,2 3 0,-1-4 0,1 2 0,-2-2 0,1 2 0,-1-2 0,0 2 0,0-2 0,1 2 0,-1-1 0,0 1 0,0-1 0,1 0 0,-1 1 0,2 0 0,-1-2 0,1 4 0,-2-4 0,0 2 0,1 0 0,-1-1 0,0 1 0,2-1 0,1 2 0,-1 1 0,1-2 0,-3 0 0,-2 0 0,2 1 0,-2-1 0,5 2 0,-3-4 0,1 4 0,-4-2 0,3 3 0,-1-1 0,1 0 0,0-2 0,-3 2 0,2-1 0,0-1 0,-1 2 0,2-2 0,-2 0 0,2 0 0,1 0 0,-3 1 0,2-1 0,-2 2 0,2-4 0,1 2 0,-3 2 0,0-1 0,0 1 0,-2 2 0,4-5 0,-3 4 0,2-2 0,-2 1 0,1 0 0,0 0 0,-2 1 0,4-1 0,-4 0 0,2 0 0,0 1 0,-1-1 0,0 0 0,1 0 0,-1 3 0,3-5 0,-4 4 0,2-4 0,0 3 0,-2-1 0,2 0 0,0 0 0,0 3 0,1-3 0,1 2 0,-4-1 0,4-1 0,-4 0 0,4 2 0,-3-1 0,0 1 0,1-3 0,-1 0 0,1 2 0,0-3 0,-2 4 0,4-4 0,-4 3 0,4-3 0,-3 4 0,0-3 0,1 1 0,-1 2 0,1-4 0,0 5 0,-2-3 0,2 0 0,0 0 0,-2 1 0,4-3 0,0 0 0,1-2 0,1 0 0,-2 0 0,1 0 0,3-2 0,-3 1 0,3-1 0,-4 2 0,0 0 0,1 0 0,-1-1 0,0 0 0,1-1 0,4 2 0,-3 0 0,6 0 0,-7 0 0,1 0 0,-2 0 0,0 0 0,1 0 0,-1 0 0,0-2 0,0 2 0,1-2 0,8 2 0,-6 0 0,7 0 0,-10 0 0,0 0 0,2 0 0,1-2 0,1 2 0,-1-2 0,-1 2 0,4 0 0,-2 0 0,4-2 0,-6 1 0,2-1 0,-3 2 0,1 0 0,-1 0 0,-1 0 0,0 0 0,0-2 0,6 2 0,-4-2 0,4 2 0,-6 0 0,0 0 0,1 0 0,-1 0 0,0 0 0,0 0 0,1 0 0,-1 0 0,0 0 0,8-2 0,-6 2 0,6-2 0,-8 2 0,0 0 0,1 0 0,-1 0 0,0 0 0,0 0 0,1 0 0,3 0 0,-3 0 0,3 0 0,-4 0 0,0 0 0,1 0 0,-1 0 0,0 0 0,6 0 0,-4 0 0,9 0 0,-9 0 0,4 0 0,-4 0 0,-1 0 0,1 0 0,-2 2 0,0-2 0,1 2 0,-1-2 0,0 0 0,1 0 0,-1 0 0,0 0 0,0 0 0,1 0 0,-1 0 0,0 0 0,0 0 0,1 0 0,1 0 0,-2 0 0,3 0 0,-3 0 0,0 0 0,0 0 0,1 0 0,-1 0 0,0 0 0,0 0 0,1 0 0,-1 0 0,0-2 0,0 2 0,1-2 0,-1 2 0,0 0 0,0 0 0,2 0 0,-1 0 0,1 0 0,-1-2 0,-1 1 0,0-1 0,0 2 0,1 0 0,-1 0 0,0 0 0,0 0 0,1 0 0,-1 0 0,0 0 0,0 0 0,1 0 0,-1 0 0,0 0 0,0 0 0,1 0 0,-1 0 0,0 0 0,0 0 0,1 0 0,-1 0 0,0 0 0,0 0 0,1 0 0,-1 0 0,0 0 0,0 0 0,1 0 0,-3-3 0,0 0 0,0-3 0,-2 1 0,2 1 0,-2 0 0,2-1 0,-1 1 0,0 0 0,-1-1 0,0 1 0,2 0 0,1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7:39.558"/>
    </inkml:context>
    <inkml:brush xml:id="br0">
      <inkml:brushProperty name="width" value="0.2" units="cm"/>
      <inkml:brushProperty name="height" value="1.2" units="cm"/>
      <inkml:brushProperty name="color" value="#CC0066"/>
      <inkml:brushProperty name="inkEffects" value="pencil"/>
    </inkml:brush>
  </inkml:definitions>
  <inkml:trace contextRef="#ctx0" brushRef="#br0">662 3080 16383,'-9'-4'0,"3"-2"0,2 5 0,2 0 0,-2-1 0,-1 1 0,3-3 0,-4 4 0,3-4 0,-3 4 0,2-4 0,0 3 0,-1-2 0,1 2 0,0-3 0,-1 4 0,3-4 0,-4 2 0,4-1 0,-5 1 0,3 0 0,0 2 0,1-4 0,-2 2 0,2-1 0,-3 1 0,1 0 0,3 0 0,-4 0 0,5-2 0,-4 3 0,0-1 0,2 1 0,-2 0 0,2-3 0,-1 4 0,0-2 0,-1 0 0,1 0 0,0-1 0,-2-1 0,1 4 0,-1-4 0,1 4 0,1-4 0,0 3 0,-1-1 0,1 1 0,0 0 0,0-1 0,-1 0 0,1 2 0,0-4 0,-1 3 0,1 0 0,0-1 0,0 1 0,-1-1 0,1 2 0,0-2 0,-1 2 0,1-2 0,0 2 0,-1 0 0,1 0 0,0 2 0,0-2 0,-1 4 0,1-3 0,0 2 0,-1-2 0,1 3 0,0-4 0,0 4 0,-1-4 0,3 4 0,-4-3 0,5 2 0,-5-2 0,4 3 0,0-2 0,-2 0 0,1 2 0,-1-3 0,2 2 0,-2 0 0,2-1 0,-1 2 0,-1-2 0,2 1 0,0 0 0,-2 0 0,1-1 0,1 2 0,-2-2 0,2 1 0,-1 0 0,-2 0 0,2 1 0,-3 0 0,1 1 0,1-3 0,2 2 0,-2-4 0,1 4 0,-1-4 0,0 4 0,0-3 0,1 2 0,-2 0 0,2-1 0,-2 2 0,2-4 0,0 2 0,-1 0 0,0-1 0,-1 2 0,1-2 0,0 3 0,-1-4 0,3 4 0,-4-4 0,5 4 0,-4-3 0,2 2 0,-1-2 0,2 3 0,-4-4 0,5 4 0,-5-4 0,4 4 0,-3-3 0,1 1 0,0-2 0,0 0 0,-1 0 0,3-4 0,0 1 0,2-3 0,-2 1 0,2 1 0,-2 0 0,0-1 0,1 1 0,-1 0 0,2 0 0,0-1 0,0 1 0,-2 0 0,2-1 0,-2 1 0,2 0 0,-2 0 0,2-1 0,-2 1 0,2 0 0,-2-1 0,1 1 0,0 0 0,-1 0 0,1-1 0,-3 3 0,4-4 0,-2 3 0,0-1 0,2-2 0,-4 5 0,3-4 0,-3 2 0,4-1 0,-2 0 0,2-1 0,-2 1 0,2 0 0,0-1 0,2 1 0,0 0 0,2 0 0,-1 1 0,-1-1 0,2 2 0,-2 0 0,2-2 0,-1 1 0,0 1 0,0-2 0,-1 2 0,2-1 0,-2 0 0,1 0 0,0 1 0,0-2 0,1 2 0,-2-3 0,2 3 0,-3-2 0,2 2 0,0-1 0,-1 0 0,2 0 0,-2 1 0,1-2 0,0 2 0,0-1 0,-1-1 0,2 2 0,-2 0 0,1-2 0,0 1 0,0 1 0,1 0 0,0 0 0,-1 0 0,0-1 0,-2-2 0,3 4 0,-4-5 0,-2 2 0,1-1 0,-4 1 0,4 0 0,-3 3 0,2-2 0,-2 2 0,1-3 0,-1 2 0,2-2 0,-2-1 0,-1 1 0,3 0 0,-2 1 0,4-1 0,-4 2 0,3-2 0,-2 0 0,0 1 0,1-1 0,-2 2 0,4-2 0,-4 1 0,3-2 0,-3 2 0,4-4 0,-4 3 0,4 0 0,-4 1 0,2-2 0,-1 2 0,-1-3 0,4 1 0,-4 3 0,2-6 0,-3 5 0,3-5 0,-2 6 0,4-2 0,-6-1 0,5 1 0,-5-1 0,6 2 0,-4 2 0,2-5 0,-3 4 0,1-5 0,2 3 0,-2 0 0,3-1 0,-3 3 0,2-2 0,0 2 0,-2-2 0,3-1 0,-2 3 0,2-4 0,-3 5 0,4-5 0,-4 4 0,4-2 0,-2-1 0,0-1 0,1 2 0,-3-1 0,4 1 0,-2 2 0,2-4 0,-2 1 0,2-1 0,-2 2 0,2-1 0,0 1 0,0 0 0,-2-1 0,1 1 0,-1 0 0,2 0 0,0-1 0,0 1 0,0 0 0,0-1 0,0 1 0,0 0 0,0-1 0,0 1 0,0 0 0,0 0 0,0-1 0,-1 1 0,0 0 0,-1-1 0,2-3 0,0 3 0,0-3 0,0 4 0,0-1 0,0 1 0,0 0 0,0-1 0,0 1 0,0 0 0,0 0 0,0-1 0,0 1 0,0 0 0,0-1 0,0 1 0,0-6 0,0 2 0,0-2 0,0 4 0,0 1 0,0 1 0,0 0 0,0 0 0,0-1 0,0 1 0,0 0 0,0-1 0,0 1 0,0 0 0,0 0 0,0-1 0,0 1 0,2 0 0,-1-1 0,0 1 0,-1 0 0,2 0 0,-1-1 0,1 1 0,-2 0 0,0-1 0,2 1 0,-2 0 0,2-1 0,-2 1 0,0 0 0,0 0 0,2-1 0,-2 1 0,2 0 0,0-1 0,-1 1 0,0 0 0,-1 0 0,2-1 0,-1 1 0,1 0 0,-2-1 0,0 1 0,0 0 0,2-1 0,-2 1 0,2 0 0,-2 0 0,2-1 0,-2 1 0,2 0 0,-2-1 0,0 1 0,2 0 0,-1 0 0,0-1 0,-1 1 0,0 0 0,0-1 0,2 1 0,-1 0 0,1-1 0,-2 1 0,0 0 0,2 0 0,-2-1 0,2 1 0,-2 0 0,0-1 0,2 1 0,-2 0 0,2 0 0,-2-1 0,0 1 0,0 0 0,0-1 0,0 1 0,0 0 0,0 0 0,0-1 0,0 1 0,2 0 0,-1-1 0,0 1 0,-1 0 0,0-1 0,0 1 0,0 0 0,0 0 0,0-1 0,0 1 0,0 0 0,0-1 0,2 1 0,-1 0 0,1 0 0,-2-1 0,0 1 0,0 0 0,0-1 0,0 1 0,2 0 0,-2-1 0,2 1 0,-2 0 0,0 0 0,0-1 0,0 1 0,0 0 0,0-1 0,0 1 0,0 0 0,2 0 0,-2-1 0,2 1 0,-2 0 0,0-1 0,0 1 0,0 0 0,0-1 0,2 1 0,-1 0 0,0 0 0,-1-1 0,0 1 0,0 0 0,2-1 0,-1 1 0,1 0 0,-2 0 0,0-1 0,2 1 0,-2 0 0,2-3 0,-2 3 0,2-2 0,-2 1 0,2 1 0,-2 0 0,0-1 0,2 1 0,-1 0 0,0-1 0,-1 1 0,2 0 0,-1 0 0,1-1 0,-2 1 0,0 0 0,2-1 0,-2 1 0,2 0 0,-2 0 0,0-1 0,0 1 0,2 0 0,-2-1 0,2 1 0,-2 0 0,0-1 0,0 1 0,0 0 0,0 0 0,2-1 0,-1 1 0,0 0 0,-1-1 0,0 1 0,2 0 0,-1 0 0,1-1 0,-2 1 0,0 0 0,0-1 0,0 1 0,2 0 0,-2-1 0,2 1 0,-2 0 0,2 0 0,-2-1 0,2 1 0,-2 0 0,0-1 0,2 1 0,-1 0 0,0 0 0,-1-1 0,0 1 0,2 0 0,-1-1 0,1 1 0,0 0 0,-2 0 0,2-1 0,-2 1 0,2 0 0,-2-1 0,2 1 0,-2 0 0,2-1 0,-1 1 0,1 0 0,-2 0 0,1-1 0,0 1 0,1 0 0,-2-1 0,2 1 0,-2 0 0,2 0 0,-2-1 0,0 1 0,2 0 0,-2-1 0,2 1 0,-2 0 0,2-1 0,-1 1 0,1 0 0,-2 0 0,0-1 0,1 1 0,0 0 0,1-1 0,-2 1 0,0 0 0,2 0 0,-2-1 0,2 1 0,-2 0 0,0-1 0,2 1 0,-2 0 0,2-1 0,-2 1 0,0 0 0,0 0 0,0-1 0,2 1 0,-1 0 0,1-1 0,-2 1 0,0 0 0,0 0 0,0-1 0,1 1 0,0 0 0,1-1 0,-2 1 0,0 0 0,0 0 0,0-1 0,0 1 0,0 0 0,0-1 0,0 1 0,0 0 0,2-1 0,-2 1 0,2 0 0,-2 0 0,0-1 0,0 1 0,0 0 0,2-1 0,-2 1 0,2 0 0,-2 0 0,0-1 0,0 1 0,0 0 0,2-1 0,-1 1 0,1 0 0,-2-1 0,0 1 0,1 0 0,0 0 0,3 1 0,-4-3 0,4 6 0,-4-6 0,4 3 0,-1 1 0,-1-2 0,2 2 0,-2-1 0,0 0 0,2 0 0,-1 1 0,-1-2 0,4 2 0,-5-3 0,4 3 0,-4-2 0,4 2 0,-2-1 0,1 0 0,0 2 0,-1-3 0,1 4 0,-2-4 0,4 4 0,-3-4 0,3 3 0,-2-3 0,0 4 0,1-2 0,-1 0 0,0 2 0,0-2 0,1 0 0,-1 1 0,0-1 0,0 1 0,1 0 0,-1-1 0,0 0 0,-2 0 0,2-1 0,-1 0 0,-1 0 0,2 1 0,-4-4 0,4 5 0,-4-5 0,4 4 0,-3-2 0,1 0 0,-2-1 0,0 1 0,2 0 0,-2-1 0,2 1 0,-2 0 0,0-1 0,0 1 0,0 0 0,-2 0 0,1-1 0,-2 3 0,2-4 0,-1 3 0,0-3 0,2 2 0,-4 1 0,4-2 0,-4 4 0,3-5 0,-2 4 0,2-3 0,-3 3 0,2-2 0,-1 2 0,0-1 0,2-2 0,-3 4 0,4-5 0,-4 4 0,2-3 0,-1 1 0,-1 2 0,2-2 0,-2 1 0,-1-1 0,3 0 0,-2 0 0,4-1 0,-4 3 0,2-2 0,-1 2 0,-1-3 0,2 1 0,-2 0 0,1-1 0,0 3 0,2-2 0,-3 2 0,4-2 0,-4 1 0,2-1 0,-1 2 0,-1-2 0,2-1 0,0 1 0,-2 0 0,3 0 0,-3 1 0,4-3 0,-4 5 0,4-4 0,-4 2 0,3-1 0,-1 0 0,1 0 0,0-1 0,-1 1 0,0 0 0,2-1 0,-4 1 0,4 0 0,-2-1 0,0 1 0,1 0 0,-1 0 0,0-1 0,2 1 0,-2 0 0,2-1 0,-2 1 0,2 0 0,-2 0 0,2-1 0,-2 1 0,1 0 0,-1-1 0,2 1 0,-1 0 0,0-1 0,-1 1 0,2 0 0,0 0 0,0-1 0,-2 1 0,2 0 0,-2-1 0,2 1 0,0 0 0,0 0 0,0-1 0,0 1 0,0 0 0,0-1 0,0 1 0,-2 0 0,1-1 0,0 1 0,1 0 0,0 0 0,0-1 0,0 1 0,0 0 0,0-1 0,0 1 0,0 0 0,0 0 0,0-1 0,0 1 0,0 0 0,0-1 0,0 1 0,0 0 0,0 0 0,0-1 0,0 1 0,0 0 0,0-1 0,0 1 0,0 0 0,0-1 0,0 1 0,0 0 0,0 0 0,0-1 0,0 1 0,0 0 0,-2-1 0,1 1 0,-1 0 0,2 0 0,0-1 0,0 1 0,0 0 0,0-1 0,0 1 0,0 0 0,0-1 0,-2 1 0,2 0 0,-2 0 0,2-1 0,0 1 0,0 0 0,0-1 0,0 1 0,0 0 0,0 0 0,0-1 0,0 1 0,-2 0 0,2-1 0,-2 1 0,2 0 0,0-1 0,0 1 0,0 0 0,0 0 0,0-1 0,0 1 0,0 0 0,0-1 0,0 1 0,0 0 0,0 0 0,0-1 0,0 1 0,0 0 0,0-1 0,2-1 0,-2 1 0,2-1 0,-2 2 0,0 0 0,0-1 0,0 1 0,2 0 0,-2-1 0,2 1 0,-2-2 0,0 1 0,0-1 0,0 2 0,2 1 0,-1-2 0,0 2 0,1-5 0,-1 3 0,1-1 0,-2 1 0,0 1 0,2 0 0,-2-1 0,2 1 0,-2 0 0,2 0 0,-2-1 0,4 1 0,-3 0 0,0-1 0,1 1 0,-1 0 0,1 0 0,0-1 0,-2 1 0,4 2 0,-2-4 0,1 3 0,0-1 0,-2 0 0,3 1 0,-2-1 0,2 2 0,-1-2 0,0 4 0,0-4 0,-1 1 0,2 1 0,-2-2 0,1 2 0,0-1 0,0 0 0,1 0 0,0 1 0,-1-2 0,0 2 0,0-1 0,1 1 0,0 0 0,0 2 0,-1-4 0,3 2 0,-2-1 0,1-1 0,1 4 0,-4-4 0,2 4 0,1-2 0,4-2 0,-3 3 0,4-5 0,-6 6 0,1-2 0,1 0 0,-2 2 0,3-2 0,-3 2 0,-2-2 0,6 1 0,-5-1 0,5 2 0,-4 0 0,-1-2 0,2 2 0,-2-2 0,3 2 0,-1 0 0,-1 0 0,0 0 0,0 0 0,1-2 0,-1 2 0,2-2 0,-1 2 0,1 0 0,-2 0 0,0 0 0,1 0 0,5 2 0,-5-2 0,5 2 0,-6-2 0,1 0 0,-1 0 0,0 0 0,0 0 0,1 0 0,-1 2 0,0-2 0,0 2 0,1-2 0,-1 0 0,0 2 0,0-1 0,1 0 0,-1-1 0,0 0 0,0 2 0,1-1 0,-1 1 0,0 0 0,0-2 0,-1 4 0,1-2 0,-2 1 0,0 0 0,4-2 0,-5 3 0,5-4 0,-4 4 0,0-2 0,2 3 0,-3-1 0,2-2 0,0 2 0,-1-2 0,2 1 0,-2 0 0,1 0 0,-2 1 0,3-2 0,-3 2 0,3-1 0,-4 1 0,2 0 0,-2 0 0,4-1 0,-3 2 0,2-4 0,-2 5 0,3-4 0,-4 3 0,4-3 0,-4 4 0,4-5 0,-3 4 0,0-1 0,1-1 0,-1 3 0,1-4 0,0 3 0,-2-1 0,4-2 0,-4 4 0,2-3 0,0 1 0,0 0 0,1-2 0,-1 2 0,-2 1 0,2-1 0,-2 0 0,2 0 0,-2 1 0,2-1 0,-2 0 0,2 0 0,-2 1 0,2-1 0,-1 0 0,0 0 0,-1 1 0,2-1 0,-1 0 0,1 0 0,-2 1 0,0-1 0,2 0 0,-2 0 0,2 1 0,-2-1 0,0 0 0,2 0 0,-2 1 0,2-1 0,-2 0 0,2 0 0,-1 1 0,0-1 0,-1 0 0,0 0 0,0 1 0,0-1 0,0 0 0,0 0 0,2 1 0,-1-1 0,1 0 0,-2 0 0,0 1 0,0-1 0,0 0 0,0 0 0,0 1 0,0-1 0,0 0 0,0 0 0,0 1 0,0-1 0,0 0 0,0 0 0,0 1 0,0-1 0,0 0 0,0 0 0,0 1 0,0-1 0,0 0 0,0 0 0,-2 1 0,1-1 0,-1 0 0,2 0 0,0 1 0,-1-1 0,0 0 0,-1 0 0,2 1 0,0-1 0,-2 0 0,2 0 0,-2 1 0,2-1 0,-2 0 0,1 1 0,0-1 0,-1 0 0,1 0 0,-1 1 0,0-1 0,2 0 0,-2 0 0,0 1 0,2-1 0,-4-2 0,3 4 0,-3-3 0,4 3 0,-2-2 0,0-2 0,2 4 0,-4-5 0,3 5 0,-2-4 0,2 2 0,-3 1 0,4-1 0,-2 0 0,0 0 0,2 1 0,-4-3 0,3 4 0,-3-5 0,4 4 0,-4-2 0,4 1 0,-4 0 0,3 0 0,-1 1 0,1-1 0,0 0 0,-3 0 0,4 1 0,-4-3 0,3 4 0,-2-5 0,2 4 0,-3-1 0,2-1 0,0 3 0,0-4 0,0 3 0,-1-3 0,1 2 0,-2-2 0,4 2 0,-2 1 0,2-1 0,-4 2 0,3-1 0,-5-1 0,6 0 0,-4-2 0,4 2 0,-2 1 0,0-1 0,1 0 0,-3 0 0,4 1 0,-4-1 0,4 0 0,-2 0 0,0 1 0,1-1 0,-1 0 0,1 0 0,0 1 0,-3-1 0,4 0 0,-2 0 0,2 1 0,-2 1 0,1-1 0,-2-1 0,2 0 0,-1-2 0,2 4 0,0-1 0,-2-1 0,2 0 0,-2-2 0,2 4 0,-2-3 0,2 3 0,-2-4 0,2 2 0,0 1 0,0-1 0,-2 0 0,1 0 0,-1 1 0,2-1 0,0 0 0,0 0 0,0 1 0,0-1 0,0 0 0,0 0 0,0 3 0,0-1 0,0 3 0,0-3 0,0 0 0,-1-3 0,0 1 0,-1 0 0,0 1 0,2 1 0,-2-2 0,0-2 0,1 4 0,-2-3 0,2 3 0,-1-2 0,0-1 0,9 0 0,-5-2 0,8 1 0,-6-2 0,1 0 0,-1 0 0,0 0 0,0 2 0,1-2 0,-1 2 0,0 0 0,-1 0 0,-2 3 0,-1-1 0,-1 0 0,0 0 0,-1 1 0,2-1 0,-2 0 0,2 0 0,-2 1 0,2-1 0,0 0 0,0 0 0,0 1 0,0-1 0,0 0 0,0 0 0,0 1 0,0-1 0,0 0 0,0 0 0,0 1 0,0-1 0,0 0 0,0 0 0,0 1 0,0-1 0,0 0 0,0 0 0,0 1 0,0-1 0,0 0 0,0 0 0,0 1 0,0-1 0,0 0 0,0 0 0,0 1 0,0-1 0,0 0 0,0 0 0,0 1 0,0-1 0,0 0 0,0 0 0,0 1 0,0-1 0,0 0 0,0 0 0,0 1 0,0-1 0,0 0 0,0 0 0,0 1 0,0-1 0,0 0 0,0 0 0,0 1 0,0-1 0,0 0 0,0 0 0,0 1 0,0-1 0,0 0 0,0 0 0,0 1 0,0-1 0,0 0 0,0 0 0,0 1 0,2-1 0,-2 0 0,2 0 0,-2 1 0,0-1 0,0 0 0,0 0 0,0 1 0,0-1 0,2 0 0,-1 0 0,0 1 0,-1-1 0,0 0 0,0 0 0,0 1 0,0-1 0,2 2 0,-1-1 0,1 1 0,-2-2 0,0 0 0,0 1 0,0-1 0,2 0 0,-2 0 0,2 1 0,0-1 0,-2 0 0,2 1 0,-2-1 0,0 0 0,0 0 0,0 1 0,2-1 0,-1 0 0,0 0 0,-1 1 0,0-1 0,2 0 0,-1 0 0,1 1 0,-2-1 0,2 0 0,-2 0 0,2 2 0,-2-1 0,0 1 0,2-1 0,-2-1 0,2 0 0,-2 0 0,0 1 0,0-1 0,0 0 0,2 0 0,-1 1 0,0-1 0,-1 0 0,0 0 0,0 1 0,2-1 0,-1 0 0,1 0 0,-2 1 0,0-1 0,0 0 0,2 0 0,-2 1 0,2-1 0,-2 0 0,0 0 0,0 1 0,0-1 0,2 0 0,-2 0 0,2 1 0,-2-1 0,2 0 0,-1 0 0,0 1 0,-1-1 0,0 0 0,2 0 0,-1 1 0,1-1 0,-2 0 0,0 0 0,2 1 0,-2-1 0,2 0 0,0 0 0,-2 1 0,2-1 0,-2 0 0,0 0 0,2 1 0,-1-1 0,0 0 0,-1 0 0,2 1 0,-1-1 0,1 0 0,-2 0 0,0 1 0,2-1 0,-2 0 0,2 0 0,-2 1 0,0-1 0,0 0 0,2 0 0,-2 1 0,2-1 0,-2 0 0,0 0 0,2 1 0,-1-1 0,0 0 0,-1 0 0,0 1 0,0-1 0,0 0 0,0 0 0,2 1 0,-1-1 0,1 0 0,-2 0 0,0 1 0,2-1 0,-2 0 0,2 0 0,-2 1 0,2 1 0,-2-1 0,2 1 0,-2-2 0,0 0 0,0 0 0,2 1 0,-1-1 0,0 0 0,1 2 0,-1-1 0,1 1 0,-2-1 0,0-1 0,0 0 0,0 0 0,0 1 0,2-1 0,-2 4 0,2-3 0,-2 3 0,0-4 0,2-1 0,-2 2 0,2-2 0,0 7 0,-1-5 0,0 3 0,-1-3 0,0-1 0,0 0 0,0 0 0,0 2 0,2-3 0,-1 3 0,1-4 0,-2 3 0,0-1 0,0 0 0,0 0 0,2 2 0,-2-1 0,2 1 0,-2-1 0,0-1 0,0 2 0,0-1 0,0 1 0,2-2 0,-2 0 0,2 1 0,-2-1 0,0 0 0,0 0 0,0 1 0,0-1 0,0 0 0,0 0 0,0 1 0,0-1 0,0 0 0,0 0 0,0 1 0,0-1 0,0 0 0,0 0 0,0 1 0,0-1 0,0 0 0,0 0 0,0 1 0,2-1 0,-1 0 0,0 0 0,-1 1 0,0-1 0,0 0 0,0 0 0,0 1 0,0-1 0,0 0 0,2 0 0,-1 1 0,1-1 0,-2 0 0,0 0 0,0 1 0,0-1 0,0 0 0,2 0 0,-2 1 0,2-1 0,-2 0 0,0 0 0,0 1 0,0-1 0,2 0 0,-2 0 0,2 1 0,-2-1 0,0 0 0,0 0 0,0 1 0,0-1 0,0 0 0,0 0 0,0 1 0,0-1 0,0 0 0,2 0 0,-1 1 0,0-1 0,-1 0 0,0 1 0,0-1 0,0 0 0,0 0 0,0 1 0,0-1 0,0 0 0,2 0 0,-1 1 0,1-1 0,-2 0 0,0 0 0,0 1 0,0-1 0,0 0 0,0 0 0,0 1 0,0-1 0,0 0 0,-2 0 0,1 1 0,-1-1 0,2 0 0,-1 0 0,0 1 0,-1-1 0,2 0 0,0 0 0,-2 1 0,2-1 0,-2 0 0,2 0 0,0 1 0,-2-1 0,1 0 0,0 0 0,1 1 0,-2-1 0,1 0 0,-1 0 0,2 1 0,0-1 0,-2 0 0,2 0 0,-2 1 0,0-1 0,2 0 0,-2 0 0,2 1 0,-2-1 0,1 0 0,-1 0 0,2 1 0,-2-1 0,2 0 0,-2 0 0,0 1 0,2-1 0,-2 0 0,0 0 0,1 1 0,0-1 0,-1 0 0,1 0 0,-1 1 0,0-1 0,2 0 0,-4 0 0,4 1 0,-2-1 0,0 0 0,1 0 0,-1 1 0,0-1 0,2 0 0,-4-1 0,4 2 0,-2-2 0,0 1 0,1 2 0,-1-3 0,1 1 0,0 2 0,-3-5 0,4 4 0,-4-2 0,3 1 0,0 0 0,1 0 0,-2 1 0,1-1 0,-3-2 0,2 2 0,0-2 0,-2 1 0,-1-1 0,3 0 0,-4-2 0,4 4 0,-1-2 0,-1 1 0,2 0 0,0 0 0,-2-1 0,1 2 0,-1-4 0,0 2 0,-1-2 0,3 4 0,0-1 0,2 3 0,2-2 0,0-1 0,3-2 0,-1 1 0,-2 1 0,2-1 0,-2 2 0,3-2 0,-1 1 0,-2 0 0,2-2 0,-2 3 0,3-4 0,-1 2 0,0 0 0,0-2 0,-1 4 0,2-3 0,-4 2 0,5-2 0,-4 3 0,3-4 0,-3 4 0,2-2 0,-4 3 0,2-1 0,-2 0 0,0 0 0,0 1 0,0-1 0,0 0 0,0 0 0,2 6 0,-1-4 0,0 4 0,-1-6 0,0 0 0,0 1 0,0-1 0,2 0 0,-1 0 0,1 1 0,-2-1 0,0 0 0,0 0 0,2 1 0,-2-1 0,2 0 0,-2 0 0,0 1 0,0-1 0,2 0 0,-2 0 0,2 1 0,-2-1 0,0 0 0,0 0 0,0 1 0,2-1 0,-1 0 0,0 0 0,-1 1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49:18.941"/>
    </inkml:context>
    <inkml:brush xml:id="br0">
      <inkml:brushProperty name="width" value="0.2" units="cm"/>
      <inkml:brushProperty name="height" value="0.4" units="cm"/>
      <inkml:brushProperty name="color" value="#A9D8FF"/>
      <inkml:brushProperty name="tip" value="rectangle"/>
      <inkml:brushProperty name="rasterOp" value="maskPen"/>
    </inkml:brush>
  </inkml:definitions>
  <inkml:trace contextRef="#ctx0" brushRef="#br0">187 1186,'-8'-17,"2"2,6 11,0-3,0-2,0-5,0 4,-2-15,1 17,-1-26,2 25,4-32,-3 32,5-32,-5 32,1-30,-2 30,0-34,0 34,0-30,0 31,0-27,0 26,-2-30,1 30,-3-32,4 32,-4-34,3 34,-5-34,5 34,-5-30,6 30,-6-27,5 27,-5-20,5 23,-7-13,6 13,-10-9,11 10,-13-6,12 6,-8 1,7 18,0-8,1 12,-2 10,3-17,-9 41,9-41,-13 47,12-46,-10 51,11-52,-6 46,5-47,-3 37,1-38,-1 27,3-28,0 25,2-25,0 26,0-25,0 29,0-29,-2 26,1-28,-3 22,4-22,-4 22,3-22,-1 24,2-23,2 28,-1-27,7 22,-7-25,11 15,-8-15,6 11,-5-12,2 4,-3-5,3 1,-2-19,-1 10,-2-14,-2 5,0 6,0-23,0 20,-2-41,2 40,-6-48,5 48,-5-44,5 44,-1-54,2 51,2-23,0-1,-1 25,11-56,-8 57,8-43,-9 45,9-39,-10 39,10-39,-11 39,3-39,-4 39,-2-33,2 35,-4-17,3 19,-3-13,4 13,-6-17,5 16,-7-16,5 17,-4-13,3 15,-1-10,3 10,-3-8,5 6,-6-6,5 6,-5-13,5 12,-1-11,2 12,0-11,0 11,0-15,0 15,0-15,0 14,0-13,0 13,0-2,4 28,-1-10,2 13,1-7,-5-8,7 23,-7-21,7 29,-7-29,3 14,-4-19,4 19,-3-14,9 45,-9-41,5 23,4-9,-7-17,13 30,-9-16,1-1,0 9,-8-24,6 20,-5-20,3 22,-4-22,2 17,-1-19,1 20,-2-17,-2 27,1-27,-1 33,2-32,-2 49,2-45,-4 45,3-47,-5 41,5-42,-5 37,6-39,-4 24,1-28,0 9,-3-36,3 16,-1-18,2 19,2 1,-6-25,4 18,-8-44,9 42,-5-50,6 48,-1-23,0-1,1 24,0-26,2-1,-2 26,3-24,0 0,-2 25,7-46,-7 51,9-37,-8 37,10-35,-11 36,9-26,-9 28,3-22,-4 21,0-12,0 14,-2-8,2 7,-6-7,4 8,-2-6,4 6,0-4,0 2,0 1,2-1,1 1,1 0,3 0,-2 3,3 1,-1-1,0 3,10-3,-10 4,27-4,-24 3,42-1,-40 2,54 0,-51 0,56 0,-56 0,49 2,-52-1,50 1,-50 0,51-2,-52 2,56-2,-52 0,58 0,-58 0,57 0,-59 0,60-2,-60 2,57-6,-57 5,24-4,0 0,-23 3,53-6,-57 8,39-4,-40 3,42-1,-40 2,47 0,-46 0,46-2,-47 2,20-2,-23 2,0 0,1 0,-1 0,-1-3,10 3,-8-2,42-2,-38 3,56-5,-58 5,44-3,-45 4,34-4,-35 3,40-3,-38 2,51-3,-49 3,53-2,-54 3,53-1,-53 2,46-4,-45 3,34-7,-34 7,32-7,-33 7,36-3,-38 4,35 0,-36 0,19 0,-22 0,11-2,-11 1,10-1,-12 0,6 2,-30-4,15 3,-17-1,5 2,9-2,-40 2,35-2,-27 1,-1 2,25-1,-33 1,-1 2,31-2,-34 2,0 0,32-3,-32 3,1 0,33-2,-36 3,0 0,37-3,-32 3,1 0,35-3,-30 2,0 0,29-2,-54 3,59-4,-47 2,45-2,-43 2,45-1,-22-1,25-1,-6-1,37 4,-18-1,23 3,-7-4,-11 4,60-1,-52-1,31 1,0-2,-31 0,33 1,2 0,-33-2,35 3,-2 0,-34-2,31 3,0 0,-33-3,33 2,0 0,-32-2,31 0,-1 0,-33-1,29 0,0 0,-30 0,27 0,-1 0,-28 0,28 0,1 0,-27 0,27 0,0 0,-28 0,25 0,-1 0,-25 0,51 0,-53 0,42 2,-43-2,38 4,-38-3,39 1,-39-2,16 0,-21 2,-1-2,17 2,-13-2,13 0,1 0,-13 0,40 0,-38 0,47 0,-46 0,44 0,-45 0,43 0,-43 0,40-2,-42 2,40-4,-39 3,41-3,-41 3,38-1,-38 2,43-2,-42 2,47-4,-46 3,52-1,-51 0,53 0,-54-1,51-1,-52 4,54-4,-53 3,57-1,-55 2,24-1,1 0,-22 1,26-2,0 0,-28 1,30 0,1 0,-31 1,26-1,-1 0,-28 1,27-2,1 0,-25 1,26-1,0 0,-25 2,22-3,1 1,-24 2,56-2,-59 2,46-2,-47 1,49-1,-45 2,60 0,-57 0,55 0,-59 0,52 0,-53 0,49 0,-51 0,44 0,-45 0,41 0,-41 0,36 0,-36 0,32 0,-33 0,34 0,-34 0,41 0,-39 0,44 2,-45-1,47 3,-46-4,58 2,-56-2,28 0,1 0,-27 0,28 0,0 0,-28 0,28 0,0 0,-26 0,27 1,-1 0,-26 0,25 0,-2 0,-26-1,26 0,1 0,-25 0,23-1,1 0,-25 0,56-1,-59 2,44 2,-46-1,17 1,-7 0,-11-2,33 2,-32-2,39 0,-39 0,32 0,-33 0,25 0,-18 0,5 0,5 0,-18 0,23 0,-24 0,16 0,-17 0,10 0,-10 0,9 0,-10 0,8 0,-8 0,4 0,-3 6,-1-2,0 6,-1-5,-4 4,4-2,-3 2,3-2,-4 1,2-1,0 2,-1-2,7 10,-7-10,9 15,-9-15,7 13,-7-13,7 13,-7-13,3 15,-4-15,0 18,0-18,0 19,0-18,0 20,0-20,2 20,-1-20,3 20,-4-20,4 18,-3-19,1 18,-2-18,-2 15,1-15,-1 17,2-16,0 20,0-20,0 22,0-22,2 21,-1-22,1 13,-2-14,0 11,0-11,0 12,0-11,0 9,2-12,-2 10,2-10,-4 14,2-11,-4 11,3-12,-3 13,4-13,-4 13,3-13,-1 16,2-14,2 22,-1-22,1 23,-2-24,0 20,0-20,-2 15,1-15,1 11,1-12,1 5,0-5,-2 1,2 2,-4 0,2-2,-5 2,3-2,-3 0,3 1,-2-1,3 0,-9-2,4-7,-3-1,1-4,5 1,-4 0,-7-14,7 12,-16-27,16 28,-9-23,12 25,-10-24,12 21,-12-23,12 24,-12-20,12 20,-10-18,11 18,-7-18,7 18,-5-19,6 18,-2-21,0 24,1-30,-1 28,0-19,1 20,-1-15,2 14,-2-24,2 23,-4-23,3 24,-5-26,5 24,-7-24,7 26,-5-24,6 23,-6-23,5 24,-5-24,3 25,-2-31,3 30,-4-28,5 28,-5-22,5 22,-3-22,4 21,-6-19,5 20,-7-13,7 14,-3-9,2 11,1-6,-1 3,2 0,0-4,0 4,0 0,0-4,2 6,-3-6,-8 8,2-1,-5 4,3 0,4 0,-8 0,7 0,-8 0,8 0,-9 0,10 0,-4 2,4 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49:21.217"/>
    </inkml:context>
    <inkml:brush xml:id="br0">
      <inkml:brushProperty name="width" value="0.2" units="cm"/>
      <inkml:brushProperty name="height" value="0.4" units="cm"/>
      <inkml:brushProperty name="color" value="#A9D8FF"/>
      <inkml:brushProperty name="tip" value="rectangle"/>
      <inkml:brushProperty name="rasterOp" value="maskPen"/>
    </inkml:brush>
  </inkml:definitions>
  <inkml:trace contextRef="#ctx0" brushRef="#br0">246 844,'-15'15,"3"-5,7-8,1 0,-7 1,7 1,-8 1,7-1,-2-1,-8 7,9-8,-11 10,11-11,-2 3,1-14,4 5,-1-7,2 5,2 2,-6-12,5 10,-10-26,10 24,-11-38,10 37,-6-45,8 44,-2-46,2 46,2-51,-2 48,6-47,-5 48,11-48,-10 49,10-47,-11 48,7-40,-7 41,3-29,-4 31,0-14,0 16,0-1,-4 26,3-10,-3 13,4-17,-6 23,5-17,-12 47,12-46,-13 61,10-57,-5 26,1 1,4-24,-6 50,9-57,-3 34,4-36,-4 28,3-30,-3 20,4-21,-4 14,3-15,-1 16,2-14,0 14,0-16,0 5,0-3,0-2,0 4,-2-3,2 0,-4 2,3-2,-1 2,2 0,2-2,7-3,-3 0,4-1,-3 1,-2-1,5-1,-2-6,-1 1,-1-6,-4 4,1-3,1 1,0-15,-1 12,5-31,-7 31,5-37,-5 38,3-38,-4 37,2-39,-2 39,-2-43,2 42,-4-40,3 41,-1-33,2 34,-2-34,2 34,-2-32,2 32,-2-30,1 30,-1-26,2 28,0-26,0 24,0-29,0 28,0-30,0 30,0-24,0 26,0-15,0 17,0-8,0 8,0-4,0 2,0-1,0 0,0 2,0-1,-2 1,-1-2</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7:48.195"/>
    </inkml:context>
    <inkml:brush xml:id="br0">
      <inkml:brushProperty name="width" value="0.2" units="cm"/>
      <inkml:brushProperty name="height" value="1.2" units="cm"/>
      <inkml:brushProperty name="color" value="#CC0066"/>
      <inkml:brushProperty name="inkEffects" value="pencil"/>
    </inkml:brush>
  </inkml:definitions>
  <inkml:trace contextRef="#ctx0" brushRef="#br0">2615 1808 16383,'-11'0'0,"1"0"0,5 0 0,3 1 0,-4 0 0,3 1 0,-3-2 0,2 2 0,0-2 0,-1 2 0,1-2 0,0 2 0,-1-2 0,1 2 0,0 0 0,0-1 0,-1 1 0,1-1 0,0 0 0,-1 3 0,1-4 0,0 2 0,-1 0 0,1-2 0,0 2 0,0 0 0,-1-1 0,1 1 0,0-1 0,-1 0 0,1 1 0,0 0 0,0-2 0,-1 4 0,1-4 0,0 4 0,-1-3 0,1 2 0,0-2 0,-1 1 0,1 0 0,0 0 0,0 0 0,-1 2 0,1-3 0,0 1 0,-1-1 0,1 0 0,2 3 0,-4-4 0,5 4 0,-5-4 0,4 4 0,-2-3 0,1 2 0,-1 0 0,2-1 0,0 2 0,-2-2 0,1 1 0,1 0 0,-2 0 0,4 1 0,-4 0 0,4 1 0,-4-3 0,1 4 0,-1-5 0,2 4 0,-2-2 0,3 1 0,-2 0 0,2 0 0,-3-1 0,2 1 0,-1-2 0,0 0 0,0 2 0,1-2 0,0 3 0,0-1 0,2 0 0,-4-2 0,3 4 0,-3-3 0,2 1 0,0 0 0,0-2 0,2 3 0,-2-1 0,1 0 0,-2-1 0,2 2 0,-1-2 0,0 1 0,2 2 0,-4-5 0,4 5 0,-2-2 0,0-1 0,1 2 0,-1-2 0,0 1 0,2 0 0,-2 0 0,2 1 0,-2-1 0,2 0 0,-2 0 0,2 1 0,0-1 0,0 0 0,-2 0 0,1 1 0,-1-1 0,2 0 0,-1 0 0,0 1 0,-1-1 0,0 0 0,2 0 0,-4-1 0,3 3 0,0-4 0,-1 3 0,1 0 0,-1-2 0,0 1 0,2 2 0,-2-3 0,-4-10 0,3 6 0,-3-13 0,2 12 0,2-2 0,-1-1 0,-1 3 0,4-2 0,-4 2 0,2-1 0,-3 0 0,1 2 0,2-3 0,-4 4 0,5-4 0,-5 4 0,4-4 0,-2 3 0,1-3 0,-3 2 0,4 0 0,-5 0 0,5 0 0,-2 1 0,0-1 0,-1 2 0,1-1 0,2-4 0,2 0 0,-2 1 0,2 0 0,-2 2 0,2-4 0,0 1 0,0-1 0,0 1 0,0-1 0,0 2 0,-2-3 0,1 3 0,-1 0 0,2-1 0,0 1 0,0 0 0,0 0 0,0-1 0,0 1 0,-2 0 0,2-1 0,-4 3 0,2-2 0,-3 4 0,1-2 0,0 4 0,-4 0 0,3 0 0,-4 0 0,5-2 0,0 0 0,0 0 0,-1 2 0,1-1 0,0 1 0,-1-2 0,1 0 0,0 0 0,0 1 0,-1 0 0,1 1 0,0-2 0,-1 0 0,1 0 0,0 0 0,-1 0 0,1-2 0,0 1 0,0 0 0,-1 1 0,1-2 0,0 1 0,-1-1 0,1 0 0,0 2 0,0-2 0,-1 0 0,1 2 0,0-2 0,-1 2 0,1 0 0,0-2 0,-1 1 0,3-3 0,-4 4 0,4-2 0,-5 2 0,3-2 0,0 2 0,-1-2 0,1 0 0,0 1 0,0-1 0,-1 1 0,-1 0 0,3-3 0,-3 4 0,4-2 0,-2 2 0,-1 0 0,1-2 0,0 1 0,0 0 0,-1-1 0,1 1 0,0-1 0,-1 0 0,1 2 0,0-2 0,0 0 0,-1 2 0,1-2 0,0 0 0,-1 1 0,1-2 0,0 2 0,0-3 0,-1 4 0,1-2 0,0 0 0,-1 1 0,1 0 0,0-1 0,-1 1 0,3-3 0,-4 4 0,3-4 0,-3 4 0,2-4 0,0 3 0,-1-1 0,1 0 0,0 0 0,0 0 0,1-2 0,-1 3 0,2-2 0,-2 0 0,-1 1 0,1 0 0,2 0 0,-2 0 0,1-1 0,1-1 0,-4 4 0,5-4 0,-4 4 0,2-4 0,-1 3 0,0-2 0,-1 0 0,1 1 0,0 0 0,1 0 0,0 0 0,0-1 0,-1-1 0,0 4 0,-1-2 0,1 0 0,2 0 0,-2-1 0,1-1 0,-1 4 0,2-4 0,-4 2 0,5-3 0,-5 3 0,6-2 0,-4 4 0,2-6 0,-1 3 0,0-1 0,2 0 0,-3 2 0,4-3 0,-4 1 0,2 0 0,-1 0 0,-1 1 0,4-1 0,-4 2 0,4-2 0,-4 1 0,1-1 0,1 2 0,-2-2 0,4 0 0,-4 1 0,2-1 0,-1 2 0,-1 0 0,2-4 0,-2 3 0,1-3 0,-1 1 0,4 1 0,-4 2 0,2-4 0,-3 5 0,3-5 0,0 4 0,0 0 0,2-4 0,-4 5 0,3-5 0,-2 4 0,2-2 0,-3 1 0,2-1 0,0 2 0,-2 0 0,1-4 0,1 3 0,-2-1 0,4 0 0,-4 1 0,2 1 0,-1-2 0,-1 2 0,2 0 0,0-2 0,-2 1 0,1-1 0,1 0 0,-2 1 0,4 0 0,-4 0 0,3-1 0,-2 1 0,2-2 0,-3 4 0,4-5 0,-4 4 0,4-3 0,-4 3 0,1-4 0,1 3 0,-2-1 0,4 0 0,-4 2 0,3-2 0,-2 1 0,0-1 0,1 2 0,0-2 0,0-1 0,1 1 0,-2 2 0,2-4 0,-3 5 0,4-5 0,-4 4 0,2-2 0,-1-1 0,-1 3 0,4-2 0,-4 2 0,4-2 0,-4-1 0,1 3 0,1-2 0,-2 2 0,2-3 0,0 1 0,-2 0 0,3-1 0,-3 3 0,2-2 0,0 2 0,-2-2 0,3-1 0,-2 3 0,0-4 0,-1 3 0,1-3 0,2 2 0,-1 1 0,-1 0 0,-1-2 0,2 1 0,-2-1 0,3 1 0,-3 2 0,4-2 0,-4 1 0,2-2 0,-1 2 0,0-3 0,2 1 0,-3 1 0,2 2 0,0-2 0,-2 1 0,3-1 0,-3 2 0,2-4 0,0 3 0,-2-1 0,3 0 0,-2 2 0,0-3 0,-1 1 0,1 0 0,2-1 0,-1 3 0,-1-4 0,1 4 0,-2-3 0,4 1 0,-2 2 0,0-2 0,-1-2 0,-1 3 0,2-3 0,0 4 0,0-1 0,0-1 0,-3 0 0,1-1 0,2-1 0,-2 4 0,3-2 0,-3 2 0,2-3 0,-2 3 0,1-2 0,1 2 0,-1-3 0,2 1 0,-7-2 0,5 1 0,-3-1 0,2 2 0,-1-1 0,1 1 0,2 0 0,-2 1 0,3 0 0,-4 0 0,2-1 0,-1 0 0,0 1 0,1-1 0,1 2 0,-2 0 0,2-2 0,-1 1 0,0-1 0,0 0 0,-1-1 0,-2 1 0,3 0 0,-1 0 0,2 1 0,0-1 0,-1 2 0,0 0 0,0-2 0,1 1 0,-2 1 0,2-2 0,-1 2 0,-1-1 0,2-2 0,-2 4 0,-1-3 0,3 2 0,-2 0 0,2-3 0,-2 3 0,1-2 0,1 2 0,0-3 0,0 3 0,0-2 0,-2 2 0,1-2 0,1-1 0,-2 3 0,2-2 0,-3 4 0,3-4 0,-2 1 0,2-1 0,-2 0 0,-1 0 0,1 1 0,2-1 0,-2 4 0,1-4 0,-1 2 0,0-1 0,1-1 0,0 4 0,0-4 0,-1 4 0,2-4 0,-2 2 0,1-1 0,-1-1 0,0 4 0,1-4 0,0 2 0,0-1 0,-1-1 0,0 4 0,1-4 0,-1 2 0,2-1 0,-2 0 0,-1 2 0,3-3 0,-4 2 0,3-2 0,-3 1 0,4-1 0,-2 4 0,2-4 0,-3 4 0,3-4 0,-4 1 0,3 1 0,-3 0 0,4 0 0,-2 2 0,2-4 0,-3 3 0,3-2 0,-4 0 0,3 1 0,-3 0 0,4 0 0,-2 2 0,2-4 0,-3 3 0,3-3 0,-4 4 0,5-4 0,-5 4 0,4-4 0,-2 3 0,0-1 0,-1 1 0,3-2 0,-2 1 0,2-2 0,-3 4 0,1-4 0,0 3 0,1-3 0,-2 4 0,4-4 0,-5 4 0,2-2 0,1 0 0,-3 1 0,4-1 0,-3 1 0,1 0 0,0-1 0,0 0 0,-1 2 0,1-2 0,0 0 0,-1 1 0,1 0 0,0 1 0,1-4 0,1 1 0,2-3 0,0 1 0,-1 3 0,0-4 0,-1 3 0,2-3 0,2 2 0,-1 0 0,0-1 0,-1 1 0,2 0 0,-1-1 0,1 1 0,0 0 0,0 1 0,0 0 0,2 0 0,-3-1 0,0 0 0,-1-1 0,0 1 0,-3 0 0,0 1 0,-3 2 0,3-1 0,-1 1 0,2-3 0,-2 4 0,-1-4 0,1 4 0,0-2 0,0 0 0,-3 1 0,4-3 0,-2 4 0,2-2 0,-3 0 0,1 2 0,-1-2 0,4 0 0,-2 1 0,0-1 0,-1 2 0,1-1 0,0 0 0,1-1 0,-3 2 0,0-2 0,-1 2 0,1-2 0,3 0 0,-1 1 0,0 0 0,-1 1 0,-3-2 0,4 1 0,-3-1 0,5 0 0,-2 2 0,0-2 0,-1 2 0,-3-2 0,3 2 0,-1-2 0,4 0 0,-2 1 0,-4-3 0,2 4 0,-4-4 0,6 4 0,-3-4 0,3 3 0,-3 0 0,5-1 0,-2 1 0,0-3 0,-1 4 0,-1-2 0,2 2 0,1-2 0,-4 0 0,3-1 0,-4 1 0,4 2 0,2-2 0,-8 0 0,6 0 0,-6-2 0,6 3 0,0-2 0,-1 2 0,3-3 0,-4 4 0,5-4 0,-5 4 0,4-4 0,-2 3 0,0-1 0,-1 0 0,3 0 0,-2 0 0,2-2 0,-3 3 0,3-2 0,-4 2 0,5-3 0,-4 4 0,2-4 0,-1 3 0,2-2 0,-2 0 0,1 1 0,-1 0 0,0 0 0,1 0 0,0-1 0,0-1 0,-1 4 0,1-4 0,0 2 0,0-1 0,1 0 0,-2 0 0,2 1 0,-3-2 0,1 4 0,2-4 0,-2 1 0,1 1 0,-1-2 0,0 4 0,2-4 0,-2 1 0,1 1 0,-1 0 0,0 0 0,-1 2 0,3-4 0,-4 2 0,3-1 0,-3-1 0,2 4 0,0-2 0,-3-2 0,3 1 0,-2-1 0,1 2 0,3 0 0,-4 2 0,5-4 0,-5 3 0,4-2 0,-2 2 0,-1-1 0,1 0 0,0 2 0,1-4 0,0 2 0,0-3 0,1 1 0,-2 2 0,4-2 0,-4 1 0,1-1 0,1 0 0,-2 1 0,4 0 0,-4 0 0,2-1 0,-1 0 0,-1 1 0,4-1 0,-4 2 0,2-2 0,-1 0 0,-1 1 0,4-1 0,-4 2 0,2 0 0,-1-2 0,0 1 0,2-1 0,-1 0 0,0-1 0,0 1 0,0 0 0,0 0 0,2-1 0,-2 1 0,1 0 0,-1-1 0,0 1 0,2 0 0,-2 0 0,2-1 0,0 1 0,-2 0 0,2-3 0,-2 3 0,0-1 0,1 2 0,-1 0 0,2-3 0,-1 1 0,0-1 0,-1 2 0,2-1 0,0 1 0,-2 0 0,2 0 0,-2-1 0,0 1 0,1 0 0,-2 1 0,2-2 0,-3 4 0,4-5 0,-2 2 0,0 1 0,2-3 0,-2 4 0,2-3 0,0 1 0,0 0 0,0-1 0,-2 1 0,1 0 0,-1 0 0,2-1 0,0 1 0,0-2 0,0 1 0,0-1 0,0 2 0,0-1 0,0 1 0,2 0 0,-1-1 0,1 1 0,0 0 0,-2-1 0,2 1 0,-2 0 0,2 0 0,-2-1 0,2 1 0,-2 0 0,2-1 0,-2 1 0,4 0 0,-3 0 0,1-1 0,0 1 0,-2 0 0,2-1 0,0 1 0,-2 0 0,4 1 0,-4-2 0,2 2 0,0-1 0,-1-2 0,3 5 0,-4-5 0,4 4 0,-4-3 0,2 1 0,0 0 0,-1 0 0,2 1 0,-2-3 0,3 5 0,-4-4 0,4 2 0,-2 1 0,2 0 0,1 0 0,-1 2 0,0-2 0,0 0 0,1 1 0,-1 0 0,0 1 0,0-2 0,1 1 0,-1-1 0,0 2 0,0 0 0,1-2 0,-1 2 0,0-2 0,0 2 0,1 0 0,-1 0 0,0 0 0,0 0 0,1 0 0,-1 0 0,0-2 0,0 2 0,1-2 0,-1 2 0,0 0 0,0 0 0,1 0 0,-1 0 0,0 2 0,0-2 0,1 2 0,-1-2 0,0 0 0,0 0 0,1 0 0,-1 0 0,0 0 0,0 2 0,1-2 0,-1 2 0,0-2 0,1 0 0,-1 2 0,0-2 0,-2 4 0,4-3 0,-5 3 0,5-4 0,-2 4 0,1-4 0,1 2 0,-4 0 0,2-1 0,2 2 0,-1 0 0,3-1 0,-3 0 0,-3 0 0,5 0 0,-3 1 0,4-2 0,-6 1 0,2-1 0,-2 3 0,3-4 0,-1 2 0,0-2 0,0 2 0,1-2 0,-3 4 0,5-2 0,-3 1 0,2 1 0,-2-4 0,-2 2 0,2 0 0,1-2 0,-1 4 0,0-3 0,-2 2 0,2 0 0,-1-1 0,1 0 0,0 2 0,0-1 0,-1 3 0,0-4 0,0 2 0,1-4 0,-2 4 0,2-2 0,-1 1 0,-1 1 0,2-2 0,-2 0 0,2 2 0,1-3 0,-1 4 0,0-4 0,0 5 0,-1-4 0,1 1 0,-2 0 0,2-2 0,-2 3 0,4-2 0,-3 0 0,1 2 0,0-3 0,-2 2 0,1 0 0,1-1 0,-2 2 0,2-4 0,-1 4 0,0-2 0,0 1 0,1-1 0,0 2 0,0-4 0,-1 6 0,1-5 0,-2 2 0,0 0 0,2-1 0,-2 4 0,3-3 0,-1 1 0,-2 0 0,2-4 0,-2 4 0,1-2 0,1 1 0,-2 0 0,2 0 0,0-1 0,-1 2 0,1-4 0,-2 4 0,0-1 0,2-1 0,-2 2 0,3-4 0,-3 4 0,2-2 0,-2 1 0,2-1 0,1-1 0,-3 2 0,2-1 0,-2 2 0,2-4 0,-1 4 0,2-1 0,-2 1 0,3 0 0,-1-2 0,-1 2 0,-2-1 0,2-1 0,-2 2 0,3-4 0,-3 4 0,2-2 0,-4 3 0,4-3 0,-3 4 0,2-5 0,0 2 0,1 1 0,-2-1 0,2 1 0,-3 0 0,2-2 0,0 1 0,-1 0 0,2 0 0,-2 1 0,3-2 0,-3 2 0,2-3 0,-4 4 0,4-4 0,-4 5 0,4-4 0,-1 1 0,-1 0 0,2 0 0,-4 1 0,4-2 0,-4 4 0,4-5 0,-3 5 0,2-4 0,-2 2 0,1 1 0,0-1 0,-2 0 0,2 0 0,0 1 0,-2-1 0,4-2 0,-3 4 0,1-3 0,-1 1 0,0 2 0,3-4 0,-4 5 0,2-3 0,0-2 0,-2 4 0,4-3 0,-3 3 0,2-2 0,-2 0 0,1 1 0,0-1 0,-2 2 0,4-3 0,-4 3 0,2-4 0,-2 2 0,2 0 0,-1 1 0,1-1 0,-1 0 0,0 0 0,3 1 0,-4-1 0,2 0 0,-2 0 0,2 1 0,-2-1 0,2 0 0,-2 0 0,2 1 0,-1-1 0,1 0 0,1-1 0,0-2 0,3-2 0,-1-2 0,-1 1 0,-2-2 0,2 3 0,-2-2 0,3 2 0,-1-1 0,0 2 0,0 0 0,1 0 0,-1 0 0,0 0 0,0 0 0,1 0 0,-1 0 0,0 0 0,0 0 0,1 0 0,-1 0 0,0 0 0,0 0 0,1 0 0,-1 0 0,0 2 0,-2 1 0,2-1 0,-1 5 0,1-3 0,-2 4 0,2-6 0,-4 2 0,4-2 0,-1 3 0,1-3 0,-2 2 0,2-4 0,0 6 0,1-3 0,1 1 0,-3 0 0,0-4 0,0 4 0,1-4 0,-2 4 0,2-1 0,-2-1 0,3 0 0,-1 0 0,0-2 0,-1 4 0,2-2 0,-2 1 0,3 0 0,-2-2 0,-1 3 0,2-4 0,-2 4 0,3-2 0,-1 1 0,1 0 0,-1-2 0,1 3 0,-2-4 0,0 4 0,0-4 0,1 4 0,1-1 0,-1-1 0,1 0 0,-4 0 0,2-2 0,0 4 0,1-4 0,1 4 0,0-1 0,-1-1 0,1 2 0,-2-4 0,0 4 0,1-4 0,-1 4 0,0-1 0,0-1 0,1 2 0,-1-4 0,0 2 0,1 0 0,-1 0 0,0 1 0,2 2 0,-1-4 0,1 5 0,-2-6 0,1 2 0,-1 0 0,-2 1 0,2-1 0,0 2 0,1-2 0,1 2 0,-2-1 0,1-1 0,-3 0 0,2 0 0,-2 0 0,2 2 0,4 0 0,-2-1 0,0 3 0,-3-6 0,-2 4 0,5-3 0,-5 2 0,4-2 0,1 6 0,-2-3 0,3 2 0,-4-2 0,1-4 0,-2 4 0,2-2 0,0 2 0,-1 1 0,3-3 0,-6 2 0,4-2 0,-2 1 0,3 0 0,1 2 0,-2-3 0,1 4 0,-2-5 0,-2 2 0,3 0 0,-2-1 0,2 0 0,1 0 0,1 2 0,-2-1 0,1 3 0,-1-6 0,-2 4 0,2-2 0,0 1 0,1 0 0,1 0 0,-1 1 0,1-2 0,-2 2 0,0-3 0,-1 2 0,6 2 0,-5-3 0,4 4 0,-4-5 0,-2 2 0,2-2 0,-1 3 0,2-2 0,-2 0 0,3 2 0,-2-3 0,-1 2 0,2 0 0,-2-1 0,2 2 0,-2-4 0,0 4 0,1-3 0,-2 2 0,2 0 0,-2-1 0,1 2 0,2-4 0,-4 4 0,5-3 0,-2 4 0,1-4 0,-1 5 0,0-6 0,-3 4 0,4-1 0,0 1 0,2-2 0,-3 2 0,0-4 0,-2 4 0,2-3 0,0 1 0,3-1 0,-5 2 0,4-1 0,-4 0 0,3 0 0,-1-2 0,0 4 0,0-3 0,1 1 0,-1-1 0,0 0 0,1 3 0,-1-4 0,0 2 0,0 0 0,1-2 0,-1 4 0,0-3 0,0 1 0,1-1 0,-1 2 0,0-1 0,0 0 0,-1 0 0,2-2 0,-4 4 0,5-3 0,-4 2 0,3-2 0,-1 3 0,0-4 0,0 2 0,1 0 0,-1-2 0,0 2 0,0 0 0,1-1 0,-3 2 0,4-2 0,-4 1 0,3 0 0,0-2 0,-2 2 0,1 0 0,2-2 0,-3 2 0,3 0 0,-2-1 0,1 1 0,-1-2 0,0 1 0,0 0 0,1 1 0,-1 0 0,0-2 0,0 4 0,1-4 0,-1 4 0,2-3 0,-1 1 0,-1-1 0,0 0 0,-2 1 0,2 0 0,3-2 0,-3 4 0,2-4 0,-1 2 0,-1-2 0,2 0 0,-3 2 0,3-1 0,-4 1 0,2-2 0,0 1 0,1 0 0,-1 1 0,0-2 0,0 2 0,1-2 0,-1 4 0,0-4 0,0 2 0,1 0 0,-1-1 0,0 2 0,0-2 0,1 3 0,-1-4 0,0 4 0,0-4 0,1 2 0,-1 0 0,0 1 0,0-1 0,-1 2 0,1-4 0,-2 4 0,4-2 0,-1 1 0,-1 0 0,0-2 0,-2 1 0,2 0 0,-1 0 0,1 0 0,-2 2 0,0-1 0,4 1 0,-3-2 0,1 2 0,0-4 0,-2 4 0,2-1 0,1-1 0,-3 2 0,2-4 0,-2 4 0,1-2 0,0 1 0,0 1 0,1-4 0,-2 4 0,2-2 0,-2 0 0,1 2 0,1-1 0,-2-1 0,0 2 0,2-2 0,-1 1 0,-1 0 0,4 0 0,-4-1 0,3 2 0,-2-4 0,0 4 0,-1-2 0,2 1 0,-2 1 0,3-2 0,-1 2 0,0-1 0,-2 0 0,2-2 0,-1 3 0,-1-2 0,2 0 0,-2 2 0,0-2 0,2 1 0,-1 1 0,-1-2 0,0 2 0,2-1 0,-3 0 0,4-2 0,-2 3 0,-1-2 0,2 0 0,-2 2 0,0-2 0,2 1 0,-3 2 0,2-4 0,-2 5 0,3-4 0,-4 3 0,4-1 0,-4 0 0,2 0 0,0 1 0,-1-1 0,2-2 0,-2 4 0,3-5 0,-4 5 0,4-2 0,-4 1 0,2 1 0,-2-2 0,0 0 0,2 0 0,-1 1 0,1-1 0,-2 0 0,1 0 0,0 1 0,1-1 0,-2 0 0,0 1 0,2-1 0,-2 0 0,2 0 0,0 1 0,-2-1 0,2 0 0,-2 0 0,0 1 0,2-1 0,-1 0 0,1 0 0,-1 1 0,0-1 0,1 0 0,-2 0 0,0 1 0,0-1 0,2 0 0,-2 0 0,2 1 0,0-1 0,-2 0 0,4-2 0,-3 4 0,1-3 0,-2 3 0,0-2 0,1-1 0,0 2 0,1-2 0,-2 3 0,2-1 0,-2-1 0,2 0 0,-2 0 0,0 1 0,0-1 0,2 0 0,-2 0 0,4 1 0,-3-1 0,1 0 0,-2 0 0,0 1 0,0-1 0,1 0 0,0 0 0,1 1 0,4-11 0,-3 4 0,5-6 0,-2 4 0,-1 4 0,1-2 0,-2 2 0,0 0 0,1 0 0,-1-2 0,0 2 0,0-2 0,1 2 0,-1-2 0,0 1 0,0 0 0,1 2 0,-1 2 0,0-1 0,-2 2 0,2-4 0,-1 4 0,1-3 0,0 2 0,0-2 0,-1 3 0,2-4 0,-4 4 0,5-4 0,-4 4 0,1-1 0,1-1 0,-2 2 0,0-2 0,2 0 0,-2 4 0,3-3 0,-3 3 0,2-4 0,-4 2 0,6-1 0,-5 1 0,5-2 0,-4 0 0,2 0 0,-1 0 0,0 1 0,0 0 0,-1 0 0,2-1 0,-2 2 0,1-2 0,0 1 0,0 0 0,-1 0 0,0 1 0,2-2 0,-3 2 0,4-3 0,-2 2 0,1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8:20.504"/>
    </inkml:context>
    <inkml:brush xml:id="br0">
      <inkml:brushProperty name="width" value="0.2" units="cm"/>
      <inkml:brushProperty name="height" value="1.2" units="cm"/>
      <inkml:brushProperty name="color" value="#CC0066"/>
      <inkml:brushProperty name="inkEffects" value="pencil"/>
    </inkml:brush>
  </inkml:definitions>
  <inkml:trace contextRef="#ctx0" brushRef="#br0">832 9 16383,'-11'0'0,"1"0"0,6 0 0,-1 0 0,1 0 0,0 0 0,-1 0 0,1 0 0,0 0 0,0 0 0,-1 0 0,1 0 0,0 0 0,-1 0 0,-1 0 0,1 0 0,-1 0 0,2 0 0,0 0 0,-1 0 0,-1 0 0,1 0 0,-1 0 0,2 0 0,0 0 0,-1 0 0,1 0 0,0 0 0,-1 0 0,1 0 0,0 0 0,0 0 0,-1 0 0,1 0 0,0 0 0,-1 0 0,1 0 0,0 0 0,-1 0 0,1 0 0,0 0 0,0 0 0,-3 0 0,3 0 0,-3 0 0,3 0 0,0 0 0,0 0 0,-1 0 0,1 0 0,0 0 0,-1 0 0,1 0 0,0 0 0,0 0 0,-1 0 0,1 0 0,0 0 0,-1 0 0,1 0 0,0 0 0,-1 0 0,1 0 0,0 0 0,0 0 0,-1 0 0,1 0 0,0 0 0,-1 0 0,1 0 0,0 0 0,0 0 0,-1-2 0,1 1 0,-2-1 0,1 2 0,-1 0 0,1 0 0,1 0 0,-2 0 0,1 0 0,-1 0 0,2 0 0,-1 0 0,1 0 0,-2 0 0,1 0 0,-1 0 0,2 0 0,-1-1 0,1 0 0,-2-1 0,1 2 0,-1 0 0,2 0 0,-1 0 0,-1 0 0,2 0 0,-3 0 0,3 0 0,0 0 0,-2 0 0,1 0 0,-1 0 0,1 0 0,-3 0 0,3 0 0,-3 0 0,2 0 0,1 0 0,-1 0 0,1 0 0,1 0 0,-2 0 0,1 0 0,-1 0 0,2 0 0,-1 0 0,1 0 0,-2 0 0,1 0 0,-1 0 0,2 0 0,-1 0 0,1 0 0,0 0 0,-2 0 0,-1 0 0,0 0 0,1 0 0,2 0 0,0 0 0,-1 0 0,1 0 0,-2 0 0,-3 2 0,2-2 0,-1 2 0,4-2 0,-1 0 0,1 0 0,0 0 0,0 0 0,-1 0 0,1 0 0,0 0 0,-1 0 0,1 2 0,0-1 0,0 1 0,-1-2 0,1 0 0,0 0 0,-1 0 0,1 0 0,0 2 0,-1-2 0,1 2 0,0-2 0,0 0 0,-1 2 0,1-2 0,0 2 0,-1-2 0,1 0 0,0 0 0,0 0 0,-1 2 0,1-1 0,0 0 0,-1-1 0,1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8:23.310"/>
    </inkml:context>
    <inkml:brush xml:id="br0">
      <inkml:brushProperty name="width" value="0.2" units="cm"/>
      <inkml:brushProperty name="height" value="1.2" units="cm"/>
      <inkml:brushProperty name="color" value="#CC0066"/>
      <inkml:brushProperty name="inkEffects" value="pencil"/>
    </inkml:brush>
  </inkml:definitions>
  <inkml:trace contextRef="#ctx0" brushRef="#br0">859 1 16383,'-9'4'0,"1"2"0,3-6 0,1 4 0,0-3 0,-1 1 0,1 0 0,0 0 0,0 0 0,-1 2 0,1-4 0,0 2 0,-1-2 0,1 2 0,0-1 0,0 3 0,-1-4 0,1 2 0,0 0 0,-1-2 0,1 2 0,0-2 0,0 2 0,-1-2 0,1 2 0,0 0 0,-1-1 0,1 1 0,0 0 0,-1-2 0,1 2 0,0-2 0,0 2 0,-1-2 0,1 4 0,0-4 0,-1 2 0,1-2 0,0 0 0,0 2 0,-1-1 0,1 1 0,0 0 0,-1-2 0,1 2 0,0 0 0,-1-2 0,1 2 0,0-2 0,0 0 0,-1 2 0,1-1 0,0 0 0,-1 1 0,1-1 0,0 1 0,0 0 0,-1-2 0,1 4 0,0-4 0,-1 2 0,1 0 0,0-1 0,1 2 0,-2-2 0,2 1 0,-1 0 0,-2 0 0,3 0 0,-3 2 0,1-3 0,1 0 0,0 1 0,0-1 0,-1 3 0,1-4 0,0 4 0,-1-4 0,3 4 0,-4-2 0,3 3 0,-3-3 0,2 2 0,0-4 0,-1 4 0,1-2 0,0 1 0,-1 1 0,1-4 0,2 4 0,-4-2 0,3 1 0,-1 0 0,0-2 0,2 3 0,-3-4 0,1 4 0,0-2 0,0 2 0,-1-1 0,3 1 0,-2-4 0,2 4 0,-3-4 0,1 4 0,0-3 0,-1 2 0,1-2 0,2 3 0,-2-2 0,2 0 0,-3 2 0,1-3 0,2 2 0,-4 0 0,3 1 0,-3-2 0,2 0 0,1 0 0,-1 0 0,2 1 0,0 1 0,-2-2 0,1 0 0,-1 2 0,0-3 0,1 2 0,0 0 0,0-1 0,-1 0 0,0 2 0,-1-3 0,3 4 0,-2-4 0,2 3 0,-1-2 0,0 0 0,0 2 0,-1-3 0,1 2 0,-2-2 0,4 3 0,-5-4 0,4 4 0,-1-2 0,-1 1 0,2 0 0,-2 0 0,1 1 0,0-2 0,2 2 0,-1 0 0,2 1 0,0 1 0,-2-1 0,2-1 0,-4 0 0,4 0 0,-2 1 0,2-1 0,0 0 0,-2 0 0,1 1 0,-3-3 0,4 4 0,-2-4 0,0 5 0,2-3 0,-2 0 0,0 0 0,1 1 0,-2-1 0,2 0 0,-1 0 0,0 1 0,2-1 0,-2 0 0,0 2 0,1-1 0,-2-1 0,2 0 0,-1-2 0,0 3 0,2-1 0,-2 0 0,0 0 0,2 1 0,-2-1 0,0 0 0,1 0 0,-1 1 0,2-1 0,-1 2 0,-2-3 0,1 3 0,0-4 0,2 2 0,0 0 0,0 1 0,-2-1 0,1 0 0,0 0 0,-1 1 0,1-1 0,-1 0 0,2 0 0,0 1 0,-2-1 0,2 0 0,-2 0 0,2 1 0,-2-1 0,2 0 0,-4 0 0,3 1 0,-1-1 0,2 0 0,-2 0 0,2 1 0,-4-3 0,4 4 0,-2-3 0,0 1 0,1 1 0,-2-4 0,2 5 0,-3-2 0,4 1 0,-2 1 0,0-2 0,2 1 0,-2-1 0,0 0 0,1 0 0,-1 1 0,2-1 0,0 0 0,-2 0 0,2 1 0,-2-1 0,2 0 0,0 0 0,-2 1 0,2-1 0,-2 0 0,2 0 0,-2 1 0,1-1 0,-1 0 0,2 0 0,-1 1 0,0-1 0,-3 2 0,4-1 0,-4-1 0,3 0 0,0-2 0,-1 3 0,1-1 0,-1 0 0,2 0 0,-2 1 0,2-1 0,-4 0 0,4 0 0,-2 1 0,0-1 0,1 0 0,-1 0 0,0 1 0,2-1 0,-4 2 0,4-1 0,-4-1 0,3 0 0,-1-2 0,1 4 0,0-1 0,-1 1 0,2-2 0,-2-1 0,2 2 0,-2-2 0,0 1 0,2 2 0,-4-5 0,3 5 0,-3-4 0,4 2 0,-2 1 0,2-1 0,-2 0 0,0 0 0,-1 1 0,1-1 0,1-2 0,0 4 0,-3-5 0,4 4 0,-2 0 0,0-2 0,1 2 0,0-2 0,-1 1 0,1 0 0,-1 0 0,0 1 0,2-1 0,-4-2 0,4 4 0,-2-3 0,0 1 0,1 2 0,-1-4 0,2 5 0,-2-3 0,2 0 0,-2 0 0,0 1 0,2-1 0,-4-2 0,3 4 0,0-3 0,1 3 0,0-2 0,-2-1 0,1 2 0,-1-2 0,2 3 0,0-2 0,0 1 0,2-1 0,-1 0 0,2-1 0,-2 2 0,3-4 0,-4 5 0,4-4 0,-4 2 0,2 1 0,0-1 0,0-2 0,1 2 0,1-2 0,-4 3 0,4-3 0,-2 2 0,1-2 0,0 2 0,-2 1 0,3-3 0,-4 4 0,4-5 0,-4 4 0,4-2 0,-1 1 0,-1 0 0,2-1 0,-4 0 0,4 0 0,-4 1 0,4-2 0,-1 4 0,-1-3 0,2 1 0,-4 0 0,4-2 0,-4 2 0,4-1 0,-3 3 0,2-4 0,0 3 0,-1-2 0,2 0 0,-4 1 0,4-2 0,-1 2 0,-1-1 0,2 1 0,-4 0 0,4-2 0,-2 4 0,3-3 0,-3 3 0,2-4 0,-4 2 0,4-1 0,-2 1 0,3 0 0,-1 0 0,0 1 0,0-1 0,1 0 0,-1 0 0,-2 1 0,2-3 0,-2 2 0,1-2 0,0 0 0,0 2 0,-1-1 0,2-1 0,-2 2 0,3-2 0,-1 0 0,-2 2 0,2-3 0,-2 2 0,1 0 0,0-1 0,0 2 0,1-2 0,0 1 0,-1 0 0,0-2 0,0 3 0,-1-2 0,2 0 0,-2 2 0,3-1 0,-1 1 0,0-2 0,-2 2 0,2-4 0,-1 4 0,-1-1 0,2-1 0,-2 2 0,0-2 0,2 0 0,-1 2 0,1-3 0,-2 2 0,2 0 0,-2-1 0,3 2 0,-1-2 0,0 3 0,0-1 0,1 0 0,1 0 0,-3 1 0,0-1 0,-1-2 0,1 2 0,-1-2 0,2 1 0,-2 1 0,1-2 0,0 0 0,0 2 0,-1-2 0,2 1 0,-2 1 0,1-2 0,0 0 0,0 2 0,1-2 0,-2 3 0,2-3 0,-2 0 0,3 2 0,-1-1 0,0 1 0,-1 0 0,0-4 0,0 4 0,3-2 0,-3 2 0,2-1 0,-2 1 0,1-4 0,-2 4 0,2-2 0,-2 2 0,1 1 0,1-3 0,-4 2 0,4-2 0,-4 2 0,4-1 0,-2 1 0,1-2 0,1 0 0,0 4 0,1-3 0,-1 3 0,0-4 0,-4 2 0,4-2 0,-2 1 0,1 1 0,0-2 0,-2 2 0,3-1 0,-2 0 0,0 0 0,0 1 0,-2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8:25.955"/>
    </inkml:context>
    <inkml:brush xml:id="br0">
      <inkml:brushProperty name="width" value="0.2" units="cm"/>
      <inkml:brushProperty name="height" value="1.2" units="cm"/>
      <inkml:brushProperty name="color" value="#CC0066"/>
      <inkml:brushProperty name="inkEffects" value="pencil"/>
    </inkml:brush>
  </inkml:definitions>
  <inkml:trace contextRef="#ctx0" brushRef="#br0">425 1662 16383,'2'-10'0,"-1"0"0,1 8 0,-1 0 0,0-4 0,3 5 0,-4-5 0,4 4 0,-4-2 0,4-1 0,-3 1 0,2 2 0,0-2 0,-1 1 0,0-1 0,0 0 0,0 0 0,3-1 0,-3 1 0,2 0 0,-2 1 0,0 0 0,2 0 0,-3-1 0,2 1 0,0-2 0,1 2 0,-2-3 0,2 1 0,-1 1 0,1 0 0,0-1 0,-2 1 0,2 2 0,-3-2 0,2 2 0,0-1 0,1-3 0,0 4 0,1-5 0,-1 3 0,-2 0 0,2 1 0,-4 0 0,4 0 0,-1 1 0,-1-2 0,4 2 0,-5-3 0,4 1 0,-4 0 0,3 1 0,-2 0 0,0 0 0,2 1 0,-4-4 0,4 5 0,-1-5 0,-1 4 0,2-2 0,-2 1 0,0 0 0,2 0 0,-3-1 0,3 0 0,-4-1 0,4 3 0,-2-4 0,1 3 0,0-1 0,-2 0 0,1 2 0,0-2 0,0 1 0,0-1 0,2 2 0,-3-2 0,2-1 0,-2 1 0,3 2 0,-4-4 0,4 5 0,-4-5 0,4 4 0,-3-2 0,2 1 0,-2-3 0,3 6 0,-4-6 0,4 2 0,-2-1 0,1-1 0,0 1 0,-2 1 0,3 2 0,-2-2 0,0 1 0,2-1 0,-2 0 0,1-1 0,-1 1 0,0 2 0,0-2 0,0 2 0,2-3 0,-2 3 0,1-2 0,1 2 0,-4-3 0,4 3 0,-2-4 0,2 3 0,-1-3 0,1 4 0,-2-2 0,0 2 0,2-1 0,-2-1 0,1 2 0,1-2 0,-2 0 0,2 1 0,-1-1 0,0 2 0,0-2 0,1-1 0,0 1 0,-1 0 0,0 1 0,-2 0 0,5 0 0,-6-1 0,6 1 0,-5 0 0,0 0 0,1-1 0,1 2 0,-1-2 0,2 1 0,-4-1 0,4 2 0,-3-4 0,2 5 0,-2-5 0,3 4 0,-2 0 0,0-2 0,2 1 0,-3-1 0,2 2 0,0-2 0,-1 1 0,2-1 0,-4 0 0,4 1 0,-1-2 0,1 4 0,-2-5 0,0 4 0,0-1 0,-2-2 0,4 4 0,-3-5 0,2 4 0,0-1 0,-1-1 0,2 2 0,-4-2 0,4 1 0,-1-1 0,-1 2 0,2 0 0,-4-4 0,2 3 0,-2-3 0,2 2 0,-2-1 0,2 1 0,-2 0 0,0-1 0,0 1 0,0 0 0,0-2 0,0 1 0,0-1 0,0 1 0,0 1 0,0 0 0,0 0 0,0-1 0,0 1 0,-2 0 0,2-1 0,-2 1 0,2 0 0,-2-1 0,2 1 0,-2 0 0,2 0 0,-2-1 0,1 1 0,-1 0 0,2-1 0,-2 1 0,2 0 0,-4 0 0,4-1 0,-2 1 0,2 0 0,0-1 0,-2 1 0,1 0 0,0-1 0,1 1 0,0 0 0,0 0 0,-2-1 0,1 1 0,-1 0 0,2-1 0,-2 1 0,2 0 0,-2 0 0,2-1 0,0 1 0,0 0 0,-2-1 0,2 1 0,-2 0 0,2-1 0,-2 1 0,1 0 0,-1 0 0,2-1 0,0 1 0,0 0 0,-2-1 0,2 1 0,-2 0 0,2 0 0,0-1 0,0 1 0,0 0 0,0-1 0,0 1 0,0 0 0,0 0 0,0-1 0,0 1 0,0 0 0,-2-1 0,2 1 0,-2 0 0,2-1 0,0 1 0,0 0 0,0 0 0,0-1 0,0 1 0,-2 0 0,1-1 0,-1 1 0,2 0 0,0 0 0,0-1 0,-1 1 0,0 0 0,-1-1 0,0 1 0,2 0 0,-2-1 0,2 1 0,0 0 0,-2 0 0,1-1 0,0 1 0,-1 0 0,1-1 0,-1 1 0,0 0 0,2 0 0,-2-1 0,0 1 0,2 0 0,-2-1 0,0 1 0,1 0 0,-1-1 0,2 1 0,-1 0 0,0 0 0,-1-1 0,0 1 0,2 0 0,-2-1 0,2 1 0,0 0 0,-2 0 0,1-1 0,0 1 0,1 0 0,-2-1 0,1 1 0,-1 0 0,2 0 0,-2-1 0,2 1 0,-2 0 0,2-1 0,0 1 0,0 0 0,-2-1 0,2 1 0,-2 0 0,2 0 0,0-1 0,-2 1 0,1 0 0,-1-1 0,0 1 0,2 0 0,-2 0 0,0-1 0,2 1 0,-2 0 0,2-1 0,-2 1 0,1 0 0,-2 1 0,2-2 0,-3 4 0,4-5 0,-2 2 0,0 1 0,2-3 0,-2 4 0,0-3 0,1 1 0,-3 2 0,4-4 0,-4 5 0,4-5 0,-4 4 0,3-2 0,-2 1 0,0-2 0,-1 4 0,1-5 0,0 5 0,0-2 0,-1 0 0,0 1 0,-1-2 0,1 4 0,0-2 0,0-2 0,-1 3 0,-1-5 0,1 6 0,-1-4 0,2 3 0,1-2 0,-2 2 0,2-1 0,-3 0 0,-3 0 0,4-1 0,-3 2 0,4-1 0,0 1 0,1-3 0,-3 4 0,4-4 0,-5 4 0,3-4 0,0 3 0,0-1 0,-1 2 0,1-2 0,0 2 0,-1-2 0,1 0 0,0 2 0,-1-2 0,1 0 0,0 1 0,0-2 0,-1 2 0,1-1 0,0 2 0,-1-2 0,1 2 0,0-2 0,0 2 0,-1-2 0,1 2 0,0-2 0,-1 0 0,1 1 0,0-1 0,-1 0 0,1 2 0,0-2 0,0 2 0,-1-2 0,1 2 0,0-2 0,-1 0 0,1 1 0,0-1 0,0 1 0,-1 0 0,1-1 0,0 0 0,-1 2 0,1-2 0,0 0 0,-1 1 0,1 0 0,0 1 0,-2-2 0,1 1 0,-1-3 0,1 4 0,1-4 0,0 4 0,0-2 0,-1 2 0,1-2 0,0 1 0,-1-1 0,1 0 0,0 2 0,0-2 0,-1 0 0,1 2 0,0-4 0,-1 3 0,1 0 0,0-1 0,-1 1 0,1-1 0,0 0 0,0 2 0,-1-2 0,1 2 0,0-2 0,-1 2 0,1-2 0,0 2 0,0-2 0,-1 1 0,1-1 0,0 0 0,-1 2 0,1-2 0,0 2 0,-1-2 0,1 2 0,0-2 0,0 2 0,-1-2 0,1 1 0,0-1 0,-1 2 0,1 0 0,0-1 0,0 0 0,-1-1 0,1 2 0,0 0 0,-1-2 0,1 2 0,0-2 0,-1 0 0,1 1 0,0-2 0,0 2 0,-1-1 0,1 0 0,2 0 0,-2 0 0,1-2 0,-1 3 0,2-2 0,-2 0 0,2 1 0,-1-2 0,-3 3 0,5-2 0,-4 2 0,2-3 0,-1 2 0,0 0 0,1-2 0,0 3 0,0-3 0,-1 4 0,2-4 0,-4 4 0,5-4 0,-5 3 0,4-2 0,-3 2 0,3-3 0,-2 2 0,2 0 0,-2 0 0,-1 0 0,1 1 0,2-3 0,-2 2 0,1 0 0,-1 0 0,0 0 0,1-1 0,0 1 0,0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8:29.438"/>
    </inkml:context>
    <inkml:brush xml:id="br0">
      <inkml:brushProperty name="width" value="0.2" units="cm"/>
      <inkml:brushProperty name="height" value="1.2" units="cm"/>
      <inkml:brushProperty name="color" value="#CC0066"/>
      <inkml:brushProperty name="inkEffects" value="pencil"/>
    </inkml:brush>
  </inkml:definitions>
  <inkml:trace contextRef="#ctx0" brushRef="#br0">417 20 16383,'-12'0'0,"2"0"0,6 0 0,0 0 0,0 0 0,-1 0 0,1 2 0,0-2 0,-1 2 0,1-2 0,0 0 0,0 0 0,-1 2 0,1-1 0,2 3 0,-4-4 0,3 2 0,-3-2 0,1 2 0,1-2 0,0 2 0,0 0 0,-1-2 0,1 2 0,0 0 0,-1-1 0,1 3 0,0-4 0,0 4 0,-1-4 0,1 2 0,0-2 0,-1 2 0,1 0 0,0 3 0,0-3 0,-1 0 0,3 0 0,-4 0 0,3 1 0,-1 0 0,0-2 0,2 3 0,-3-4 0,1 4 0,0-4 0,1 4 0,0-2 0,0 1 0,-1 1 0,0-2 0,-1 0 0,1 2 0,0-3 0,1 2 0,0 0 0,0-1 0,-1 0 0,0 0 0,-1 0 0,3 2 0,0 1 0,2-1 0,0 0 0,0 0 0,-2 1 0,2-1 0,-4-2 0,3 4 0,-1-3 0,1 3 0,0-2 0,-1 0 0,0 1 0,2-1 0,-2 0 0,0 0 0,2 1 0,-4-3 0,3 4 0,-3-5 0,4 4 0,-4-2 0,4 1 0,-2 0 0,0 0 0,1 1 0,-2-3 0,2 4 0,-3-3 0,4 3 0,-4-4 0,3 2 0,-2 0 0,2 1 0,-1 1 0,0-4 0,2 2 0,-4-1 0,4 1 0,-2 0 0,0 0 0,-1-1 0,1 0 0,-2 0 0,4 1 0,-2 0 0,0 1 0,1-1 0,-2 0 0,2 0 0,-3 1 0,4-1 0,-4 0 0,4 0 0,-2 1 0,0-1 0,-1 0 0,1 0 0,0 1 0,0-3 0,2 4 0,-4-5 0,3 4 0,-2-1 0,2 1 0,-3 1 0,4-1 0,-4-3 0,2 4 0,-1-4 0,-1 5 0,4-3 0,-4-2 0,2 4 0,-1-3 0,-1 3 0,4-2 0,-4-2 0,4 4 0,-4-5 0,3 5 0,0-2 0,1 1 0,0 1 0,1-4 0,0 2 0,3-2 0,-2 1 0,0 1 0,2-2 0,-1 0 0,-1 2 0,2-2 0,-2 1 0,0 1 0,2-2 0,-1 0 0,-1 2 0,4-2 0,-4 3 0,5-3 0,-5 2 0,2-2 0,-2 0 0,0 2 0,2-1 0,-1-1 0,-1 2 0,2-2 0,-2 1 0,0 0 0,2 0 0,-1-1 0,-1 2 0,2-2 0,-2 2 0,0 1 0,2-3 0,-3 2 0,2-2 0,0 2 0,1 1 0,-2-1 0,2-2 0,-3 2 0,2-2 0,0 3 0,-1-1 0,2-2 0,-4 2 0,4-2 0,-3 3 0,2-3 0,0 2 0,-1-2 0,2 1 0,-2 0 0,1 0 0,0-1 0,0 2 0,-1-2 0,2 1 0,-2 0 0,1 0 0,0-1 0,0 2 0,-1-2 0,2 1 0,-2 0 0,1 0 0,1-1 0,-2 2 0,0-2 0,0 2 0,0 1 0,0-3 0,1 2 0,1-2 0,-4 2 0,4-1 0,-2 1 0,2-4 0,1 2 0,-1-2 0,0 0 0,0 0 0,1 0 0,-1 0 0,4 0 0,-3 0 0,3 0 0,-4 0 0,-1-2 0,2 2 0,-2-2 0,7 2 0,-5 0 0,2-2 0,-4 1 0,0-1 0,3 2 0,0 0 0,-1-2 0,1 2 0,-4-2 0,2 2 0,1 0 0,-1 0 0,0 0 0,0 0 0,1 0 0,-1 0 0,0 0 0,0 0 0,1 0 0,-1 0 0,2 0 0,-1 0 0,1 0 0,-2 0 0,0 0 0,3 0 0,-3 0 0,2 0 0,-1 0 0,-1 0 0,0 0 0,0 0 0,1 0 0,-1 0 0,0 0 0,1 0 0,-1 0 0,0 0 0,0 0 0,1 0 0,-1 0 0,0 0 0,0 0 0,1 0 0,1 0 0,-2 0 0,3 0 0,-3 0 0,0 0 0,0 0 0,1 0 0,-1 0 0,2 0 0,-1-2 0,1 2 0,-2-2 0,0 2 0,1 0 0,-1 0 0,0 0 0,0 0 0,1 0 0,-1 0 0,0 0 0,0 0 0,1 0 0,-1 0 0,0 0 0,-2-4 0,2 3 0,-3-5 0,2 4 0,0 0 0,-1-2 0,2 1 0,-4-1 0,4 2 0,-1-2 0,-1 1 0,2-1 0,-2 0 0,0 0 0,2 1 0,-3-1 0,2 2 0,0-2 0,-1-1 0,2 3 0,-2-2 0,1 2 0,1-1 0,-2-2 0,2 2 0,0-1 0,-1 0 0,1 3 0,-2-3 0,0 2 0,2 0 0,-2-2 0,1 1 0,1 1 0,-2-2 0,2 4 0,-2-4 0,2 2 0,-1-1 0,1-1 0,0 4 0,-1-4 0,2 2 0,-4-3 0,5 3 0,-4 0 0,2 0 0,-1 0 0,1-1 0,-2 0 0,2 0 0,-1-1 0,0 2 0,-2-2 0,3 1 0,-2 1 0,2-2 0,-1 2 0,0-1 0,0 0 0,-1 0 0,2 1 0,-2-2 0,1 2 0,0-1 0,0-1 0,-1 2 0,2 0 0,-2-2 0,1 1 0,0 1 0,-2-4 0,1 3 0,-2-3 0,0 2 0,0 0 0,0-1 0,-2 1 0,1 0 0,-1 0 0,2-1 0,0 1 0,0 0 0,-2-1 0,2 1 0,-2 0 0,2-1 0,0 1 0,-2 0 0,2 0 0,-2-1 0,2 1 0,0 0 0,0-1 0,0 1 0,0 0 0,-2 0 0,1-1 0,0 1 0,1 0 0,0-1 0,0 1 0,0 0 0,0-1 0,0 1 0,0 0 0,0 0 0,-2-1 0,1 1 0,-1 0 0,2-1 0,0 1 0,0 0 0,0 0 0,-2-1 0,2 1 0,-2 0 0,2-1 0,0 1 0,0 0 0,0-1 0,0 1 0,0 0 0,-2 0 0,2-1 0,-2 1 0,0 0 0,1-1 0,-1 1 0,0 0 0,2 0 0,-2-1 0,0 1 0,2 0 0,-4-1 0,3 1 0,-1 0 0,1 0 0,0-1 0,-3 3 0,4-4 0,-4 5 0,3-5 0,0 2 0,-1 1 0,1-2 0,-1 2 0,2-1 0,-2 0 0,2-1 0,-4 3 0,2-2 0,-3 4 0,3-4 0,-4 1 0,3-1 0,-3 2 0,2-2 0,0 3 0,-1-2 0,1 2 0,0-3 0,-1 4 0,1-4 0,0 4 0,0-4 0,-1 3 0,1-1 0,0 0 0,-1 2 0,-5-4 0,5 2 0,-5-1 0,5 1 0,3 1 0,-4 0 0,3-1 0,-3 0 0,2 2 0,-4-4 0,3 4 0,-4-2 0,7 0 0,-2 1 0,0-1 0,-1 0 0,-1 2 0,2-2 0,-3 0 0,3 2 0,-1-4 0,2 3 0,0-1 0,-3 2 0,1-1 0,-1 0 0,2-1 0,-2 0 0,1 2 0,-1-4 0,1 3 0,1-2 0,0 2 0,-2-3 0,1 4 0,-1-2 0,1 2 0,3-2 0,-4 2 0,1-4 0,-1 3 0,-1-1 0,3 0 0,0 2 0,0-2 0,-3 2 0,5-2 0,-4 2 0,3-2 0,-1 2 0,0 0 0,-2-2 0,1 1 0,-1-1 0,1 2 0,1 0 0,0 0 0,0-1 0,-1 0 0,1-1 0,0 0 0,-1 2 0,1-2 0,0 0 0,-1 2 0,1-2 0,13 7 0,-6-3 0,11 5 0,-10-6 0,0 3 0,0-4 0,1 2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8:38.184"/>
    </inkml:context>
    <inkml:brush xml:id="br0">
      <inkml:brushProperty name="width" value="0.2" units="cm"/>
      <inkml:brushProperty name="height" value="1.2" units="cm"/>
      <inkml:brushProperty name="color" value="#CC0066"/>
      <inkml:brushProperty name="inkEffects" value="pencil"/>
    </inkml:brush>
  </inkml:definitions>
  <inkml:trace contextRef="#ctx0" brushRef="#br0">832 9 16383,'-11'0'0,"1"0"0,6 0 0,-1 0 0,1 0 0,0 0 0,-1 0 0,1 0 0,0 0 0,0 0 0,-1 0 0,1 0 0,0 0 0,-1 0 0,-1 0 0,1 0 0,-1 0 0,2 0 0,0 0 0,-1 0 0,-1 0 0,1 0 0,-1 0 0,2 0 0,0 0 0,-1 0 0,1 0 0,0 0 0,-1 0 0,1 0 0,0 0 0,0 0 0,-1 0 0,1 0 0,0 0 0,-1 0 0,1 0 0,0 0 0,-1 0 0,1 0 0,0 0 0,0 0 0,-3 0 0,3 0 0,-3 0 0,3 0 0,0 0 0,0 0 0,-1 0 0,1 0 0,0 0 0,-1 0 0,1 0 0,0 0 0,0 0 0,-1 0 0,1 0 0,0 0 0,-1 0 0,1 0 0,0 0 0,-1 0 0,1 0 0,0 0 0,0 0 0,-1 0 0,1 0 0,0 0 0,-1 0 0,1 0 0,0 0 0,0 0 0,-1-2 0,1 1 0,-2-1 0,1 2 0,-1 0 0,1 0 0,1 0 0,-2 0 0,1 0 0,-1 0 0,2 0 0,-1 0 0,1 0 0,-2 0 0,1 0 0,-1 0 0,2 0 0,-1-1 0,1 0 0,-2-1 0,1 2 0,-1 0 0,2 0 0,-1 0 0,-1 0 0,2 0 0,-3 0 0,3 0 0,0 0 0,-2 0 0,1 0 0,-1 0 0,1 0 0,-3 0 0,3 0 0,-3 0 0,2 0 0,1 0 0,-1 0 0,1 0 0,1 0 0,-2 0 0,1 0 0,-1 0 0,2 0 0,-1 0 0,1 0 0,-2 0 0,1 0 0,-1 0 0,2 0 0,-1 0 0,1 0 0,0 0 0,-2 0 0,-1 0 0,0 0 0,1 0 0,2 0 0,0 0 0,-1 0 0,1 0 0,-2 0 0,-3 2 0,2-2 0,-1 2 0,4-2 0,-1 0 0,1 0 0,0 0 0,0 0 0,-1 0 0,1 0 0,0 0 0,-1 0 0,1 2 0,0-1 0,0 1 0,-1-2 0,1 0 0,0 0 0,-1 0 0,1 0 0,0 2 0,-1-2 0,1 2 0,0-2 0,0 0 0,-1 2 0,1-2 0,0 2 0,-1-2 0,1 0 0,0 0 0,0 0 0,-1 2 0,1-1 0,0 0 0,-1-1 0,1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8:38.185"/>
    </inkml:context>
    <inkml:brush xml:id="br0">
      <inkml:brushProperty name="width" value="0.2" units="cm"/>
      <inkml:brushProperty name="height" value="1.2" units="cm"/>
      <inkml:brushProperty name="color" value="#CC0066"/>
      <inkml:brushProperty name="inkEffects" value="pencil"/>
    </inkml:brush>
  </inkml:definitions>
  <inkml:trace contextRef="#ctx0" brushRef="#br0">859 1 16383,'-9'4'0,"1"2"0,3-6 0,1 4 0,0-3 0,-1 1 0,1 0 0,0 0 0,0 0 0,-1 2 0,1-4 0,0 2 0,-1-2 0,1 2 0,0-1 0,0 3 0,-1-4 0,1 2 0,0 0 0,-1-2 0,1 2 0,0-2 0,0 2 0,-1-2 0,1 2 0,0 0 0,-1-1 0,1 1 0,0 0 0,-1-2 0,1 2 0,0-2 0,0 2 0,-1-2 0,1 4 0,0-4 0,-1 2 0,1-2 0,0 0 0,0 2 0,-1-1 0,1 1 0,0 0 0,-1-2 0,1 2 0,0 0 0,-1-2 0,1 2 0,0-2 0,0 0 0,-1 2 0,1-1 0,0 0 0,-1 1 0,1-1 0,0 1 0,0 0 0,-1-2 0,1 4 0,0-4 0,-1 2 0,1 0 0,0-1 0,1 2 0,-2-2 0,2 1 0,-1 0 0,-2 0 0,3 0 0,-3 2 0,1-3 0,1 0 0,0 1 0,0-1 0,-1 3 0,1-4 0,0 4 0,-1-4 0,3 4 0,-4-2 0,3 3 0,-3-3 0,2 2 0,0-4 0,-1 4 0,1-2 0,0 1 0,-1 1 0,1-4 0,2 4 0,-4-2 0,3 1 0,-1 0 0,0-2 0,2 3 0,-3-4 0,1 4 0,0-2 0,0 2 0,-1-1 0,3 1 0,-2-4 0,2 4 0,-3-4 0,1 4 0,0-3 0,-1 2 0,1-2 0,2 3 0,-2-2 0,2 0 0,-3 2 0,1-3 0,2 2 0,-4 0 0,3 1 0,-3-2 0,2 0 0,1 0 0,-1 0 0,2 1 0,0 1 0,-2-2 0,1 0 0,-1 2 0,0-3 0,1 2 0,0 0 0,0-1 0,-1 0 0,0 2 0,-1-3 0,3 4 0,-2-4 0,2 3 0,-1-2 0,0 0 0,0 2 0,-1-3 0,1 2 0,-2-2 0,4 3 0,-5-4 0,4 4 0,-1-2 0,-1 1 0,2 0 0,-2 0 0,1 1 0,0-2 0,2 2 0,-1 0 0,2 1 0,0 1 0,-2-1 0,2-1 0,-4 0 0,4 0 0,-2 1 0,2-1 0,0 0 0,-2 0 0,1 1 0,-3-3 0,4 4 0,-2-4 0,0 5 0,2-3 0,-2 0 0,0 0 0,1 1 0,-2-1 0,2 0 0,-1 0 0,0 1 0,2-1 0,-2 0 0,0 2 0,1-1 0,-2-1 0,2 0 0,-1-2 0,0 3 0,2-1 0,-2 0 0,0 0 0,2 1 0,-2-1 0,0 0 0,1 0 0,-1 1 0,2-1 0,-1 2 0,-2-3 0,1 3 0,0-4 0,2 2 0,0 0 0,0 1 0,-2-1 0,1 0 0,0 0 0,-1 1 0,1-1 0,-1 0 0,2 0 0,0 1 0,-2-1 0,2 0 0,-2 0 0,2 1 0,-2-1 0,2 0 0,-4 0 0,3 1 0,-1-1 0,2 0 0,-2 0 0,2 1 0,-4-3 0,4 4 0,-2-3 0,0 1 0,1 1 0,-2-4 0,2 5 0,-3-2 0,4 1 0,-2 1 0,0-2 0,2 1 0,-2-1 0,0 0 0,1 0 0,-1 1 0,2-1 0,0 0 0,-2 0 0,2 1 0,-2-1 0,2 0 0,0 0 0,-2 1 0,2-1 0,-2 0 0,2 0 0,-2 1 0,1-1 0,-1 0 0,2 0 0,-1 1 0,0-1 0,-3 2 0,4-1 0,-4-1 0,3 0 0,0-2 0,-1 3 0,1-1 0,-1 0 0,2 0 0,-2 1 0,2-1 0,-4 0 0,4 0 0,-2 1 0,0-1 0,1 0 0,-1 0 0,0 1 0,2-1 0,-4 2 0,4-1 0,-4-1 0,3 0 0,-1-2 0,1 4 0,0-1 0,-1 1 0,2-2 0,-2-1 0,2 2 0,-2-2 0,0 1 0,2 2 0,-4-5 0,3 5 0,-3-4 0,4 2 0,-2 1 0,2-1 0,-2 0 0,0 0 0,-1 1 0,1-1 0,1-2 0,0 4 0,-3-5 0,4 4 0,-2 0 0,0-2 0,1 2 0,0-2 0,-1 1 0,1 0 0,-1 0 0,0 1 0,2-1 0,-4-2 0,4 4 0,-2-3 0,0 1 0,1 2 0,-1-4 0,2 5 0,-2-3 0,2 0 0,-2 0 0,0 1 0,2-1 0,-4-2 0,3 4 0,0-3 0,1 3 0,0-2 0,-2-1 0,1 2 0,-1-2 0,2 3 0,0-2 0,0 1 0,2-1 0,-1 0 0,2-1 0,-2 2 0,3-4 0,-4 5 0,4-4 0,-4 2 0,2 1 0,0-1 0,0-2 0,1 2 0,1-2 0,-4 3 0,4-3 0,-2 2 0,1-2 0,0 2 0,-2 1 0,3-3 0,-4 4 0,4-5 0,-4 4 0,4-2 0,-1 1 0,-1 0 0,2-1 0,-4 0 0,4 0 0,-4 1 0,4-2 0,-1 4 0,-1-3 0,2 1 0,-4 0 0,4-2 0,-4 2 0,4-1 0,-3 3 0,2-4 0,0 3 0,-1-2 0,2 0 0,-4 1 0,4-2 0,-1 2 0,-1-1 0,2 1 0,-4 0 0,4-2 0,-2 4 0,3-3 0,-3 3 0,2-4 0,-4 2 0,4-1 0,-2 1 0,3 0 0,-1 0 0,0 1 0,0-1 0,1 0 0,-1 0 0,-2 1 0,2-3 0,-2 2 0,1-2 0,0 0 0,0 2 0,-1-1 0,2-1 0,-2 2 0,3-2 0,-1 0 0,-2 2 0,2-3 0,-2 2 0,1 0 0,0-1 0,0 2 0,1-2 0,0 1 0,-1 0 0,0-2 0,0 3 0,-1-2 0,2 0 0,-2 2 0,3-1 0,-1 1 0,0-2 0,-2 2 0,2-4 0,-1 4 0,-1-1 0,2-1 0,-2 2 0,0-2 0,2 0 0,-1 2 0,1-3 0,-2 2 0,2 0 0,-2-1 0,3 2 0,-1-2 0,0 3 0,0-1 0,1 0 0,1 0 0,-3 1 0,0-1 0,-1-2 0,1 2 0,-1-2 0,2 1 0,-2 1 0,1-2 0,0 0 0,0 2 0,-1-2 0,2 1 0,-2 1 0,1-2 0,0 0 0,0 2 0,1-2 0,-2 3 0,2-3 0,-2 0 0,3 2 0,-1-1 0,0 1 0,-1 0 0,0-4 0,0 4 0,3-2 0,-3 2 0,2-1 0,-2 1 0,1-4 0,-2 4 0,2-2 0,-2 2 0,1 1 0,1-3 0,-4 2 0,4-2 0,-4 2 0,4-1 0,-2 1 0,1-2 0,1 0 0,0 4 0,1-3 0,-1 3 0,0-4 0,-4 2 0,4-2 0,-2 1 0,1 1 0,0-2 0,-2 2 0,3-1 0,-2 0 0,0 0 0,0 1 0,-2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8:38.186"/>
    </inkml:context>
    <inkml:brush xml:id="br0">
      <inkml:brushProperty name="width" value="0.2" units="cm"/>
      <inkml:brushProperty name="height" value="1.2" units="cm"/>
      <inkml:brushProperty name="color" value="#CC0066"/>
      <inkml:brushProperty name="inkEffects" value="pencil"/>
    </inkml:brush>
  </inkml:definitions>
  <inkml:trace contextRef="#ctx0" brushRef="#br0">425 1662 16383,'2'-10'0,"-1"0"0,1 8 0,-1 0 0,0-4 0,3 5 0,-4-5 0,4 4 0,-4-2 0,4-1 0,-3 1 0,2 2 0,0-2 0,-1 1 0,0-1 0,0 0 0,0 0 0,3-1 0,-3 1 0,2 0 0,-2 1 0,0 0 0,2 0 0,-3-1 0,2 1 0,0-2 0,1 2 0,-2-3 0,2 1 0,-1 1 0,1 0 0,0-1 0,-2 1 0,2 2 0,-3-2 0,2 2 0,0-1 0,1-3 0,0 4 0,1-5 0,-1 3 0,-2 0 0,2 1 0,-4 0 0,4 0 0,-1 1 0,-1-2 0,4 2 0,-5-3 0,4 1 0,-4 0 0,3 1 0,-2 0 0,0 0 0,2 1 0,-4-4 0,4 5 0,-1-5 0,-1 4 0,2-2 0,-2 1 0,0 0 0,2 0 0,-3-1 0,3 0 0,-4-1 0,4 3 0,-2-4 0,1 3 0,0-1 0,-2 0 0,1 2 0,0-2 0,0 1 0,0-1 0,2 2 0,-3-2 0,2-1 0,-2 1 0,3 2 0,-4-4 0,4 5 0,-4-5 0,4 4 0,-3-2 0,2 1 0,-2-3 0,3 6 0,-4-6 0,4 2 0,-2-1 0,1-1 0,0 1 0,-2 1 0,3 2 0,-2-2 0,0 1 0,2-1 0,-2 0 0,1-1 0,-1 1 0,0 2 0,0-2 0,0 2 0,2-3 0,-2 3 0,1-2 0,1 2 0,-4-3 0,4 3 0,-2-4 0,2 3 0,-1-3 0,1 4 0,-2-2 0,0 2 0,2-1 0,-2-1 0,1 2 0,1-2 0,-2 0 0,2 1 0,-1-1 0,0 2 0,0-2 0,1-1 0,0 1 0,-1 0 0,0 1 0,-2 0 0,5 0 0,-6-1 0,6 1 0,-5 0 0,0 0 0,1-1 0,1 2 0,-1-2 0,2 1 0,-4-1 0,4 2 0,-3-4 0,2 5 0,-2-5 0,3 4 0,-2 0 0,0-2 0,2 1 0,-3-1 0,2 2 0,0-2 0,-1 1 0,2-1 0,-4 0 0,4 1 0,-1-2 0,1 4 0,-2-5 0,0 4 0,0-1 0,-2-2 0,4 4 0,-3-5 0,2 4 0,0-1 0,-1-1 0,2 2 0,-4-2 0,4 1 0,-1-1 0,-1 2 0,2 0 0,-4-4 0,2 3 0,-2-3 0,2 2 0,-2-1 0,2 1 0,-2 0 0,0-1 0,0 1 0,0 0 0,0-2 0,0 1 0,0-1 0,0 1 0,0 1 0,0 0 0,0 0 0,0-1 0,0 1 0,-2 0 0,2-1 0,-2 1 0,2 0 0,-2-1 0,2 1 0,-2 0 0,2 0 0,-2-1 0,1 1 0,-1 0 0,2-1 0,-2 1 0,2 0 0,-4 0 0,4-1 0,-2 1 0,2 0 0,0-1 0,-2 1 0,1 0 0,0-1 0,1 1 0,0 0 0,0 0 0,-2-1 0,1 1 0,-1 0 0,2-1 0,-2 1 0,2 0 0,-2 0 0,2-1 0,0 1 0,0 0 0,-2-1 0,2 1 0,-2 0 0,2-1 0,-2 1 0,1 0 0,-1 0 0,2-1 0,0 1 0,0 0 0,-2-1 0,2 1 0,-2 0 0,2 0 0,0-1 0,0 1 0,0 0 0,0-1 0,0 1 0,0 0 0,0 0 0,0-1 0,0 1 0,0 0 0,-2-1 0,2 1 0,-2 0 0,2-1 0,0 1 0,0 0 0,0 0 0,0-1 0,0 1 0,-2 0 0,1-1 0,-1 1 0,2 0 0,0 0 0,0-1 0,-1 1 0,0 0 0,-1-1 0,0 1 0,2 0 0,-2-1 0,2 1 0,0 0 0,-2 0 0,1-1 0,0 1 0,-1 0 0,1-1 0,-1 1 0,0 0 0,2 0 0,-2-1 0,0 1 0,2 0 0,-2-1 0,0 1 0,1 0 0,-1-1 0,2 1 0,-1 0 0,0 0 0,-1-1 0,0 1 0,2 0 0,-2-1 0,2 1 0,0 0 0,-2 0 0,1-1 0,0 1 0,1 0 0,-2-1 0,1 1 0,-1 0 0,2 0 0,-2-1 0,2 1 0,-2 0 0,2-1 0,0 1 0,0 0 0,-2-1 0,2 1 0,-2 0 0,2 0 0,0-1 0,-2 1 0,1 0 0,-1-1 0,0 1 0,2 0 0,-2 0 0,0-1 0,2 1 0,-2 0 0,2-1 0,-2 1 0,1 0 0,-2 1 0,2-2 0,-3 4 0,4-5 0,-2 2 0,0 1 0,2-3 0,-2 4 0,0-3 0,1 1 0,-3 2 0,4-4 0,-4 5 0,4-5 0,-4 4 0,3-2 0,-2 1 0,0-2 0,-1 4 0,1-5 0,0 5 0,0-2 0,-1 0 0,0 1 0,-1-2 0,1 4 0,0-2 0,0-2 0,-1 3 0,-1-5 0,1 6 0,-1-4 0,2 3 0,1-2 0,-2 2 0,2-1 0,-3 0 0,-3 0 0,4-1 0,-3 2 0,4-1 0,0 1 0,1-3 0,-3 4 0,4-4 0,-5 4 0,3-4 0,0 3 0,0-1 0,-1 2 0,1-2 0,0 2 0,-1-2 0,1 0 0,0 2 0,-1-2 0,1 0 0,0 1 0,0-2 0,-1 2 0,1-1 0,0 2 0,-1-2 0,1 2 0,0-2 0,0 2 0,-1-2 0,1 2 0,0-2 0,-1 0 0,1 1 0,0-1 0,-1 0 0,1 2 0,0-2 0,0 2 0,-1-2 0,1 2 0,0-2 0,-1 0 0,1 1 0,0-1 0,0 1 0,-1 0 0,1-1 0,0 0 0,-1 2 0,1-2 0,0 0 0,-1 1 0,1 0 0,0 1 0,-2-2 0,1 1 0,-1-3 0,1 4 0,1-4 0,0 4 0,0-2 0,-1 2 0,1-2 0,0 1 0,-1-1 0,1 0 0,0 2 0,0-2 0,-1 0 0,1 2 0,0-4 0,-1 3 0,1 0 0,0-1 0,-1 1 0,1-1 0,0 0 0,0 2 0,-1-2 0,1 2 0,0-2 0,-1 2 0,1-2 0,0 2 0,0-2 0,-1 1 0,1-1 0,0 0 0,-1 2 0,1-2 0,0 2 0,-1-2 0,1 2 0,0-2 0,0 2 0,-1-2 0,1 1 0,0-1 0,-1 2 0,1 0 0,0-1 0,0 0 0,-1-1 0,1 2 0,0 0 0,-1-2 0,1 2 0,0-2 0,-1 0 0,1 1 0,0-2 0,0 2 0,-1-1 0,1 0 0,2 0 0,-2 0 0,1-2 0,-1 3 0,2-2 0,-2 0 0,2 1 0,-1-2 0,-3 3 0,5-2 0,-4 2 0,2-3 0,-1 2 0,0 0 0,1-2 0,0 3 0,0-3 0,-1 4 0,2-4 0,-4 4 0,5-4 0,-5 3 0,4-2 0,-3 2 0,3-3 0,-2 2 0,2 0 0,-2 0 0,-1 0 0,1 1 0,2-3 0,-2 2 0,1 0 0,-1 0 0,0 0 0,1-1 0,0 1 0,0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8:38.187"/>
    </inkml:context>
    <inkml:brush xml:id="br0">
      <inkml:brushProperty name="width" value="0.2" units="cm"/>
      <inkml:brushProperty name="height" value="1.2" units="cm"/>
      <inkml:brushProperty name="color" value="#CC0066"/>
      <inkml:brushProperty name="inkEffects" value="pencil"/>
    </inkml:brush>
  </inkml:definitions>
  <inkml:trace contextRef="#ctx0" brushRef="#br0">417 20 16383,'-12'0'0,"2"0"0,6 0 0,0 0 0,0 0 0,-1 0 0,1 2 0,0-2 0,-1 2 0,1-2 0,0 0 0,0 0 0,-1 2 0,1-1 0,2 3 0,-4-4 0,3 2 0,-3-2 0,1 2 0,1-2 0,0 2 0,0 0 0,-1-2 0,1 2 0,0 0 0,-1-1 0,1 3 0,0-4 0,0 4 0,-1-4 0,1 2 0,0-2 0,-1 2 0,1 0 0,0 3 0,0-3 0,-1 0 0,3 0 0,-4 0 0,3 1 0,-1 0 0,0-2 0,2 3 0,-3-4 0,1 4 0,0-4 0,1 4 0,0-2 0,0 1 0,-1 1 0,0-2 0,-1 0 0,1 2 0,0-3 0,1 2 0,0 0 0,0-1 0,-1 0 0,0 0 0,-1 0 0,3 2 0,0 1 0,2-1 0,0 0 0,0 0 0,-2 1 0,2-1 0,-4-2 0,3 4 0,-1-3 0,1 3 0,0-2 0,-1 0 0,0 1 0,2-1 0,-2 0 0,0 0 0,2 1 0,-4-3 0,3 4 0,-3-5 0,4 4 0,-4-2 0,4 1 0,-2 0 0,0 0 0,1 1 0,-2-3 0,2 4 0,-3-3 0,4 3 0,-4-4 0,3 2 0,-2 0 0,2 1 0,-1 1 0,0-4 0,2 2 0,-4-1 0,4 1 0,-2 0 0,0 0 0,-1-1 0,1 0 0,-2 0 0,4 1 0,-2 0 0,0 1 0,1-1 0,-2 0 0,2 0 0,-3 1 0,4-1 0,-4 0 0,4 0 0,-2 1 0,0-1 0,-1 0 0,1 0 0,0 1 0,0-3 0,2 4 0,-4-5 0,3 4 0,-2-1 0,2 1 0,-3 1 0,4-1 0,-4-3 0,2 4 0,-1-4 0,-1 5 0,4-3 0,-4-2 0,2 4 0,-1-3 0,-1 3 0,4-2 0,-4-2 0,4 4 0,-4-5 0,3 5 0,0-2 0,1 1 0,0 1 0,1-4 0,0 2 0,3-2 0,-2 1 0,0 1 0,2-2 0,-1 0 0,-1 2 0,2-2 0,-2 1 0,0 1 0,2-2 0,-1 0 0,-1 2 0,4-2 0,-4 3 0,5-3 0,-5 2 0,2-2 0,-2 0 0,0 2 0,2-1 0,-1-1 0,-1 2 0,2-2 0,-2 1 0,0 0 0,2 0 0,-1-1 0,-1 2 0,2-2 0,-2 2 0,0 1 0,2-3 0,-3 2 0,2-2 0,0 2 0,1 1 0,-2-1 0,2-2 0,-3 2 0,2-2 0,0 3 0,-1-1 0,2-2 0,-4 2 0,4-2 0,-3 3 0,2-3 0,0 2 0,-1-2 0,2 1 0,-2 0 0,1 0 0,0-1 0,0 2 0,-1-2 0,2 1 0,-2 0 0,1 0 0,0-1 0,0 2 0,-1-2 0,2 1 0,-2 0 0,1 0 0,1-1 0,-2 2 0,0-2 0,0 2 0,0 1 0,0-3 0,1 2 0,1-2 0,-4 2 0,4-1 0,-2 1 0,2-4 0,1 2 0,-1-2 0,0 0 0,0 0 0,1 0 0,-1 0 0,4 0 0,-3 0 0,3 0 0,-4 0 0,-1-2 0,2 2 0,-2-2 0,7 2 0,-5 0 0,2-2 0,-4 1 0,0-1 0,3 2 0,0 0 0,-1-2 0,1 2 0,-4-2 0,2 2 0,1 0 0,-1 0 0,0 0 0,0 0 0,1 0 0,-1 0 0,0 0 0,0 0 0,1 0 0,-1 0 0,2 0 0,-1 0 0,1 0 0,-2 0 0,0 0 0,3 0 0,-3 0 0,2 0 0,-1 0 0,-1 0 0,0 0 0,0 0 0,1 0 0,-1 0 0,0 0 0,1 0 0,-1 0 0,0 0 0,0 0 0,1 0 0,-1 0 0,0 0 0,0 0 0,1 0 0,1 0 0,-2 0 0,3 0 0,-3 0 0,0 0 0,0 0 0,1 0 0,-1 0 0,2 0 0,-1-2 0,1 2 0,-2-2 0,0 2 0,1 0 0,-1 0 0,0 0 0,0 0 0,1 0 0,-1 0 0,0 0 0,0 0 0,1 0 0,-1 0 0,0 0 0,-2-4 0,2 3 0,-3-5 0,2 4 0,0 0 0,-1-2 0,2 1 0,-4-1 0,4 2 0,-1-2 0,-1 1 0,2-1 0,-2 0 0,0 0 0,2 1 0,-3-1 0,2 2 0,0-2 0,-1-1 0,2 3 0,-2-2 0,1 2 0,1-1 0,-2-2 0,2 2 0,0-1 0,-1 0 0,1 3 0,-2-3 0,0 2 0,2 0 0,-2-2 0,1 1 0,1 1 0,-2-2 0,2 4 0,-2-4 0,2 2 0,-1-1 0,1-1 0,0 4 0,-1-4 0,2 2 0,-4-3 0,5 3 0,-4 0 0,2 0 0,-1 0 0,1-1 0,-2 0 0,2 0 0,-1-1 0,0 2 0,-2-2 0,3 1 0,-2 1 0,2-2 0,-1 2 0,0-1 0,0 0 0,-1 0 0,2 1 0,-2-2 0,1 2 0,0-1 0,0-1 0,-1 2 0,2 0 0,-2-2 0,1 1 0,0 1 0,-2-4 0,1 3 0,-2-3 0,0 2 0,0 0 0,0-1 0,-2 1 0,1 0 0,-1 0 0,2-1 0,0 1 0,0 0 0,-2-1 0,2 1 0,-2 0 0,2-1 0,0 1 0,-2 0 0,2 0 0,-2-1 0,2 1 0,0 0 0,0-1 0,0 1 0,0 0 0,-2 0 0,1-1 0,0 1 0,1 0 0,0-1 0,0 1 0,0 0 0,0-1 0,0 1 0,0 0 0,0 0 0,-2-1 0,1 1 0,-1 0 0,2-1 0,0 1 0,0 0 0,0 0 0,-2-1 0,2 1 0,-2 0 0,2-1 0,0 1 0,0 0 0,0-1 0,0 1 0,0 0 0,-2 0 0,2-1 0,-2 1 0,0 0 0,1-1 0,-1 1 0,0 0 0,2 0 0,-2-1 0,0 1 0,2 0 0,-4-1 0,3 1 0,-1 0 0,1 0 0,0-1 0,-3 3 0,4-4 0,-4 5 0,3-5 0,0 2 0,-1 1 0,1-2 0,-1 2 0,2-1 0,-2 0 0,2-1 0,-4 3 0,2-2 0,-3 4 0,3-4 0,-4 1 0,3-1 0,-3 2 0,2-2 0,0 3 0,-1-2 0,1 2 0,0-3 0,-1 4 0,1-4 0,0 4 0,0-4 0,-1 3 0,1-1 0,0 0 0,-1 2 0,-5-4 0,5 2 0,-5-1 0,5 1 0,3 1 0,-4 0 0,3-1 0,-3 0 0,2 2 0,-4-4 0,3 4 0,-4-2 0,7 0 0,-2 1 0,0-1 0,-1 0 0,-1 2 0,2-2 0,-3 0 0,3 2 0,-1-4 0,2 3 0,0-1 0,-3 2 0,1-1 0,-1 0 0,2-1 0,-2 0 0,1 2 0,-1-4 0,1 3 0,1-2 0,0 2 0,-2-3 0,1 4 0,-1-2 0,1 2 0,3-2 0,-4 2 0,1-4 0,-1 3 0,-1-1 0,3 0 0,0 2 0,0-2 0,-3 2 0,5-2 0,-4 2 0,3-2 0,-1 2 0,0 0 0,-2-2 0,1 1 0,-1-1 0,1 2 0,1 0 0,0 0 0,0-1 0,-1 0 0,1-1 0,0 0 0,-1 2 0,1-2 0,0 0 0,-1 2 0,1-2 0,13 7 0,-6-3 0,11 5 0,-10-6 0,0 3 0,0-4 0,1 2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8:40.112"/>
    </inkml:context>
    <inkml:brush xml:id="br0">
      <inkml:brushProperty name="width" value="0.2" units="cm"/>
      <inkml:brushProperty name="height" value="1.2" units="cm"/>
      <inkml:brushProperty name="color" value="#CC0066"/>
      <inkml:brushProperty name="inkEffects" value="pencil"/>
    </inkml:brush>
  </inkml:definitions>
  <inkml:trace contextRef="#ctx0" brushRef="#br0">832 9 16383,'-11'0'0,"1"0"0,6 0 0,-1 0 0,1 0 0,0 0 0,-1 0 0,1 0 0,0 0 0,0 0 0,-1 0 0,1 0 0,0 0 0,-1 0 0,-1 0 0,1 0 0,-1 0 0,2 0 0,0 0 0,-1 0 0,-1 0 0,1 0 0,-1 0 0,2 0 0,0 0 0,-1 0 0,1 0 0,0 0 0,-1 0 0,1 0 0,0 0 0,0 0 0,-1 0 0,1 0 0,0 0 0,-1 0 0,1 0 0,0 0 0,-1 0 0,1 0 0,0 0 0,0 0 0,-3 0 0,3 0 0,-3 0 0,3 0 0,0 0 0,0 0 0,-1 0 0,1 0 0,0 0 0,-1 0 0,1 0 0,0 0 0,0 0 0,-1 0 0,1 0 0,0 0 0,-1 0 0,1 0 0,0 0 0,-1 0 0,1 0 0,0 0 0,0 0 0,-1 0 0,1 0 0,0 0 0,-1 0 0,1 0 0,0 0 0,0 0 0,-1-2 0,1 1 0,-2-1 0,1 2 0,-1 0 0,1 0 0,1 0 0,-2 0 0,1 0 0,-1 0 0,2 0 0,-1 0 0,1 0 0,-2 0 0,1 0 0,-1 0 0,2 0 0,-1-1 0,1 0 0,-2-1 0,1 2 0,-1 0 0,2 0 0,-1 0 0,-1 0 0,2 0 0,-3 0 0,3 0 0,0 0 0,-2 0 0,1 0 0,-1 0 0,1 0 0,-3 0 0,3 0 0,-3 0 0,2 0 0,1 0 0,-1 0 0,1 0 0,1 0 0,-2 0 0,1 0 0,-1 0 0,2 0 0,-1 0 0,1 0 0,-2 0 0,1 0 0,-1 0 0,2 0 0,-1 0 0,1 0 0,0 0 0,-2 0 0,-1 0 0,0 0 0,1 0 0,2 0 0,0 0 0,-1 0 0,1 0 0,-2 0 0,-3 2 0,2-2 0,-1 2 0,4-2 0,-1 0 0,1 0 0,0 0 0,0 0 0,-1 0 0,1 0 0,0 0 0,-1 0 0,1 2 0,0-1 0,0 1 0,-1-2 0,1 0 0,0 0 0,-1 0 0,1 0 0,0 2 0,-1-2 0,1 2 0,0-2 0,0 0 0,-1 2 0,1-2 0,0 2 0,-1-2 0,1 0 0,0 0 0,0 0 0,-1 2 0,1-1 0,0 0 0,-1-1 0,1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8:40.113"/>
    </inkml:context>
    <inkml:brush xml:id="br0">
      <inkml:brushProperty name="width" value="0.2" units="cm"/>
      <inkml:brushProperty name="height" value="1.2" units="cm"/>
      <inkml:brushProperty name="color" value="#CC0066"/>
      <inkml:brushProperty name="inkEffects" value="pencil"/>
    </inkml:brush>
  </inkml:definitions>
  <inkml:trace contextRef="#ctx0" brushRef="#br0">859 1 16383,'-9'4'0,"1"2"0,3-6 0,1 4 0,0-3 0,-1 1 0,1 0 0,0 0 0,0 0 0,-1 2 0,1-4 0,0 2 0,-1-2 0,1 2 0,0-1 0,0 3 0,-1-4 0,1 2 0,0 0 0,-1-2 0,1 2 0,0-2 0,0 2 0,-1-2 0,1 2 0,0 0 0,-1-1 0,1 1 0,0 0 0,-1-2 0,1 2 0,0-2 0,0 2 0,-1-2 0,1 4 0,0-4 0,-1 2 0,1-2 0,0 0 0,0 2 0,-1-1 0,1 1 0,0 0 0,-1-2 0,1 2 0,0 0 0,-1-2 0,1 2 0,0-2 0,0 0 0,-1 2 0,1-1 0,0 0 0,-1 1 0,1-1 0,0 1 0,0 0 0,-1-2 0,1 4 0,0-4 0,-1 2 0,1 0 0,0-1 0,1 2 0,-2-2 0,2 1 0,-1 0 0,-2 0 0,3 0 0,-3 2 0,1-3 0,1 0 0,0 1 0,0-1 0,-1 3 0,1-4 0,0 4 0,-1-4 0,3 4 0,-4-2 0,3 3 0,-3-3 0,2 2 0,0-4 0,-1 4 0,1-2 0,0 1 0,-1 1 0,1-4 0,2 4 0,-4-2 0,3 1 0,-1 0 0,0-2 0,2 3 0,-3-4 0,1 4 0,0-2 0,0 2 0,-1-1 0,3 1 0,-2-4 0,2 4 0,-3-4 0,1 4 0,0-3 0,-1 2 0,1-2 0,2 3 0,-2-2 0,2 0 0,-3 2 0,1-3 0,2 2 0,-4 0 0,3 1 0,-3-2 0,2 0 0,1 0 0,-1 0 0,2 1 0,0 1 0,-2-2 0,1 0 0,-1 2 0,0-3 0,1 2 0,0 0 0,0-1 0,-1 0 0,0 2 0,-1-3 0,3 4 0,-2-4 0,2 3 0,-1-2 0,0 0 0,0 2 0,-1-3 0,1 2 0,-2-2 0,4 3 0,-5-4 0,4 4 0,-1-2 0,-1 1 0,2 0 0,-2 0 0,1 1 0,0-2 0,2 2 0,-1 0 0,2 1 0,0 1 0,-2-1 0,2-1 0,-4 0 0,4 0 0,-2 1 0,2-1 0,0 0 0,-2 0 0,1 1 0,-3-3 0,4 4 0,-2-4 0,0 5 0,2-3 0,-2 0 0,0 0 0,1 1 0,-2-1 0,2 0 0,-1 0 0,0 1 0,2-1 0,-2 0 0,0 2 0,1-1 0,-2-1 0,2 0 0,-1-2 0,0 3 0,2-1 0,-2 0 0,0 0 0,2 1 0,-2-1 0,0 0 0,1 0 0,-1 1 0,2-1 0,-1 2 0,-2-3 0,1 3 0,0-4 0,2 2 0,0 0 0,0 1 0,-2-1 0,1 0 0,0 0 0,-1 1 0,1-1 0,-1 0 0,2 0 0,0 1 0,-2-1 0,2 0 0,-2 0 0,2 1 0,-2-1 0,2 0 0,-4 0 0,3 1 0,-1-1 0,2 0 0,-2 0 0,2 1 0,-4-3 0,4 4 0,-2-3 0,0 1 0,1 1 0,-2-4 0,2 5 0,-3-2 0,4 1 0,-2 1 0,0-2 0,2 1 0,-2-1 0,0 0 0,1 0 0,-1 1 0,2-1 0,0 0 0,-2 0 0,2 1 0,-2-1 0,2 0 0,0 0 0,-2 1 0,2-1 0,-2 0 0,2 0 0,-2 1 0,1-1 0,-1 0 0,2 0 0,-1 1 0,0-1 0,-3 2 0,4-1 0,-4-1 0,3 0 0,0-2 0,-1 3 0,1-1 0,-1 0 0,2 0 0,-2 1 0,2-1 0,-4 0 0,4 0 0,-2 1 0,0-1 0,1 0 0,-1 0 0,0 1 0,2-1 0,-4 2 0,4-1 0,-4-1 0,3 0 0,-1-2 0,1 4 0,0-1 0,-1 1 0,2-2 0,-2-1 0,2 2 0,-2-2 0,0 1 0,2 2 0,-4-5 0,3 5 0,-3-4 0,4 2 0,-2 1 0,2-1 0,-2 0 0,0 0 0,-1 1 0,1-1 0,1-2 0,0 4 0,-3-5 0,4 4 0,-2 0 0,0-2 0,1 2 0,0-2 0,-1 1 0,1 0 0,-1 0 0,0 1 0,2-1 0,-4-2 0,4 4 0,-2-3 0,0 1 0,1 2 0,-1-4 0,2 5 0,-2-3 0,2 0 0,-2 0 0,0 1 0,2-1 0,-4-2 0,3 4 0,0-3 0,1 3 0,0-2 0,-2-1 0,1 2 0,-1-2 0,2 3 0,0-2 0,0 1 0,2-1 0,-1 0 0,2-1 0,-2 2 0,3-4 0,-4 5 0,4-4 0,-4 2 0,2 1 0,0-1 0,0-2 0,1 2 0,1-2 0,-4 3 0,4-3 0,-2 2 0,1-2 0,0 2 0,-2 1 0,3-3 0,-4 4 0,4-5 0,-4 4 0,4-2 0,-1 1 0,-1 0 0,2-1 0,-4 0 0,4 0 0,-4 1 0,4-2 0,-1 4 0,-1-3 0,2 1 0,-4 0 0,4-2 0,-4 2 0,4-1 0,-3 3 0,2-4 0,0 3 0,-1-2 0,2 0 0,-4 1 0,4-2 0,-1 2 0,-1-1 0,2 1 0,-4 0 0,4-2 0,-2 4 0,3-3 0,-3 3 0,2-4 0,-4 2 0,4-1 0,-2 1 0,3 0 0,-1 0 0,0 1 0,0-1 0,1 0 0,-1 0 0,-2 1 0,2-3 0,-2 2 0,1-2 0,0 0 0,0 2 0,-1-1 0,2-1 0,-2 2 0,3-2 0,-1 0 0,-2 2 0,2-3 0,-2 2 0,1 0 0,0-1 0,0 2 0,1-2 0,0 1 0,-1 0 0,0-2 0,0 3 0,-1-2 0,2 0 0,-2 2 0,3-1 0,-1 1 0,0-2 0,-2 2 0,2-4 0,-1 4 0,-1-1 0,2-1 0,-2 2 0,0-2 0,2 0 0,-1 2 0,1-3 0,-2 2 0,2 0 0,-2-1 0,3 2 0,-1-2 0,0 3 0,0-1 0,1 0 0,1 0 0,-3 1 0,0-1 0,-1-2 0,1 2 0,-1-2 0,2 1 0,-2 1 0,1-2 0,0 0 0,0 2 0,-1-2 0,2 1 0,-2 1 0,1-2 0,0 0 0,0 2 0,1-2 0,-2 3 0,2-3 0,-2 0 0,3 2 0,-1-1 0,0 1 0,-1 0 0,0-4 0,0 4 0,3-2 0,-3 2 0,2-1 0,-2 1 0,1-4 0,-2 4 0,2-2 0,-2 2 0,1 1 0,1-3 0,-4 2 0,4-2 0,-4 2 0,4-1 0,-2 1 0,1-2 0,1 0 0,0 4 0,1-3 0,-1 3 0,0-4 0,-4 2 0,4-2 0,-2 1 0,1 1 0,0-2 0,-2 2 0,3-1 0,-2 0 0,0 0 0,0 1 0,-2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8:40.114"/>
    </inkml:context>
    <inkml:brush xml:id="br0">
      <inkml:brushProperty name="width" value="0.2" units="cm"/>
      <inkml:brushProperty name="height" value="1.2" units="cm"/>
      <inkml:brushProperty name="color" value="#CC0066"/>
      <inkml:brushProperty name="inkEffects" value="pencil"/>
    </inkml:brush>
  </inkml:definitions>
  <inkml:trace contextRef="#ctx0" brushRef="#br0">425 1662 16383,'2'-10'0,"-1"0"0,1 8 0,-1 0 0,0-4 0,3 5 0,-4-5 0,4 4 0,-4-2 0,4-1 0,-3 1 0,2 2 0,0-2 0,-1 1 0,0-1 0,0 0 0,0 0 0,3-1 0,-3 1 0,2 0 0,-2 1 0,0 0 0,2 0 0,-3-1 0,2 1 0,0-2 0,1 2 0,-2-3 0,2 1 0,-1 1 0,1 0 0,0-1 0,-2 1 0,2 2 0,-3-2 0,2 2 0,0-1 0,1-3 0,0 4 0,1-5 0,-1 3 0,-2 0 0,2 1 0,-4 0 0,4 0 0,-1 1 0,-1-2 0,4 2 0,-5-3 0,4 1 0,-4 0 0,3 1 0,-2 0 0,0 0 0,2 1 0,-4-4 0,4 5 0,-1-5 0,-1 4 0,2-2 0,-2 1 0,0 0 0,2 0 0,-3-1 0,3 0 0,-4-1 0,4 3 0,-2-4 0,1 3 0,0-1 0,-2 0 0,1 2 0,0-2 0,0 1 0,0-1 0,2 2 0,-3-2 0,2-1 0,-2 1 0,3 2 0,-4-4 0,4 5 0,-4-5 0,4 4 0,-3-2 0,2 1 0,-2-3 0,3 6 0,-4-6 0,4 2 0,-2-1 0,1-1 0,0 1 0,-2 1 0,3 2 0,-2-2 0,0 1 0,2-1 0,-2 0 0,1-1 0,-1 1 0,0 2 0,0-2 0,0 2 0,2-3 0,-2 3 0,1-2 0,1 2 0,-4-3 0,4 3 0,-2-4 0,2 3 0,-1-3 0,1 4 0,-2-2 0,0 2 0,2-1 0,-2-1 0,1 2 0,1-2 0,-2 0 0,2 1 0,-1-1 0,0 2 0,0-2 0,1-1 0,0 1 0,-1 0 0,0 1 0,-2 0 0,5 0 0,-6-1 0,6 1 0,-5 0 0,0 0 0,1-1 0,1 2 0,-1-2 0,2 1 0,-4-1 0,4 2 0,-3-4 0,2 5 0,-2-5 0,3 4 0,-2 0 0,0-2 0,2 1 0,-3-1 0,2 2 0,0-2 0,-1 1 0,2-1 0,-4 0 0,4 1 0,-1-2 0,1 4 0,-2-5 0,0 4 0,0-1 0,-2-2 0,4 4 0,-3-5 0,2 4 0,0-1 0,-1-1 0,2 2 0,-4-2 0,4 1 0,-1-1 0,-1 2 0,2 0 0,-4-4 0,2 3 0,-2-3 0,2 2 0,-2-1 0,2 1 0,-2 0 0,0-1 0,0 1 0,0 0 0,0-2 0,0 1 0,0-1 0,0 1 0,0 1 0,0 0 0,0 0 0,0-1 0,0 1 0,-2 0 0,2-1 0,-2 1 0,2 0 0,-2-1 0,2 1 0,-2 0 0,2 0 0,-2-1 0,1 1 0,-1 0 0,2-1 0,-2 1 0,2 0 0,-4 0 0,4-1 0,-2 1 0,2 0 0,0-1 0,-2 1 0,1 0 0,0-1 0,1 1 0,0 0 0,0 0 0,-2-1 0,1 1 0,-1 0 0,2-1 0,-2 1 0,2 0 0,-2 0 0,2-1 0,0 1 0,0 0 0,-2-1 0,2 1 0,-2 0 0,2-1 0,-2 1 0,1 0 0,-1 0 0,2-1 0,0 1 0,0 0 0,-2-1 0,2 1 0,-2 0 0,2 0 0,0-1 0,0 1 0,0 0 0,0-1 0,0 1 0,0 0 0,0 0 0,0-1 0,0 1 0,0 0 0,-2-1 0,2 1 0,-2 0 0,2-1 0,0 1 0,0 0 0,0 0 0,0-1 0,0 1 0,-2 0 0,1-1 0,-1 1 0,2 0 0,0 0 0,0-1 0,-1 1 0,0 0 0,-1-1 0,0 1 0,2 0 0,-2-1 0,2 1 0,0 0 0,-2 0 0,1-1 0,0 1 0,-1 0 0,1-1 0,-1 1 0,0 0 0,2 0 0,-2-1 0,0 1 0,2 0 0,-2-1 0,0 1 0,1 0 0,-1-1 0,2 1 0,-1 0 0,0 0 0,-1-1 0,0 1 0,2 0 0,-2-1 0,2 1 0,0 0 0,-2 0 0,1-1 0,0 1 0,1 0 0,-2-1 0,1 1 0,-1 0 0,2 0 0,-2-1 0,2 1 0,-2 0 0,2-1 0,0 1 0,0 0 0,-2-1 0,2 1 0,-2 0 0,2 0 0,0-1 0,-2 1 0,1 0 0,-1-1 0,0 1 0,2 0 0,-2 0 0,0-1 0,2 1 0,-2 0 0,2-1 0,-2 1 0,1 0 0,-2 1 0,2-2 0,-3 4 0,4-5 0,-2 2 0,0 1 0,2-3 0,-2 4 0,0-3 0,1 1 0,-3 2 0,4-4 0,-4 5 0,4-5 0,-4 4 0,3-2 0,-2 1 0,0-2 0,-1 4 0,1-5 0,0 5 0,0-2 0,-1 0 0,0 1 0,-1-2 0,1 4 0,0-2 0,0-2 0,-1 3 0,-1-5 0,1 6 0,-1-4 0,2 3 0,1-2 0,-2 2 0,2-1 0,-3 0 0,-3 0 0,4-1 0,-3 2 0,4-1 0,0 1 0,1-3 0,-3 4 0,4-4 0,-5 4 0,3-4 0,0 3 0,0-1 0,-1 2 0,1-2 0,0 2 0,-1-2 0,1 0 0,0 2 0,-1-2 0,1 0 0,0 1 0,0-2 0,-1 2 0,1-1 0,0 2 0,-1-2 0,1 2 0,0-2 0,0 2 0,-1-2 0,1 2 0,0-2 0,-1 0 0,1 1 0,0-1 0,-1 0 0,1 2 0,0-2 0,0 2 0,-1-2 0,1 2 0,0-2 0,-1 0 0,1 1 0,0-1 0,0 1 0,-1 0 0,1-1 0,0 0 0,-1 2 0,1-2 0,0 0 0,-1 1 0,1 0 0,0 1 0,-2-2 0,1 1 0,-1-3 0,1 4 0,1-4 0,0 4 0,0-2 0,-1 2 0,1-2 0,0 1 0,-1-1 0,1 0 0,0 2 0,0-2 0,-1 0 0,1 2 0,0-4 0,-1 3 0,1 0 0,0-1 0,-1 1 0,1-1 0,0 0 0,0 2 0,-1-2 0,1 2 0,0-2 0,-1 2 0,1-2 0,0 2 0,0-2 0,-1 1 0,1-1 0,0 0 0,-1 2 0,1-2 0,0 2 0,-1-2 0,1 2 0,0-2 0,0 2 0,-1-2 0,1 1 0,0-1 0,-1 2 0,1 0 0,0-1 0,0 0 0,-1-1 0,1 2 0,0 0 0,-1-2 0,1 2 0,0-2 0,-1 0 0,1 1 0,0-2 0,0 2 0,-1-1 0,1 0 0,2 0 0,-2 0 0,1-2 0,-1 3 0,2-2 0,-2 0 0,2 1 0,-1-2 0,-3 3 0,5-2 0,-4 2 0,2-3 0,-1 2 0,0 0 0,1-2 0,0 3 0,0-3 0,-1 4 0,2-4 0,-4 4 0,5-4 0,-5 3 0,4-2 0,-3 2 0,3-3 0,-2 2 0,2 0 0,-2 0 0,-1 0 0,1 1 0,2-3 0,-2 2 0,1 0 0,-1 0 0,0 0 0,1-1 0,0 1 0,0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8:40.115"/>
    </inkml:context>
    <inkml:brush xml:id="br0">
      <inkml:brushProperty name="width" value="0.2" units="cm"/>
      <inkml:brushProperty name="height" value="1.2" units="cm"/>
      <inkml:brushProperty name="color" value="#CC0066"/>
      <inkml:brushProperty name="inkEffects" value="pencil"/>
    </inkml:brush>
  </inkml:definitions>
  <inkml:trace contextRef="#ctx0" brushRef="#br0">417 20 16383,'-12'0'0,"2"0"0,6 0 0,0 0 0,0 0 0,-1 0 0,1 2 0,0-2 0,-1 2 0,1-2 0,0 0 0,0 0 0,-1 2 0,1-1 0,2 3 0,-4-4 0,3 2 0,-3-2 0,1 2 0,1-2 0,0 2 0,0 0 0,-1-2 0,1 2 0,0 0 0,-1-1 0,1 3 0,0-4 0,0 4 0,-1-4 0,1 2 0,0-2 0,-1 2 0,1 0 0,0 3 0,0-3 0,-1 0 0,3 0 0,-4 0 0,3 1 0,-1 0 0,0-2 0,2 3 0,-3-4 0,1 4 0,0-4 0,1 4 0,0-2 0,0 1 0,-1 1 0,0-2 0,-1 0 0,1 2 0,0-3 0,1 2 0,0 0 0,0-1 0,-1 0 0,0 0 0,-1 0 0,3 2 0,0 1 0,2-1 0,0 0 0,0 0 0,-2 1 0,2-1 0,-4-2 0,3 4 0,-1-3 0,1 3 0,0-2 0,-1 0 0,0 1 0,2-1 0,-2 0 0,0 0 0,2 1 0,-4-3 0,3 4 0,-3-5 0,4 4 0,-4-2 0,4 1 0,-2 0 0,0 0 0,1 1 0,-2-3 0,2 4 0,-3-3 0,4 3 0,-4-4 0,3 2 0,-2 0 0,2 1 0,-1 1 0,0-4 0,2 2 0,-4-1 0,4 1 0,-2 0 0,0 0 0,-1-1 0,1 0 0,-2 0 0,4 1 0,-2 0 0,0 1 0,1-1 0,-2 0 0,2 0 0,-3 1 0,4-1 0,-4 0 0,4 0 0,-2 1 0,0-1 0,-1 0 0,1 0 0,0 1 0,0-3 0,2 4 0,-4-5 0,3 4 0,-2-1 0,2 1 0,-3 1 0,4-1 0,-4-3 0,2 4 0,-1-4 0,-1 5 0,4-3 0,-4-2 0,2 4 0,-1-3 0,-1 3 0,4-2 0,-4-2 0,4 4 0,-4-5 0,3 5 0,0-2 0,1 1 0,0 1 0,1-4 0,0 2 0,3-2 0,-2 1 0,0 1 0,2-2 0,-1 0 0,-1 2 0,2-2 0,-2 1 0,0 1 0,2-2 0,-1 0 0,-1 2 0,4-2 0,-4 3 0,5-3 0,-5 2 0,2-2 0,-2 0 0,0 2 0,2-1 0,-1-1 0,-1 2 0,2-2 0,-2 1 0,0 0 0,2 0 0,-1-1 0,-1 2 0,2-2 0,-2 2 0,0 1 0,2-3 0,-3 2 0,2-2 0,0 2 0,1 1 0,-2-1 0,2-2 0,-3 2 0,2-2 0,0 3 0,-1-1 0,2-2 0,-4 2 0,4-2 0,-3 3 0,2-3 0,0 2 0,-1-2 0,2 1 0,-2 0 0,1 0 0,0-1 0,0 2 0,-1-2 0,2 1 0,-2 0 0,1 0 0,0-1 0,0 2 0,-1-2 0,2 1 0,-2 0 0,1 0 0,1-1 0,-2 2 0,0-2 0,0 2 0,0 1 0,0-3 0,1 2 0,1-2 0,-4 2 0,4-1 0,-2 1 0,2-4 0,1 2 0,-1-2 0,0 0 0,0 0 0,1 0 0,-1 0 0,4 0 0,-3 0 0,3 0 0,-4 0 0,-1-2 0,2 2 0,-2-2 0,7 2 0,-5 0 0,2-2 0,-4 1 0,0-1 0,3 2 0,0 0 0,-1-2 0,1 2 0,-4-2 0,2 2 0,1 0 0,-1 0 0,0 0 0,0 0 0,1 0 0,-1 0 0,0 0 0,0 0 0,1 0 0,-1 0 0,2 0 0,-1 0 0,1 0 0,-2 0 0,0 0 0,3 0 0,-3 0 0,2 0 0,-1 0 0,-1 0 0,0 0 0,0 0 0,1 0 0,-1 0 0,0 0 0,1 0 0,-1 0 0,0 0 0,0 0 0,1 0 0,-1 0 0,0 0 0,0 0 0,1 0 0,1 0 0,-2 0 0,3 0 0,-3 0 0,0 0 0,0 0 0,1 0 0,-1 0 0,2 0 0,-1-2 0,1 2 0,-2-2 0,0 2 0,1 0 0,-1 0 0,0 0 0,0 0 0,1 0 0,-1 0 0,0 0 0,0 0 0,1 0 0,-1 0 0,0 0 0,-2-4 0,2 3 0,-3-5 0,2 4 0,0 0 0,-1-2 0,2 1 0,-4-1 0,4 2 0,-1-2 0,-1 1 0,2-1 0,-2 0 0,0 0 0,2 1 0,-3-1 0,2 2 0,0-2 0,-1-1 0,2 3 0,-2-2 0,1 2 0,1-1 0,-2-2 0,2 2 0,0-1 0,-1 0 0,1 3 0,-2-3 0,0 2 0,2 0 0,-2-2 0,1 1 0,1 1 0,-2-2 0,2 4 0,-2-4 0,2 2 0,-1-1 0,1-1 0,0 4 0,-1-4 0,2 2 0,-4-3 0,5 3 0,-4 0 0,2 0 0,-1 0 0,1-1 0,-2 0 0,2 0 0,-1-1 0,0 2 0,-2-2 0,3 1 0,-2 1 0,2-2 0,-1 2 0,0-1 0,0 0 0,-1 0 0,2 1 0,-2-2 0,1 2 0,0-1 0,0-1 0,-1 2 0,2 0 0,-2-2 0,1 1 0,0 1 0,-2-4 0,1 3 0,-2-3 0,0 2 0,0 0 0,0-1 0,-2 1 0,1 0 0,-1 0 0,2-1 0,0 1 0,0 0 0,-2-1 0,2 1 0,-2 0 0,2-1 0,0 1 0,-2 0 0,2 0 0,-2-1 0,2 1 0,0 0 0,0-1 0,0 1 0,0 0 0,-2 0 0,1-1 0,0 1 0,1 0 0,0-1 0,0 1 0,0 0 0,0-1 0,0 1 0,0 0 0,0 0 0,-2-1 0,1 1 0,-1 0 0,2-1 0,0 1 0,0 0 0,0 0 0,-2-1 0,2 1 0,-2 0 0,2-1 0,0 1 0,0 0 0,0-1 0,0 1 0,0 0 0,-2 0 0,2-1 0,-2 1 0,0 0 0,1-1 0,-1 1 0,0 0 0,2 0 0,-2-1 0,0 1 0,2 0 0,-4-1 0,3 1 0,-1 0 0,1 0 0,0-1 0,-3 3 0,4-4 0,-4 5 0,3-5 0,0 2 0,-1 1 0,1-2 0,-1 2 0,2-1 0,-2 0 0,2-1 0,-4 3 0,2-2 0,-3 4 0,3-4 0,-4 1 0,3-1 0,-3 2 0,2-2 0,0 3 0,-1-2 0,1 2 0,0-3 0,-1 4 0,1-4 0,0 4 0,0-4 0,-1 3 0,1-1 0,0 0 0,-1 2 0,-5-4 0,5 2 0,-5-1 0,5 1 0,3 1 0,-4 0 0,3-1 0,-3 0 0,2 2 0,-4-4 0,3 4 0,-4-2 0,7 0 0,-2 1 0,0-1 0,-1 0 0,-1 2 0,2-2 0,-3 0 0,3 2 0,-1-4 0,2 3 0,0-1 0,-3 2 0,1-1 0,-1 0 0,2-1 0,-2 0 0,1 2 0,-1-4 0,1 3 0,1-2 0,0 2 0,-2-3 0,1 4 0,-1-2 0,1 2 0,3-2 0,-4 2 0,1-4 0,-1 3 0,-1-1 0,3 0 0,0 2 0,0-2 0,-3 2 0,5-2 0,-4 2 0,3-2 0,-1 2 0,0 0 0,-2-2 0,1 1 0,-1-1 0,1 2 0,1 0 0,0 0 0,0-1 0,-1 0 0,1-1 0,0 0 0,-1 2 0,1-2 0,0 0 0,-1 2 0,1-2 0,13 7 0,-6-3 0,11 5 0,-10-6 0,0 3 0,0-4 0,1 2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49:04.645"/>
    </inkml:context>
    <inkml:brush xml:id="br0">
      <inkml:brushProperty name="width" value="0.2" units="cm"/>
      <inkml:brushProperty name="height" value="0.4" units="cm"/>
      <inkml:brushProperty name="color" value="#A9D8FF"/>
      <inkml:brushProperty name="tip" value="rectangle"/>
      <inkml:brushProperty name="rasterOp" value="maskPen"/>
    </inkml:brush>
  </inkml:definitions>
  <inkml:trace contextRef="#ctx0" brushRef="#br0">35 1118,'-12'-24,"-1"-2,10 16,-1-3,2 11,2-27,2 3,1-36,1 2,-4-3,-1 1,-1-5,6-1,-3 22,7-16,-5 28,2-33,-3 14,-2 12,2 12,-2 22,4-11,-3 12,3-11,-4 11,6-13,-5 13,5-19,-3 17,-1-16,0 17,0-14,-1 15,1-11,-2 12,-2-2,-3-1,0 4,1-6,0 5,1-2,1-1,0 2,2-5,0 4,8 2,-2 1,5 4,-3 0,-3 0,6 0,-4 0,16 0,-13 0,35 2,-34-1,53 3,-49-4,58 2,-58-2,56 0,-57 0,55 2,-54-1,53 3,-55-4,57 4,-55-3,58 1,-56-2,56 0,-58 0,58 2,-60-2,53 4,-54-3,42 3,-44-4,41 4,-41-3,43 1,-43-2,43 4,-43-3,37 5,-38-6,35 6,-34-5,35 7,-34-7,14 3,-18-4,-1 0,3 0,-2 0,4 0,-4 0,4 2,-6-1,8 1,32-2,-26 0,21 0,0 0,-26 0,24 1,0 0,-25-1,56 2,-58-2,62 2,-59-1,31-1,-1 0,-29-1,28 0,-1 0,-27 1,58 0,-56 0,54 2,-56-1,27 1,0 0,-26-2,29 1,-1 0,-28-1,21 1,1 0,-22 0,53 1,-52-2,54 2,-54-2,24 2,1 0,-23-1,32 1,-1 0,-28-2,34 1,0 0,-34-1,35 0,0 0,-35 0,33 0,-1 0,-32 0,31 0,0 0,-34 0,34 0,0 0,-36 0,42 0,-8 0,1 0,7 0,-18-1,-6 0,-21 1,25-1,-1 0,-25 1,57 0,-57 0,61-4,-60 3,61-7,-63 7,25-4,1-1,-22 5,23-3,1 0,-25 3,58-1,-61 2,63 0,-61 0,29 0,0 0,-27 0,34 0,2 0,-32 0,32 0,-1 0,-33 0,32 0,-1 0,1 0,6 0,-9 0,-5 0,-23 0,34 0,-1 0,-33 0,30 0,0 0,-33 0,37 0,-8 0,1-2,8 2,-13-1,-5 0,-17 1,23 0,-1 0,-25 0,22 0,0 0,-24 0,60 2,-61-2,54 4,-56-3,54 1,-53-2,55 0,-55 0,50 0,-50 0,48 0,-48 0,44-4,-45 3,41-7,-41 5,37-6,-38 6,26-5,-28 7,12-5,-14 5,2-1,1 2,-4 0,6 0,0 0,-5-2,18 2,-18-2,26 2,-24 0,21 0,-22 0,19 0,-18 0,20 0,-20 0,22 0,-20 0,17 0,-18 0,17 2,-18-2,19 2,-21-2,5 2,-9 9,-2-5,0 7,2-7,-2-1,2 14,-2-12,2 22,-1-22,3 26,-4-25,4 31,-3-30,1 27,-2-28,2 23,0-26,3 27,-1-25,-1 25,-1-24,0 22,-2-22,2 21,-2-22,0 19,0-18,-2 22,2-22,-2 19,2-21,2 19,-2-18,2 18,-2-19,0 15,0-15,-4 19,3-18,-5 22,5-22,-5 26,5-25,-3 27,4-27,0 24,0-24,0 23,0-24,4 14,-1-16,4 4,-3-3,3-3,-2 5,-1-3,2 0,-3 3,6-5,-2 2,0-1,-1 0,-1 1,-11-23,4 15,-6-21,-3 7,7 9,-12-27,12 27,-21-41,21 37,-26-49,27 49,-18-47,18 48,-4-20,5 27,2-1,-4-13,3 10,-3-11,0 4,3 8,-7-26,7 24,-7-28,7 29,-3-22,4 22,-2-19,1 20,-3-16,4 17,-2-17,0 18,1-19,-1 19,2-18,0 17,0-13,0 13,0-11,0 11,0-9,0 10,0-6,-6 6,-1 3,-7 2</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49:07.437"/>
    </inkml:context>
    <inkml:brush xml:id="br0">
      <inkml:brushProperty name="width" value="0.2" units="cm"/>
      <inkml:brushProperty name="height" value="0.4" units="cm"/>
      <inkml:brushProperty name="color" value="#A9D8FF"/>
      <inkml:brushProperty name="tip" value="rectangle"/>
      <inkml:brushProperty name="rasterOp" value="maskPen"/>
    </inkml:brush>
  </inkml:definitions>
  <inkml:trace contextRef="#ctx0" brushRef="#br0">51 116,'-8'17,"2"-2,4-11,1 3,-1 2,2-2,0 4,-2 12,2-12,-2 33,2-32,-2 45,1-43,-7 55,7-56,-9 59,9-59,-3 56,4-57,0 42,2-44,2 30,-1-31,5 21,-7-23,5 14,-5-15,3 6,-4-7,4 2,-3 1,3 0,-4 1,2-1,-2-1,2 2,1-2,1 0,1-1,-1-1,-1 4,1-2,-4 0,4 1,-3-1,3 0,-2 2,3-4,-1 3,-1-1,-1 0,0 2,-2-2,4 0,-1 1,-1-1,2 6,-1-7,3 20,-3-19,1 27,-4-26,0 25,0-25,0 10,-2-44,2 19,-2-24,-2 9,3 13,-3-42,4 39,2-57,-2 55,4-26,0-1,-3 27,9-49,-9 54,9-40,-8 38,4-44,-6 44,0-40,0 41,-2-41,1 40,-5-38,5 40,-5-30,6 31,-2-25,2 25,0-19,0 21,0-9,0 10,0-2,-4 25,3-13,-3 17,0 23,3-31,-3 26,0 1,3-26,-5 24,-1 1,5-22,-5 22,0-1,6-23,-9 56,9-59,-1 47,2-49,8 37,-6-38,10 32,-11-33,7 22,-7-25,-1 11,-1-12,-1 4,-10-23,7 10,-8-15,9 11,2 2,-7-25,6 21,-7-53,9 50,-1-26,2 0,2 26,5-54,-4 56,7-54,-7 52,10-59,-10 60,7-47,-9 49,3-29,-4 31,0-19,0 20,0-21,0 20,0-21,0 22,-2-18,2 18,-3-12,3 14,0-12,0 10,0-11,0 12,0-7,0 8,0-6,-2 6,2-6,-2 4,2 0,-2-1,1 1,-1-3,2 1,2 2,-1-1,1 1,0 0,-2-2,4 2,3 2,0 1,2 4,2 0,-6 0,32 0,-26 0,56-6,-54 4,59-8,-59 9,48-5,-51 6,32-4,-33 3,25-1,-26 2,31 2,-30-1,44 3,-42-2,44 3,-45-3,42 0,-41-2,34 0,-37 0,16-2,-18 2,5-5,-5 5,1-2,2 2,0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7:56.288"/>
    </inkml:context>
    <inkml:brush xml:id="br0">
      <inkml:brushProperty name="width" value="0.2" units="cm"/>
      <inkml:brushProperty name="height" value="1.2" units="cm"/>
      <inkml:brushProperty name="color" value="#CC0066"/>
      <inkml:brushProperty name="inkEffects" value="pencil"/>
    </inkml:brush>
  </inkml:definitions>
  <inkml:trace contextRef="#ctx0" brushRef="#br0">336 359 16383,'0'11'0,"0"-1"0,0-6 0,0 1 0,0-1 0,0 0 0,0 0 0,0 1 0,0-1 0,0 0 0,0 0 0,0 1 0,0-1 0,0 0 0,0 0 0,0 1 0,0-1 0,0 0 0,0 0 0,0 1 0,0-1 0,0 0 0,0 0 0,0 1 0,0-1 0,0 0 0,0 0 0,0 1 0,0-1 0,0 0 0,0 0 0,0 1 0,0-1 0,0 0 0,0 0 0,0 1 0,0-1 0,0 0 0,0 0 0,0 1 0,0-1 0,0 0 0,0 0 0,0 1 0,0-1 0,0 0 0,0 0 0,0 1 0,0 3 0,0-3 0,0 3 0,0-4 0,0 1 0,0-1 0,0 0 0,0 0 0,0 1 0,0-1 0,0 0 0,0 0 0,0 1 0,0-1 0,0 0 0,0 0 0,0 1 0,0-1 0,0 0 0,0 0 0,0 1 0,0-1 0,0 0 0,0 0 0,0 1 0,0-1 0,0 0 0,0 0 0,0 1 0,0 1 0,0-2 0,0 3 0,0-3 0,0 0 0,0 0 0,0 1 0,0-1 0,-2 0 0,1 0 0,-1 1 0,2-1 0,0 0 0,0 0 0,0 1 0,0-1 0,0 0 0,0 0 0,0 1 0,0-1 0,0 0 0,0 0 0,0 1 0,0-1 0,0 0 0,0 0 0,0 1 0,0-1 0,0 0 0,0 0 0,0 1 0,0-1 0,0 0 0,0 0 0,0 1 0,0-1 0,-2 0 0,2 0 0,-2 1 0,2-1 0,0 0 0,0 0 0,0 1 0,0-1 0,0 0 0,-2 0 0,2 1 0,-2-1 0,2 0 0,0 0 0,0 1 0,0-1 0,-2 0 0,1 0 0,-1 3 0,2-3 0,0 2 0,0-1 0,0-1 0,0 0 0,0 0 0,-1 1 0,0-1 0,-1 0 0,2 0 0,0 1 0,0-1 0,0 0 0,-2 0 0,2 1 0,-2-1 0,2 0 0,0 0 0,0 1 0,0-1 0,0 0 0,0 0 0,0 1 0,0-1 0,0 0 0,2 0 0,-2 1 0,2-1 0,-2 2 0,0-1 0,0 1 0,0-2 0,0 1 0,0-1 0,0 0 0,0 0 0,0 1 0,2-1 0,-2 0 0,2 0 0,-2 1 0,0-1 0,0 0 0,0 0 0,0 1 0,0-1 0,0 0 0,0 0 0,0 1 0,0-1 0,0 0 0,0 0 0,0 1 0,0-1 0,0 0 0,0 0 0,0 1 0,0-1 0,0 0 0,0 0 0,0 1 0,0-1 0,0 0 0,0 2 0,0-1 0,0 1 0,0-2 0,-2-1 0,2 2 0,-2-2 0,2 3 0,0-1 0,0-1 0,0 0 0,0 0 0,0 1 0,0-1 0,0 0 0,0 0 0,0 1 0,0-1 0,0 0 0,0 0 0,0 1 0,0-1 0,0 0 0,0 0 0,0 1 0,0-1 0,0 0 0,0 0 0,0 1 0,0-1 0,0 0 0,0 0 0,0 1 0,0-1 0,0 0 0,0 0 0,0 1 0,0-1 0,0 0 0,0 0 0,0 1 0,0-1 0,0 0 0,-2 0 0,2 1 0,-2-1 0,2 0 0,-2 0 0,1 1 0,-2-1 0,2 0 0,-3-1 0,4 2 0,-4-4 0,4 5 0,-4-4 0,3 2 0,-3-1 0,2 1 0,0-2 0,-2 0 0,1 2 0,-1-3 0,0 0 0,0 1 0,-1-1 0,1 1 0,0 0 0,-1-2 0,1 2 0,0-2 0,0 0 0,-1 0 0,1 2 0,0-2 0,-1 2 0,1-2 0,0 2 0,-1-1 0,1 0 0,0-1 0,0 0 0,-1 0 0,1 0 0,0 0 0,-1 0 0,1 0 0,0 0 0,0 0 0,-1 0 0,1 0 0,0 0 0,-1 0 0,1 0 0,0-1 0,-1 0 0,3-3 0,-2 2 0,2-1 0,0 0 0,-2 0 0,3-1 0,-3 2 0,2-2 0,-2 1 0,1-1 0,0 2 0,2-2 0,-3 2 0,2-1 0,-1-1 0,0 2 0,0-2 0,-1 1 0,2-1 0,-2 2 0,3-2 0,-3 1 0,4-2 0,-4 4 0,4-5 0,-4 4 0,3-3 0,0 1 0,1 0 0,-2-1 0,1 1 0,-3 2 0,4-4 0,-4 5 0,4-5 0,-4 4 0,3-2 0,-1-1 0,0 1 0,2 0 0,-4 0 0,4-1 0,-2 1 0,2 0 0,-2-1 0,-1 1 0,1 0 0,0-1 0,2 1 0,0 0 0,0 0 0,0-1 0,0 1 0,0 0 0,0-1 0,-2 1 0,2 0 0,-2 0 0,2-1 0,0 1 0,0 0 0,0-1 0,0 1 0,0 0 0,-2-1 0,1 1 0,0 0 0,1 0 0,0-1 0,0 1 0,0 0 0,0-1 0,-2 1 0,1 0 0,-1 0 0,2-1 0,0 1 0,0 0 0,0-1 0,0 1 0,0 0 0,0-1 0,-2 1 0,2 0 0,-2 0 0,2-1 0,0 1 0,0 0 0,0-1 0,0 1 0,0 0 0,0 0 0,0-1 0,-2 1 0,2 0 0,-2-1 0,2 1 0,0 0 0,0 0 0,0-1 0,0 1 0,0 0 0,0-1 0,0 1 0,0 0 0,0-1 0,0 1 0,0 0 0,0 0 0,0-1 0,0 1 0,0 0 0,0-1 0,2 1 0,-2 0 0,2 0 0,-2-1 0,0 1 0,0 0 0,0-1 0,0 1 0,0 0 0,0-1 0,0 1 0,0 0 0,0 0 0,0-1 0,2 1 0,-2 0 0,2-1 0,-2 1 0,0 0 0,0 0 0,0-1 0,0 1 0,0 0 0,2-1 0,-1 1 0,0 0 0,-1-1 0,0 1 0,0 0 0,0 0 0,0-1 0,0 1 0,0 0 0,0-1 0,0 1 0,2 0 0,-1 0 0,1-1 0,-2 1 0,0 0 0,0-1 0,0 1 0,0 0 0,0 0 0,0-1 0,0 1 0,0 0 0,0-1 0,0 1 0,2 0 0,-2-1 0,2 1 0,-2 0 0,0 0 0,0-1 0,0 1 0,0 0 0,0-1 0,0 1 0,0 0 0,0 0 0,0-1 0,0 1 0,0 0 0,0-1 0,0 1 0,0 0 0,0-1 0,2 1 0,-2 0 0,2 0 0,-2-1 0,0 1 0,0 0 0,0-1 0,0 1 0,0 0 0,0 0 0,2-3 0,-1 3 0,0-3 0,-1 3 0,0 0 0,0-1 0,0 1 0,0 0 0,0 0 0,0-1 0,2 1 0,-1 0 0,1-1 0,-2 1 0,0 0 0,2 0 0,-2-1 0,2 1 0,-2 0 0,0-1 0,0 1 0,0 0 0,0 0 0,0-1 0,0 1 0,0 0 0,0-1 0,2 1 0,-2 0 0,2-1 0,-2 1 0,0 0 0,0 0 0,2-1 0,-1 1 0,0 0 0,-1-1 0,0 1 0,0 0 0,0 0 0,0-1 0,0 1 0,0 0 0,0-1 0,0 1 0,0-6 0,0 4 0,0-4 0,0 6 0,0 0 0,0-1 0,0 1 0,0 0 0,0-2 0,0 1 0,0-1 0,0 1 0,0 1 0,0 0 0,0-1 0,0 1 0,0 0 0,-1-2 0,0 1 0,-1-1 0,0 3 0,2 0 0,-2-2 0,2 0 0,0-1 0,0 0 0,0 1 0,0-1 0,-2 4 0,2-2 0,-2 0 0,2-1 0,-2-5 0,1 5 0,-1-4 0,2 5 0,0 0 0,0 0 0,0-3 0,0 3 0,0-3 0,0 3 0,0 0 0,0 0 0,0-1 0,0 1 0,0 0 0,0-1 0,0 1 0,0 0 0,-2-2 0,2 1 0,-2-1 0,2 1 0,0 1 0,0 0 0,0-1 0,0 1 0,0 0 0,0 0 0,0-1 0,0 1 0,0 0 0,0-1 0,0 1 0,0 0 0,0-1 0,-2 1 0,2 0 0,-2 0 0,2-1 0,0 1 0,0 0 0,0-1 0,0 1 0,0 0 0,0 0 0,0-1 0,0 1 0,0 0 0,0-1 0,0 1 0,0 0 0,0-1 0,0 1 0,2 0 0,-2 0 0,2-1 0,-2 1 0,0 0 0,0-1 0,2 1 0,-2 0 0,2 0 0,-2-1 0,2 1 0,-1 0 0,0-1 0,-1 1 0,4 2 0,-3-2 0,5 3 0,-2 0 0,-1-1 0,3 1 0,-4-1 0,2 2 0,0 0 0,1 0 0,-1 0 0,0 0 0,0-2 0,1 2 0,-1-2 0,0 2 0,1 0 0,-1 0 0,0 0 0,2 0 0,-1 0 0,1 0 0,-2 0 0,1 0 0,-1 0 0,4 0 0,-3 0 0,3 0 0,-4 0 0,1 0 0,-1 0 0,0 0 0,0 0 0,1 0 0,-1 0 0,0 0 0,0 0 0,1 0 0,-1 0 0,0 0 0,0 0 0,1 0 0,-1 0 0,0 0 0,0 0 0,1 0 0,-1 0 0,0 0 0,0 0 0,1 0 0,-1 0 0,0 0 0,0 0 0,1 0 0,-1 0 0,0 0 0,0 0 0,1 0 0,-1 0 0,0 0 0,0 0 0,1 0 0,-1 0 0,0 0 0,0 0 0,1 0 0,-1 0 0,0 0 0,0 0 0,1 2 0,-1-2 0,0 2 0,0-2 0,1 0 0,-1 0 0,0 0 0,2 0 0,-1 0 0,1 0 0,-2 0 0,1 2 0,-1-1 0,0 0 0,0-1 0,1 0 0,-1 0 0,0 0 0,0 0 0,1 0 0,-1 0 0,0 0 0,0 0 0,1 0 0,-1 0 0,0 0 0,0 0 0,1 0 0,-1 0 0,0 0 0,0 0 0,3 0 0,-3 0 0,2 0 0,-1 0 0,-1 0 0,0-1 0,0 0 0,1-1 0,-1 2 0,0 0 0,0 0 0,1 0 0,-1 0 0,0 0 0,0 0 0,1 0 0,-1 0 0,0 0 0,0 0 0,1 0 0,-1 0 0,0 0 0,1 0 0,-1 0 0,0 0 0,0 0 0,1 0 0,-1 0 0,0 0 0,0 0 0,1 0 0,-1 0 0,2 0 0,-1 0 0,1 0 0,-2 0 0,0 0 0,1 0 0,-1 0 0,0 0 0,0 0 0,1 0 0,-1-2 0,0 2 0,0-2 0,1 2 0,-1 0 0,0 0 0,0 0 0,1 0 0,-1 0 0,0 0 0,0 0 0,1 0 0,1 0 0,-2 0 0,3-2 0,-3 1 0,0 0 0,0 1 0,1 0 0,-1 0 0,0 0 0,0 0 0,1 0 0,-1 0 0,0 0 0,0 0 0,1 0 0,-1-2 0,0 1 0,0-1 0,1 2 0,-1 0 0,0 0 0,0 0 0,1 0 0,-1 0 0,0 0 0,0 0 0,1 0 0,-1 0 0,0 0 0,0 0 0,1 0 0,-1 0 0,0 0 0,0 0 0,1 0 0,-1 0 0,0 0 0,0 0 0,1 0 0,-1 0 0,0 0 0,0 0 0,1 0 0,-1 0 0,0 0 0,0 0 0,1 0 0,-1 0 0,0 0 0,0 0 0,1 0 0,-1 0 0,0 0 0,0 0 0,1 0 0,-1 0 0,0 0 0,0 0 0,1 0 0,-1 0 0,0 0 0,0-2 0,1 2 0,-1-2 0,0 2 0,0 0 0,1 0 0,-1 0 0,0 0 0,0 0 0,1 0 0,-1 0 0,0 0 0,0 0 0,1 0 0,-1 0 0,0 0 0,1 0 0,-1 0 0,0 0 0,0 0 0,1 0 0,-1 0 0,0 0 0,2 0 0,-1 0 0,1 0 0,-2 0 0,1 0 0,-1 0 0,0 0 0,0 0 0,1 0 0,-1 0 0,2 0 0,-1 0 0,1 0 0,-2 0 0,0 0 0,1 0 0,-1 0 0,0 0 0,0 0 0,1 0 0,-1 0 0,0 0 0,0 0 0,1 0 0,-1 0 0,0 0 0,0 0 0,1 0 0,-1 0 0,0 0 0,0 0 0,1 0 0,-1 0 0,0 0 0,0 0 0,1 0 0,-1 0 0,0 0 0,0 0 0,1 0 0,1 0 0,-2 0 0,3 0 0,-5-2 0,2 2 0,0-2 0,1 2 0,1 0 0,-2 0 0,0 0 0,1 0 0,-1 0 0,0 0 0,0 0 0,1 0 0,-1 0 0,0 0 0,0 0 0,1-2 0,1 1 0,-1-1 0,1 2 0,-2 0 0,0 0 0,0 0 0,1 0 0,-1-2 0,0 2 0,0-2 0,1 2 0,-1 0 0,0 0 0,0 0 0,1 0 0,-1 0 0,0 0 0,0 0 0,1 0 0,-1 0 0,0 0 0,0 0 0,1 0 0,-1 0 0,0 0 0,0 0 0,1 0 0,-1 0 0,0 0 0,0 0 0,1 0 0,-1 0 0,0 0 0,0 0 0,1 0 0,-1 0 0,0 0 0,0 0 0,1 0 0,-1 0 0,0 0 0,0 0 0,1 0 0,-1 0 0,0 0 0,1 0 0,-1 0 0,0 0 0,0 0 0,1 0 0,-1 0 0,0 0 0,0 0 0,1 0 0,-1 0 0,0 0 0,0 0 0,1 0 0,-1 0 0,6 0 0,-5 0 0,5 0 0,-4 0 0,-1 0 0,1 0 0,-1 0 0,-1 0 0,0 0 0,4 0 0,-3 0 0,3 0 0,-3 0 0,-1 0 0,0 2 0,0-2 0,1 2 0,-1-2 0,0 0 0,0 0 0,1 0 0,1 0 0,-2 0 0,3 0 0,-3 0 0,0 0 0,0 0 0,1 0 0,-1 0 0,0 0 0,0 0 0,1 0 0,3 2 0,-3-1 0,3 1 0,-4-2 0,0 0 0,1 0 0,-1 0 0,0 0 0,0 0 0,1 0 0,5 0 0,-5 0 0,3 1 0,-4 0 0,-2 1 0,5-2 0,-3 0 0,2 0 0,1 0 0,-3 0 0,2 2 0,-1-2 0,-1 2 0,0-2 0,0 0 0,1 0 0,-1 0 0,0 0 0,2 0 0,-1 2 0,1-2 0,0 2 0,-1-2 0,1 0 0,-2 0 0,1 0 0,-1 0 0,4 2 0,-3-1 0,3 1 0,-4-2 0,1 0 0,-1 0 0,0 0 0,0 0 0,1 0 0,-1 0 0,6 0 0,-4 0 0,4 0 0,-6 0 0,0 1 0,0 0 0,1 1 0,-1-2 0,0 0 0,0 0 0,1 0 0,6 0 0,-5 0 0,6 0 0,-7 0 0,-1 0 0,0 0 0,0 0 0,1 0 0,-1 0 0,0 0 0,0 0 0,6 0 0,-4 0 0,4 0 0,-6 0 0,0 0 0,1 0 0,-1 0 0,0 0 0,0 0 0,1 0 0,-1 0 0,0 0 0,4 0 0,-3 0 0,3 0 0,-3 0 0,-1 0 0,0 0 0,0 0 0,1 0 0,-1 0 0,0 0 0,0 0 0,6 0 0,-4 0 0,4 0 0,-6 0 0,0 0 0,1 0 0,-1 0 0,0 0 0,0 0 0,1 0 0,-1 0 0,6 0 0,-4 0 0,3 0 0,-4 0 0,-1 0 0,0 2 0,2-2 0,-1 2 0,1-2 0,-2 0 0,1 0 0,7 0 0,-6 0 0,5 0 0,-6 0 0,-1 0 0,0 0 0,0 0 0,3 0 0,-3 0 0,2 0 0,-1 0 0,7 0 0,-6 0 0,5 0 0,-6 0 0,-1 0 0,0 0 0,1 0 0,-1 0 0,0 0 0,0 0 0,2 0 0,-1 0 0,7 0 0,-6 0 0,4 0 0,-6 0 0,0 0 0,0 0 0,1 0 0,-1 0 0,0 0 0,0 0 0,1 0 0,-1 0 0,4 0 0,-3 0 0,3 0 0,-4 0 0,1 0 0,-1 0 0,0 0 0,0 0 0,2 0 0,5 0 0,-4 0 0,3 0 0,-5 0 0,-1 0 0,0 0 0,0 0 0,1 0 0,-1 0 0,8 0 0,-6 0 0,6 0 0,-8 0 0,0 0 0,0 0 0,1 0 0,-1 0 0,0 0 0,0 0 0,3 0 0,-3 0 0,2 0 0,-1 0 0,-1 2 0,0-2 0,0 2 0,1-2 0,-1 0 0,0 0 0,0 0 0,1 0 0,-1 0 0,4 0 0,-3 0 0,3 0 0,-4 0 0,1 0 0,-1 0 0,0 0 0,0 0 0,1 0 0,-1 0 0,0 0 0,0 0 0,4 0 0,-2 0 0,2 0 0,-4 0 0,0 0 0,0 0 0,1 0 0,-1 0 0,0 0 0,0 0 0,1 0 0,-1 0 0,4 0 0,-3 0 0,3 0 0,-4 0 0,1 0 0,-1 0 0,0 0 0,1 0 0,-1 0 0,0 0 0,8 0 0,-6 0 0,6 0 0,-8 0 0,0 0 0,1 0 0,-1 0 0,0 0 0,0 0 0,1 0 0,-1 0 0,6 0 0,-5 0 0,5 0 0,-5 0 0,-1 0 0,0 0 0,0 0 0,1 0 0,-1 0 0,0 0 0,0 0 0,2 0 0,5 0 0,-2 0 0,2 0 0,-5 0 0,-2 0 0,0 0 0,1 0 0,-1 0 0,0 0 0,0 0 0,1 0 0,-1 0 0,6 0 0,-5 0 0,5 0 0,-5 0 0,-1 0 0,0 0 0,0 0 0,1 0 0,1 0 0,-1 0 0,6-2 0,-5 2 0,4-2 0,-2 2 0,-3 0 0,3 0 0,-4 0 0,3 0 0,-3 0 0,2 0 0,-1 0 0,-1 0 0,0 0 0,0 0 0,1 0 0,-1 0 0,0 0 0,0 0 0,1 0 0,-1 0 0,0 0 0,2 0 0,-1 0 0,1 0 0,-2 0 0,1 0 0,-1 0 0,0 0 0,0 0 0,1 0 0,-1 0 0,2 0 0,-1 0 0,1 0 0,-2 2 0,0-2 0,1 2 0,-1-2 0,0 0 0,0 0 0,1 0 0,-1 0 0,0 0 0,1 0 0,-1 0 0,0 0 0,2 0 0,-1 0 0,1 0 0,-2 0 0,1 0 0,-1 0 0,0 0 0,0 0 0,1 0 0,-1 0 0,0 0 0,0 0 0,1 0 0,-1 0 0,0 0 0,0 0 0,1 0 0,1 0 0,-2 0 0,3 0 0,-3 0 0,0 0 0,0 0 0,1 0 0,-1 0 0,0 0 0,0 0 0,1 0 0,-1 0 0,2 0 0,-1 0 0,1 0 0,-2 0 0,0 0 0,1 0 0,-1 0 0,0 0 0,0 0 0,1 0 0,-1 0 0,0 0 0,0 0 0,1 0 0,-1 0 0,0 0 0,0 0 0,1 0 0,-1 0 0,0 0 0,2 0 0,1 0 0,0 0 0,-1 0 0,0 0 0,-1 0 0,1 0 0,-2 0 0,0 0 0,0 0 0,1 0 0,-1 0 0,0 0 0,0 0 0,1 0 0,-1 0 0,0 0 0,0 0 0,1 0 0,-1 0 0,0 0 0,0 0 0,1 0 0,-1 0 0,0 0 0,0 0 0,3 0 0,-3 0 0,2 0 0,-1 0 0,1 0 0,-1 0 0,1 0 0,-2 0 0,0 0 0,0 0 0,1 0 0,-1 0 0,0 0 0,0 0 0,3 0 0,-3 0 0,2 0 0,-1 0 0,-1 0 0,0 0 0,0 0 0,1 0 0,-1 0 0,0 0 0,1 0 0,-1 0 0,0 0 0,0 0 0,1 0 0,-1 0 0,0 0 0,0 0 0,1 0 0,-1 0 0,0 0 0,0 0 0,1 0 0,-1 0 0,0 0 0,0 0 0,1 0 0,-1 0 0,0 0 0,0 0 0,1 0 0,-1 0 0,0 0 0,0 0 0,1 0 0,-1 0 0,0 0 0,0 0 0,1 0 0,-1 0 0,0 0 0,0 0 0,1 0 0,-1 0 0,0 0 0,0 0 0,1 0 0,-1 0 0,0 0 0,0 0 0,1 0 0,-1 0 0,0 0 0,0 0 0,1 0 0,-1 0 0,0 0 0,0 0 0,1 0 0,-1 0 0,0 0 0,0 0 0,1 0 0,-1 0 0,0 0 0,0 0 0,1 0 0,-1 0 0,2 0 0,-1 0 0,1 0 0,-2 0 0,0 0 0,1 0 0,-1 0 0,0 0 0,0 0 0,1 0 0,-1 0 0,0 0 0,0 0 0,3 0 0,-3 0 0,2 0 0,-1 0 0,-1 0 0,0 0 0,0 0 0,1 0 0,-1 0 0,0 0 0,0 0 0,1 0 0,-1 0 0,0 0 0,0 0 0,1 0 0,-1 0 0,0 0 0,0 0 0,1 0 0,-1 0 0,0 0 0,0 0 0,1 0 0,-1 0 0,0 0 0,0 0 0,1 0 0,-1 0 0,0 0 0,0 0 0,1 0 0,-1 0 0,0 0 0,0 0 0,1 0 0,-1 0 0,2 0 0,-1 0 0,1 0 0,-2 0 0,1 0 0,-1 0 0,0 0 0,0 0 0,1 0 0,-1 0 0,0 0 0,0 0 0,1 0 0,-1 0 0,0 0 0,0 0 0,1 0 0,-1 0 0,2 0 0,-1 0 0,1 0 0,0 0 0,-1 0 0,3 0 0,-4 0 0,3 0 0,-3 0 0,0 0 0,0 0 0,1 0 0,-1-2 0,2 2 0,-1-2 0,1 2 0,-2 0 0,0 0 0,1 0 0,-1 0 0,0 0 0,0 0 0,1 0 0,-1 0 0,0 0 0,0 0 0,1 0 0,-1 0 0,0 0 0,0 0 0,1 0 0,-1 0 0,0 0 0,0 0 0,1 0 0,-1 0 0,0 0 0,0 0 0,1 0 0,-1 0 0,0 0 0,0 0 0,1 0 0,-1 0 0,0 0 0,0 0 0,1 0 0,-1 0 0,0 0 0,0 0 0,1 0 0,-1 0 0,0 0 0,0 0 0,1 0 0,-1 0 0,0 0 0,0 0 0,1 0 0,-1 0 0,0 0 0,0 0 0,1 0 0,-1 0 0,0 0 0,0 0 0,1 0 0,-1 0 0,0 0 0,0 0 0,1 0 0,-1 0 0,0 0 0,0 0 0,1 0 0,-1 0 0,2 0 0,-1 0 0,1 0 0,-2 0 0,2 0 0,-1 0 0,1 0 0,-2 0 0,1 0 0,-1 0 0,0 0 0,1 0 0,-1 0 0,0 0 0,0 0 0,1 0 0,-1 0 0,0 0 0,0 0 0,1 0 0,-1 0 0,0 0 0,0 0 0,1 0 0,-1 0 0,0 0 0,0 0 0,1 0 0,1 0 0,-2 0 0,3-2 0,-3 2 0,0-2 0,0 2 0,1 0 0,-1 0 0,0 0 0,0 0 0,1 0 0,-1 0 0,0 0 0,0 0 0,1 0 0,1 0 0,-2 0 0,3 0 0,-3 0 0,0 0 0,0 0 0,1 0 0,-1 0 0,0 0 0,0 0 0,1 0 0,-1 0 0,0 0 0,0 0 0,1 0 0,1 0 0,-2 0 0,3 0 0,-3 0 0,0 0 0,0 0 0,1 0 0,-1 0 0,0 0 0,0 0 0,1 0 0,1 0 0,-1 0 0,1 0 0,-2-2 0,0 1 0,0-1 0,1 2 0,-1 0 0,0 0 0,0 0 0,1 0 0,-1 0 0,0 0 0,0 0 0,1 0 0,-1 0 0,0 0 0,0 0 0,3 0 0,-3 0 0,2 0 0,-1 0 0,-1 0 0,0 0 0,0 0 0,1 0 0,-1 0 0,0 0 0,0 0 0,1 0 0,-1 0 0,2 0 0,-1 0 0,1 0 0,-2 0 0,0 0 0,1 0 0,-1 0 0,0 0 0,0 0 0,1 0 0,-1 0 0,0 0 0,0 0 0,1 0 0,-1 0 0,0 0 0,0 0 0,1 0 0,-1 0 0,0 0 0,1 0 0,-1 0 0,0 0 0,0 0 0,1 0 0,-1 0 0,0 0 0,0 0 0,1 0 0,1 0 0,-2 0 0,3 0 0,-3 0 0,0 0 0,0 0 0,1 0 0,-1 0 0,0 0 0,0 0 0,1 0 0,-1 0 0,0 0 0,0 0 0,1 0 0,-1 0 0,0 0 0,0 0 0,1 0 0,-1 0 0,0 0 0,0 0 0,1 0 0,-1 0 0,0 0 0,0 0 0,1 0 0,-1 0 0,0 0 0,0 0 0,1 0 0,-1 0 0,0 0 0,0 0 0,1 0 0,-1-1 0,2 0 0,-1-1 0,1 2 0,-2 0 0,0 0 0,1 0 0,-1 0 0,0 0 0,0 0 0,1 0 0,-1 0 0,0 0 0,0 0 0,1 0 0,-1 0 0,0 0 0,0 0 0,1 0 0,-1 0 0,0 0 0,0 0 0,1 0 0,-1 0 0,0 0 0,0 0 0,1 0 0,-1 0 0,0 0 0,0 0 0,1 0 0,-1 0 0,0 0 0,0 0 0,1 0 0,-1 0 0,0 0 0,2-2 0,-1 2 0,1-2 0,-2 2 0,1 0 0,-1 0 0,0 0 0,0 0 0,1 0 0,-1 0 0,0 0 0,0 0 0,1 0 0,-1 0 0,0 0 0,0 0 0,1 0 0,-1 0 0,0 0 0,0 0 0,1 0 0,-1 0 0,0 0 0,1 0 0,-1 0 0,0 0 0,0 0 0,1 0 0,-1 0 0,0 0 0,0 0 0,1 0 0,-1 0 0,0 0 0,0 0 0,1 0 0,-1 0 0,0 0 0,0 0 0,1 0 0,-1 0 0,0 0 0,0 0 0,1 0 0,-1 0 0,0 0 0,0 0 0,1 0 0,6 0 0,-4 0 0,4 0 0,-6 0 0,-1 0 0,0 0 0,0 0 0,1 0 0,-1 2 0,0-2 0,0 2 0,1-2 0,3 0 0,-3 0 0,3 0 0,-4 0 0,0 0 0,1 0 0,-1 0 0,0 0 0,2 0 0,1 0 0,-1 0 0,1 0 0,-3 0 0,6 0 0,-5 0 0,5 0 0,-5 0 0,-1 0 0,0 0 0,0 0 0,1 0 0,-1 0 0,0 0 0,0 0 0,3 0 0,-3 0 0,6 0 0,-5 0 0,5 0 0,-5 0 0,1 0 0,-2 0 0,3 0 0,-3 0 0,2 0 0,-1 0 0,-1 0 0,0 0 0,6 0 0,-4 0 0,4 0 0,-6 0 0,0 0 0,0 0 0,1 0 0,-1 0 0,0 0 0,0 0 0,5 0 0,-4 0 0,3 0 0,-4 0 0,0 0 0,0 0 0,1 0 0,-1 0 0,0 0 0,1 0 0,-1 0 0,2 0 0,-1 0 0,1 0 0,-2 0 0,0 0 0,1 0 0,-1 0 0,0 0 0,0 0 0,1 0 0,-1 0 0,0 0 0,0 0 0,1 0 0,-1 0 0,0 0 0,0 0 0,1 0 0,-1 0 0,0 0 0,0 0 0,1 0 0,3 0 0,-3 0 0,3 0 0,-4 0 0,0 0 0,1 0 0,-1 0 0,0 0 0,0 0 0,1 0 0,-1 0 0,6 2 0,-5-2 0,5 2 0,-5-2 0,-1 0 0,0 0 0,0 0 0,1 0 0,1 0 0,-2 0 0,3 0 0,-3 0 0,0 0 0,0 0 0,1 2 0,-1-1 0,0 1 0,2-2 0,-1 0 0,1 0 0,-2 0 0,1 0 0,-1 0 0,0 0 0,0 0 0,1 0 0,-1 0 0,4 0 0,-3 0 0,3 0 0,-4 0 0,1 0 0,-1 2 0,0-2 0,0 2 0,4-2 0,-2 0 0,2 0 0,-4 0 0,0 0 0,0 0 0,1 0 0,3 0 0,-3 0 0,3 0 0,-4 0 0,0 0 0,1 0 0,-1 0 0,2 0 0,-1 0 0,1 0 0,-2 0 0,-1 2 0,2-2 0,-2 2 0,3-2 0,0 0 0,-1 0 0,1 0 0,-1 0 0,-1 0 0,0 0 0,0 0 0,1 0 0,3 0 0,-3 0 0,3 0 0,-4 0 0,0 0 0,1 0 0,-1 0 0,0 0 0,0 0 0,6 0 0,-4 0 0,4 0 0,-6 0 0,0 0 0,1 2 0,-1-2 0,0 2 0,0-2 0,4 0 0,-2 0 0,2 0 0,-4 0 0,0 0 0,0 0 0,1 0 0,3 0 0,-3 0 0,3 0 0,-4 0 0,0 0 0,1 0 0,-1 0 0,0 0 0,2 0 0,-1 0 0,1 0 0,-2 0 0,1 0 0,-1 0 0,0 0 0,0 0 0,1 0 0,-1 0 0,2 0 0,-1 0 0,1 0 0,-2 0 0,0 0 0,1 0 0,-1 0 0,0 0 0,0 0 0,3 0 0,-3-2 0,2 2 0,-1-2 0,-1 2 0,0 0 0,0 0 0,3 0 0,-3 0 0,2 0 0,-1 0 0,-1 0 0,0 0 0,0 0 0,1 0 0,-1 0 0,0 0 0,0 0 0,1 0 0,-1 0 0,0 0 0,0 0 0,3 0 0,-3 0 0,2 0 0,-1 0 0,-1 0 0,0 0 0,0 0 0,3 0 0,-3 0 0,2 0 0,-1 0 0,-1 0 0,0 0 0,2 0 0,-1 0 0,1 0 0,-2 0 0,1 0 0,-1 0 0,0 0 0,1 0 0,-1 0 0,0 0 0,0 0 0,1 0 0,-1 0 0,0 0 0,0 0 0,1 0 0,-1 0 0,0 0 0,2 0 0,-1 0 0,1 0 0,-2 0 0,1 0 0,-1 0 0,4 0 0,-3 0 0,3 0 0,-6-2 0,2 2 0,0-2 0,1 2 0,1 0 0,-1 0 0,-1 0 0,0 0 0,0 0 0,1 0 0,-1 0 0,0 0 0,0-2 0,1 1 0,-1-1 0,0 2 0,0 0 0,1 0 0,-1 0 0,0 0 0,0 0 0,1 0 0,-1 0 0,0 0 0,0 0 0,1 0 0,-1 0 0,0 0 0,0 0 0,1 0 0,-3 4 0,0-1 0,-2 5 0,0-3 0,-2-1 0,1 0 0,0-2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7:58.824"/>
    </inkml:context>
    <inkml:brush xml:id="br0">
      <inkml:brushProperty name="width" value="0.2" units="cm"/>
      <inkml:brushProperty name="height" value="1.2" units="cm"/>
      <inkml:brushProperty name="color" value="#CC0066"/>
      <inkml:brushProperty name="inkEffects" value="pencil"/>
    </inkml:brush>
  </inkml:definitions>
  <inkml:trace contextRef="#ctx0" brushRef="#br0">0 22 16383,'11'0'0,"-1"0"0,-5 0 0,-1 0 0,0 0 0,0 0 0,1 0 0,-1 0 0,0 0 0,0 0 0,1 0 0,-1 0 0,0 0 0,0 0 0,1 0 0,-1 0 0,0 0 0,2 0 0,-1 0 0,1 0 0,-2 0 0,1 0 0,1 0 0,-1 0 0,1 0 0,0 0 0,-1 0 0,1 0 0,-2 0 0,2 0 0,-1 0 0,1 0 0,-2 0 0,0 0 0,3 0 0,-3 0 0,2 0 0,-1 0 0,1 0 0,-1 0 0,3 0 0,-4 0 0,3 0 0,-3 0 0,2 0 0,-1 0 0,3 0 0,-4 0 0,6 0 0,-4 0 0,3 0 0,-4 0 0,1 0 0,0 2 0,1-2 0,0 2 0,-1-2 0,0 0 0,-1 0 0,3 0 0,-4 0 0,3 0 0,-1 0 0,0 0 0,5 0 0,-4 0 0,3 0 0,-6 0 0,4 0 0,-3 0 0,3 0 0,-3 0 0,3 0 0,-3 0 0,3 0 0,-4 0 0,5 0 0,-3 0 0,1 0 0,-1 0 0,4 0 0,-5 0 0,7 0 0,-7 0 0,3 0 0,-3 0 0,3 0 0,-3 0 0,3 0 0,-4 0 0,4 0 0,-1 0 0,0 0 0,-1 0 0,0 0 0,2 0 0,1 0 0,0 0 0,-3 0 0,0 0 0,1 0 0,-1 0 0,0 0 0,1 0 0,-3 0 0,4 0 0,-3 0 0,3 0 0,-3 0 0,1 0 0,0 0 0,-1 0 0,3 0 0,-3 0 0,3 0 0,-4 0 0,3 0 0,-1 0 0,-2 0 0,4 0 0,-3 0 0,1 0 0,0 0 0,-1 0 0,1 0 0,0 0 0,-1 0 0,1 0 0,0 0 0,-1 0 0,1 0 0,-1 0 0,-1 0 0,2 0 0,-1 0 0,1 0 0,-2 0 0,2 0 0,-1 0 0,1 0 0,-2-2 0,1 2 0,1-2 0,-2 2 0,4 0 0,-3 0 0,1 0 0,0 0 0,-1 0 0,1 0 0,-1 0 0,-1 0 0,0 0 0,0 0 0,1 0 0,-1 0 0,0 0 0,0 0 0,1 0 0,-1 0 0,2-2 0,-1 2 0,1-2 0,-2 2 0,0 0 0,1 0 0,1 0 0,-1 0 0,1 0 0,-2 0 0,0 0 0,0 0 0,1 0 0,-1 0 0,0 0 0,0 0 0,1 0 0,-1 0 0,0 0 0,0 0 0,1 0 0,-1 0 0,0 0 0,0 0 0,1 0 0,-1 0 0,0 0 0,0 0 0,1 0 0,-1 0 0,0 0 0,2 0 0,-1 0 0,1 0 0,-2 0 0,1 0 0,-1 0 0,0 0 0,0 0 0,1 0 0,-1 0 0,0 0 0,0 0 0,1 0 0,-1 0 0,0 0 0,0 0 0,3 0 0,-3 0 0,3 0 0,-3 0 0,2 0 0,-1 0 0,1 0 0,-2 0 0,0 0 0,1 0 0,-1 0 0,0 0 0,0 0 0,1 0 0,-1 0 0,0 0 0,4-2 0,-3 1 0,5-1 0,-5 2 0,1 0 0,-2 0 0,1 0 0,-1 0 0,0 0 0,0 0 0,1 0 0,1 0 0,-2 0 0,3 0 0,-1 0 0,-2 0 0,3 0 0,-3 0 0,0 0 0,0-2 0,1 2 0,-1-2 0,2 2 0,-1 0 0,1 0 0,-2 0 0,0 0 0,1 0 0,1 0 0,-2 0 0,5 0 0,-3 0 0,1-2 0,-1 2 0,-2-2 0,2 2 0,-1 0 0,1 0 0,-2 0 0,1 0 0,-1 0 0,0 0 0,0 0 0,1 0 0,-1 0 0,0 0 0,0-2 0,1 1 0,-1-1 0,0 2 0,0 0 0,3 0 0,-3 0 0,2 0 0,-1 0 0,-1 0 0,0 0 0,0 0 0,1 0 0,-1 0 0,0 0 0,0 0 0,3 0 0,-3 0 0,4 0 0,-3 0 0,3 0 0,-3 0 0,1 0 0,-2 0 0,0 0 0,1 0 0,-1 0 0,0 0 0,0 0 0,1 0 0,-1 0 0,0 0 0,0 0 0,1 0 0,-1 0 0,0 0 0,0 0 0,1 0 0,-1 0 0,0 0 0,1 0 0,-1 0 0,0 0 0,0 0 0,1 0 0,-1 2 0,0-1 0,0 1 0,1-2 0,-1 0 0,0 0 0,0 0 0,1 0 0,-1 0 0,0 0 0,0 0 0,1 0 0,-1 0 0,2 0 0,-1 0 0,3 0 0,-2 0 0,1 0 0,-1 0 0,-2 0 0,1 0 0,-1 0 0,0 0 0,0 0 0,1 0 0,-1 0 0,0 0 0,0 0 0,1 0 0,-1 0 0,0 0 0,0 0 0,1 0 0,-1 0 0,0 0 0,0 0 0,1 0 0,-1 0 0,0 0 0,0 0 0,1 0 0,-1 0 0,2 0 0,-1 0 0,1 0 0,-2 0 0,0 0 0,3 0 0,-3 0 0,2 0 0,-1 0 0,-1 0 0,0 0 0,0 0 0,1 0 0,-1 0 0,0 0 0,0 0 0,1 0 0,-1 0 0,0 0 0,0 0 0,1 0 0,-1 0 0,0 0 0,0 0 0,1 0 0,-1 0 0,0 0 0,0 0 0,1 0 0,-1 0 0,0 0 0,0 0 0,1 0 0,-1 0 0,0 0 0,0 0 0,1 0 0,-1 0 0,0 0 0,0 0 0,1 2 0,-1-2 0,0 2 0,0-2 0,1 0 0,-1 0 0,2 0 0,-1 0 0,1 0 0,-2 0 0,0 0 0,1 0 0,-1 0 0,0 0 0,0 0 0,1 0 0,-1 0 0,0 0 0,1 0 0,-1 0 0,0 0 0,0 0 0,1 0 0,-1 0 0,0 0 0,0 0 0,1 0 0,-1 0 0,0 0 0,0 0 0,1 0 0,-1 0 0,0 0 0,0 0 0,1 0 0,-1 0 0,0 0 0,0 2 0,1-2 0,-1 2 0,0-2 0,2 0 0,-1 0 0,1 0 0,-2 0 0,1 0 0,-1 0 0,0 0 0,0 0 0,1 0 0,-1 0 0,0 0 0,0 0 0,1 0 0,-1 0 0,0 0 0,0 0 0,1 0 0,-1 0 0,0 0 0,0 0 0,1 0 0,-1 0 0,0 0 0,2 0 0,-1 0 0,1 0 0,-2 0 0,1 0 0,-1 0 0,0 0 0,2 0 0,-1 0 0,1 0 0,0 0 0,-1 0 0,1 0 0,0 0 0,-1 0 0,1 0 0,-2 0 0,1 0 0,-1 0 0,0 0 0,2 0 0,-1 0 0,1 0 0,-2 0 0,1 0 0,-1 0 0,0 0 0,0 0 0,1 0 0,-1 0 0,0 0 0,0 0 0,1 0 0,-1 0 0,0 0 0,0 0 0,1 0 0,-1 0 0,0 0 0,0 0 0,1 0 0,-1 0 0,0 0 0,0 0 0,1 0 0,-1 0 0,0 0 0,0 0 0,1 0 0,-1 0 0,0 0 0,0 0 0,1 0 0,-1 0 0,0 0 0,0 0 0,1 0 0,-1 0 0,0 0 0,1 0 0,1 0 0,-2 0 0,3 0 0,-1 0 0,-2 0 0,3 0 0,-3 0 0,0 0 0,0 0 0,1 0 0,-1 0 0,0 0 0,0 0 0,1 0 0,-1 0 0,0 0 0,2 0 0,-1 0 0,1 0 0,-2 0 0,1 0 0,-1 0 0,0 0 0,0 0 0,1 0 0,-1 0 0,0 0 0,0 0 0,1 0 0,-1 0 0,0 0 0,0 0 0,1 0 0,-1 0 0,0 0 0,0 0 0,1 0 0,-1 0 0,0 0 0,0 0 0,1 0 0,1 0 0,-2 0 0,4 0 0,-3 0 0,1 0 0,-1 0 0,-1 0 0,0 0 0,0 0 0,1 0 0,-1 0 0,0 0 0,0 0 0,1 0 0,-1 0 0,0 0 0,0 0 0,1 0 0,-1 0 0,0 0 0,0 0 0,1 0 0,-1 0 0,0 0 0,0 0 0,1 0 0,-1 0 0,0 0 0,2 0 0,-1 0 0,1 0 0,-2 0 0,1 0 0,-1 0 0,0 0 0,0 0 0,3 0 0,-3 2 0,2-1 0,-1 0 0,-1-1 0,0 0 0,0 0 0,1 0 0,-1 0 0,0 0 0,0 0 0,1 0 0,-1 0 0,0 0 0,0 0 0,1 0 0,-1 0 0,0 0 0,0 0 0,1 0 0,-1 0 0,0 0 0,0 0 0,1 0 0,-1 0 0,2 0 0,-1 0 0,1 0 0,-2 0 0,1 0 0,-1 0 0,0 0 0,0 0 0,1 0 0,-1 0 0,0 0 0,0 0 0,1 0 0,-1 0 0,0 0 0,0 0 0,1 0 0,-1 0 0,0 0 0,0 0 0,1 0 0,-1 0 0,0 0 0,0 0 0,1 0 0,-1 0 0,0 0 0,0 0 0,1 0 0,-1 0 0,0 0 0,0 0 0,1 0 0,-1 2 0,0-1 0,0 1 0,1-2 0,-1 0 0,0 0 0,0 0 0,1 0 0,-1 0 0,0 0 0,0 0 0,1 0 0,-1 0 0,0 0 0,0 0 0,1 0 0,-1 0 0,0 0 0,0 0 0,1 0 0,-1 2 0,0-2 0,0 2 0,1-2 0,-1 0 0,0 2 0,0-2 0,1 2 0,-1-2 0,0 2 0,0-1 0,1 2 0,-1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8:05.675"/>
    </inkml:context>
    <inkml:brush xml:id="br0">
      <inkml:brushProperty name="width" value="0.2" units="cm"/>
      <inkml:brushProperty name="height" value="1.2" units="cm"/>
      <inkml:brushProperty name="color" value="#CC0066"/>
      <inkml:brushProperty name="inkEffects" value="pencil"/>
    </inkml:brush>
  </inkml:definitions>
  <inkml:trace contextRef="#ctx0" brushRef="#br0">39 33 16383,'3'11'0,"-2"-1"0,1-8 0,-1 2 0,1 0 0,-2 1 0,0 1 0,0-2 0,0 1 0,0-1 0,0 0 0,0 0 0,0 1 0,0-1 0,0 0 0,0 0 0,0 1 0,0-1 0,0 0 0,0 0 0,0 1 0,0-1 0,0 0 0,0 0 0,0 1 0,0-1 0,0 0 0,0 0 0,0 1 0,0-1 0,0 0 0,0 0 0,0 1 0,0-1 0,2 0 0,-2 0 0,2 1 0,-2-1 0,0 2 0,0-1 0,0 1 0,0-2 0,0 0 0,0 1 0,0-1 0,0 0 0,0 1 0,0-1 0,0 0 0,0 0 0,0 1 0,0 1 0,0-2 0,0 3 0,0-3 0,0 0 0,0 0 0,0 1 0,0-1 0,0 0 0,0 0 0,0 1 0,0-1 0,0 0 0,0 0 0,0 1 0,0-1 0,-2 0 0,2 0 0,-2 1 0,2-1 0,0 0 0,0 0 0,0 1 0,-2-1 0,1 0 0,-1 0 0,2 1 0,0-1 0,0 0 0,0 0 0,0 1 0,-2-1 0,2 0 0,-2 0 0,2 1 0,0-1 0,-2 0 0,2 0 0,-2 1 0,2-1 0,-2 0 0,1 0 0,-1 1 0,1 1 0,0-2 0,-1 3 0,2-3 0,-2 0 0,2 0 0,-2 1 0,0-1 0,1 0 0,0 0 0,-1 1 0,1-1 0,-1 0 0,2 0 0,-2 1 0,2-1 0,-2 0 0,2 0 0,0 1 0,0-1 0,-2 0 0,2 0 0,-2 1 0,2-1 0,0 0 0,0 0 0,0 1 0,0-1 0,0 0 0,0 0 0,0 1 0,0-1 0,0 0 0,0 0 0,0 1 0,0-1 0,0 0 0,0 0 0,0 1 0,0-1 0,0 0 0,0 0 0,0 1 0,0-1 0,0 0 0,0 0 0,0 1 0,0-1 0,0 0 0,0 0 0,0 1 0,0-1 0,0 0 0,0 0 0,0 1 0,0-1 0,0 0 0,0 0 0,0 1 0,0-1 0,0 0 0,0 1 0,0-1 0,-2 0 0,1 0 0,-1 1 0,2-1 0,0 0 0,0 0 0,0 1 0,0-1 0,0 0 0,0 0 0,0 1 0,0-1 0,0 0 0,0 0 0,0 1 0,0-1 0,0 0 0,0 0 0,2 1 0,-1-1 0,1 0 0,-2 0 0,0 1 0,2-1 0,-2 0 0,2 0 0,-2 1 0,2-1 0,-2 0 0,2 0 0,-2 1 0,0-1 0,2 0 0,-1 0 0,0 1 0,1-1 0,-1 0 0,1 0 0,-2 1 0,0-1 0,0 0 0,0 0 0,2 1 0,-2-1 0,2 0 0,-2 0 0,0 1 0,0-1 0,0 0 0,0 0 0,0 1 0,0-1 0,0 0 0,0 0 0,0 1 0,0-1 0,0 0 0,0 0 0,0 1 0,0-1 0,0 0 0,0 0 0,2 1 0,-2-1 0,2 0 0,-2 0 0,2 1 0,-1-1 0,0 0 0,-1 0 0,2 1 0,-1-1 0,1 0 0,-2 0 0,0 1 0,2-1 0,-2 0 0,4-1 0,-2 2 0,1-2 0,0 1 0,-2 0 0,3-2 0,-4 3 0,4-3 0,-2 2 0,1-2 0,0 1 0,0 0 0,-1 0 0,2-1 0,-2 2 0,1-2 0,0 1 0,0 0 0,1 0 0,0-1 0,-1 2 0,0-4 0,0 4 0,1-3 0,-2 2 0,4-2 0,-5 3 0,5-4 0,-4 4 0,2-4 0,0 2 0,1 0 0,-1-1 0,0 0 0,0 1 0,1-1 0,-1 1 0,0-2 0,0 2 0,1-2 0,-1 2 0,0-2 0,0 2 0,1-2 0,-1 2 0,0-2 0,1 0 0,-1 0 0,0 2 0,0-1 0,1 0 0,-1-1 0,0 0 0,0 0 0,1 0 0,-1 0 0,0 0 0,2 0 0,-1 0 0,1 0 0,-2 0 0,1 0 0,-1 0 0,2-1 0,-1 0 0,1-3 0,-2 4 0,-2-4 0,2 2 0,-1-1 0,-1-1 0,2 2 0,-4-2 0,2-1 0,0 1 0,-2 0 0,4 0 0,-3-1 0,1 1 0,-1 0 0,0-1 0,1 1 0,0 0 0,-2-1 0,2 1 0,-2 0 0,2 0 0,0-6 0,1 4 0,-1-4 0,-2 6 0,1-1 0,0 1 0,1 0 0,-2-1 0,0 1 0,2 0 0,-2 0 0,2-1 0,-2 1 0,0 0 0,2-1 0,-2 1 0,2 0 0,-2-1 0,0 1 0,0 0 0,0 0 0,0-1 0,2 1 0,-1 0 0,1-1 0,-2 1 0,0 0 0,0 0 0,0-1 0,0 1 0,0 0 0,0-1 0,0 1 0,0 0 0,0-1 0,0 1 0,1 0 0,0 0 0,1-1 0,-2 1 0,0 0 0,0-1 0,0 1 0,0 0 0,0 0 0,0-1 0,0 1 0,0 0 0,0-1 0,0 1 0,0 0 0,0-1 0,0 1 0,0 0 0,0 0 0,0-1 0,0 1 0,0 0 0,0-1 0,0 1 0,0 0 0,0 0 0,0-1 0,0 1 0,0 0 0,0-1 0,0 1 0,0 0 0,0 0 0,0-1 0,0 1 0,0 0 0,0-1 0,0 1 0,0 0 0,0-1 0,0 1 0,0 0 0,0 0 0,0-1 0,0 1 0,0 0 0,0-1 0,0 1 0,0 0 0,0 0 0,0-1 0,0 1 0,0 0 0,0-1 0,0 1 0,0 0 0,0-1 0,0 1 0,0 0 0,0 0 0,0-1 0,0 1 0,0 0 0,0-1 0,-2 1 0,1 0 0,0 0 0,1-5 0,0 4 0,0-3 0,0 4 0,0-1 0,0 1 0,0 0 0,0 0 0,0-4 0,0 2 0,0-2 0,0 4 0,0 0 0,0-1 0,0 1 0,0-2 0,0 1 0,0-1 0,0 2 0,0-1 0,0 1 0,0 0 0,0-1 0,0 1 0,0-2 0,0 1 0,0-1 0,0 2 0,0-1 0,0 1 0,0 0 0,0-1 0,0 1 0,0-2 0,0 1 0,0-1 0,0 2 0,0-1 0,0 1 0,0 0 0,0-1 0,0 1 0,0-2 0,0 1 0,0-1 0,0 2 0,0-1 0,0 1 0,0 0 0,0 0 0,0-5 0,0 4 0,0-3 0,0 4 0,0-1 0,0 1 0,0 0 0,0 0 0,0-3 0,0 3 0,0-3 0,0 3 0,0 0 0,0 0 0,0-1 0,0-1 0,0 1 0,0-1 0,0 2 0,0 0 0,0-1 0,0 1 0,0-2 0,0 1 0,0-1 0,0 1 0,0 1 0,0-2 0,0 1 0,0-1 0,0 2 0,0-1 0,0 1 0,0-4 0,0 3 0,0-3 0,0 3 0,0 1 0,0 0 0,0-1 0,0 1 0,0 0 0,0 0 0,0-1 0,0 1 0,0 0 0,0-1 0,1 1 0,0 0 0,1 0 0,-2-1 0,0 1 0,0 0 0,0-1 0,0 1 0,0 0 0,0-1 0,0 1 0,0 0 0,0 0 0,0-1 0,0 1 0,0 0 0,0-1 0,0 1 0,0 0 0,0 0 0,0-1 0,4 3 0,-2 0 0,5 2 0,-3 0 0,0 0 0,0 0 0,1 0 0,-1 0 0,0 0 0,0 0 0,1 0 0,-1 0 0,2 0 0,-1 0 0,1 0 0,-2 0 0,0 0 0,1 0 0,-1 0 0,0 0 0,0 0 0,1 0 0,-1 0 0,0 0 0,0 0 0,1 0 0,-1 0 0,0 0 0,0 0 0,1 0 0,-1 0 0,0 0 0,0 0 0,1 0 0,-1 0 0,0 0 0,0 0 0,1 0 0,-1 0 0,0 0 0,0 0 0,1 0 0,-1 0 0,0 0 0,2 0 0,-1 0 0,1 0 0,-2 0 0,1 0 0,-1 0 0,0 0 0,0 0 0,1 0 0,1 0 0,-1 0 0,1 0 0,-2 0 0,0 0 0,0 0 0,1 0 0,-1 0 0,0 0 0,0 0 0,1 0 0,-1 0 0,0 0 0,0 0 0,1 0 0,-1 0 0,2 0 0,-1 0 0,1 0 0,-2 0 0,0 0 0,3 0 0,-3 0 0,2 0 0,-1 0 0,-1 0 0,0 0 0,0 0 0,1 0 0,-1 0 0,0 0 0,0 0 0,1 0 0,-1 0 0,0 0 0,1 0 0,-1 0 0,0 0 0,0 0 0,1 0 0,-1 0 0,0 0 0,0 0 0,1 0 0,-1 0 0,0 0 0,0 0 0,1 0 0,-1 0 0,0 0 0,0 0 0,1 0 0,-1 0 0,0 0 0,0 0 0,1 0 0,-1 0 0,0 0 0,0 0 0,1 0 0,-1 0 0,0 0 0,0 0 0,1 0 0,-1 0 0,0 0 0,0 0 0,1 0 0,-1 0 0,0 0 0,0 0 0,1 0 0,-1 0 0,0 0 0,0 0 0,1 0 0,-1 0 0,0 0 0,4 0 0,-3 0 0,3 0 0,-3 0 0,-1 0 0,0 0 0,0 0 0,1 0 0,-1 0 0,0 0 0,0 0 0,3 0 0,-3 0 0,2 0 0,-1 0 0,-1 0 0,0 0 0,0 0 0,1 0 0,-1 0 0,0 0 0,0 0 0,1 0 0,-1 0 0,0 0 0,0 0 0,1 0 0,-1 0 0,0 0 0,0 0 0,1 0 0,-1 0 0,0 0 0,0 0 0,1 0 0,-1 0 0,0 0 0,0 0 0,1 0 0,-1 0 0,0 0 0,0 0 0,6 0 0,-4 0 0,4 0 0,-6 0 0,0 0 0,1 0 0,-1 0 0,0 0 0,0 0 0,1 0 0,-1 0 0,0 0 0,0 0 0,1 0 0,5-2 0,-5 2 0,5-2 0,-5 2 0,-1 0 0,0 0 0,0 0 0,1 0 0,-1 0 0,0 0 0,0 0 0,10 0 0,-7 0 0,6 0 0,-8 0 0,-1 0 0,0 0 0,0 0 0,1 0 0,-1 0 0,0 0 0,0 0 0,1 0 0,-1 0 0,0 0 0,0 0 0,1 0 0,-1-2 0,0 1 0,0-1 0,1 2 0,-1 0 0,0 0 0,0 0 0,1 0 0,-1 0 0,0 0 0,0 0 0,1 0 0,-1 0 0,0 0 0,0 0 0,1 0 0,-1 0 0,0 0 0,0 0 0,1 0 0,-1 0 0,0 0 0,0 0 0,1 0 0,-1 0 0,0 0 0,0 0 0,1 0 0,-1 0 0,0 0 0,0 0 0,1 0 0,-1 0 0,0 0 0,2 0 0,-1 0 0,1 0 0,-2 0 0,1 0 0,-1 0 0,0 0 0,0 0 0,1 0 0,-1 0 0,0 0 0,0 0 0,1 0 0,-1 0 0,0 0 0,0 0 0,4 0 0,-2 0 0,2 0 0,-4 0 0,0 0 0,2 0 0,-1 0 0,1 0 0,-2 0 0,1 0 0,-1-2 0,2 2 0,-1-2 0,1 2 0,-2 0 0,2 0 0,-1 0 0,1 0 0,-2 0 0,3 0 0,-3 0 0,2 0 0,1 0 0,-3 0 0,3 0 0,-1 0 0,-2 0 0,3 0 0,-1 0 0,-2 0 0,3 0 0,-1-2 0,0 2 0,3-2 0,-3 2 0,2 0 0,-3 0 0,1 0 0,0 0 0,-1 0 0,3 0 0,-3 0 0,3 0 0,-3 0 0,1 0 0,0 0 0,-1 0 0,1 0 0,28-2 0,-22 1 0,25 0 0,-33 1 0,2 0 0,1 0 0,3 0 0,-3 0 0,5 0 0,-7 0 0,1 0 0,0 0 0,-1 0 0,3 0 0,-3 0 0,1 0 0,-2 0 0,2-2 0,-1 1 0,1-1 0,2 2 0,-1 0 0,2 0 0,-3 0 0,0 0 0,-1 0 0,1 0 0,0 0 0,-1 0 0,1 0 0,-2 0 0,2 0 0,-1 0 0,1 0 0,0 0 0,-1 0 0,3 0 0,-3 0 0,1 0 0,-2 0 0,2-2 0,-1 2 0,1-2 0,0 2 0,-1 0 0,1 0 0,0 0 0,-1 0 0,1 0 0,-1 0 0,-1 0 0,2 0 0,-1 0 0,1 0 0,-2 0 0,0 0 0,2 0 0,-1 0 0,1 0 0,-1 0 0,1 0 0,-2 0 0,3 0 0,-3 0 0,2 0 0,-1 0 0,1 0 0,-2 0 0,2 0 0,1 0 0,-1 0 0,1 0 0,-1 0 0,-2 0 0,3 0 0,-1 0 0,-2 0 0,3 0 0,-3 0 0,2 0 0,-1 0 0,1 0 0,-2 0 0,2 0 0,-1 0 0,3 0 0,-1 0 0,-1 0 0,0 0 0,1 0 0,-3 0 0,2 0 0,-1 0 0,1 0 0,-1 0 0,1 0 0,0 0 0,-1 0 0,1 0 0,0 0 0,-1 0 0,1 0 0,0 0 0,-1 0 0,1 0 0,0 0 0,-1 0 0,1 0 0,0 0 0,-1 0 0,1 0 0,-2 0 0,2 0 0,-1 0 0,1 0 0,0 0 0,-1 0 0,5 0 0,-5 0 0,3 0 0,-2 0 0,-1 0 0,1 0 0,-2 0 0,0 0 0,1 0 0,1 0 0,-1 0 0,1 0 0,-2 0 0,2 0 0,-1 0 0,1 0 0,2 0 0,-3 0 0,3 0 0,-2 0 0,-1 0 0,1 0 0,-1 0 0,-1 0 0,2 0 0,-1 0 0,1 0 0,-2 0 0,0 0 0,1 0 0,-1 0 0,2 0 0,-1 0 0,3 0 0,-4 0 0,3-2 0,-3 2 0,0-2 0,0 2 0,1 0 0,-1 0 0,0 0 0,0 0 0,1 0 0,-1 0 0,0 0 0,0 0 0,1 0 0,1 0 0,-2 0 0,3 0 0,-3 0 0,0 0 0,0 0 0,1 0 0,-1 0 0,0 0 0,0 0 0,1 0 0,-1 0 0,0 0 0,0 0 0,1 0 0,-1 0 0,0 0 0,0 0 0,1 0 0,-1 0 0,0 0 0,0 0 0,1 0 0,-1 0 0,0 0 0,0 0 0,1 0 0,-1 0 0,0 0 0,0 0 0,1 0 0,-1 0 0,0 0 0,2 0 0,-1 0 0,1 0 0,-2 0 0,1 0 0,-1 0 0,0 0 0,0 0 0,3 0 0,-3 0 0,2 0 0,-1 0 0,-1 0 0,0 0 0,0 0 0,1 0 0,-1 0 0,0 0 0,0 0 0,1 0 0,-1 0 0,0 0 0,0 0 0,1 0 0,-1 0 0,0 0 0,0 0 0,1 0 0,-1 0 0,0 0 0,0 0 0,1 0 0,1 0 0,-1 0 0,1 0 0,-2 0 0,0 0 0,1 0 0,-1 0 0,0 0 0,0 0 0,1 0 0,-1 0 0,0 0 0,0 0 0,1 0 0,-1 0 0,0 0 0,0 0 0,1 0 0,-1 0 0,0 0 0,0 0 0,1 0 0,-1 0 0,0 0 0,0 0 0,1 0 0,-1 0 0,0 0 0,0 0 0,1 0 0,-1 0 0,0 0 0,0 0 0,1 0 0,-1 0 0,0 0 0,0 0 0,1 0 0,-1 0 0,0 0 0,0 0 0,2 0 0,-1 0 0,1 0 0,-1 0 0,-1 0 0,0 0 0,0 0 0,1 0 0,-1 0 0,0 0 0,0 0 0,1 0 0,-1 0 0,0 0 0,0 0 0,1 0 0,-1 0 0,0 0 0,0 0 0,1 0 0,-1 0 0,0 0 0,0 0 0,1 0 0,-1 0 0,0 0 0,0 0 0,1 0 0,-1 0 0,0 0 0,0 0 0,1 0 0,-1 0 0,0 0 0,0 0 0,1 0 0,-1 0 0,0 0 0,0 0 0,1 0 0,1 0 0,-1 0 0,1 0 0,-2 0 0,0 0 0,0 0 0,1 0 0,-1 0 0,0 0 0,0 0 0,1 0 0,-1 0 0,0 0 0,0 0 0,1 0 0,-1 0 0,0 0 0,0 0 0,1 0 0,-1 0 0,0 0 0,0 0 0,1 0 0,-1 0 0,0 0 0,0 0 0,1 0 0,-1 0 0,0 0 0,1-2 0,-1 1 0,0-1 0,0 6 0,-1-1 0,-1 3 0,-4-2 0,-1-1 0,-8-1 0,7-2 0,-4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8:08.199"/>
    </inkml:context>
    <inkml:brush xml:id="br0">
      <inkml:brushProperty name="width" value="0.2" units="cm"/>
      <inkml:brushProperty name="height" value="1.2" units="cm"/>
      <inkml:brushProperty name="color" value="#CC0066"/>
      <inkml:brushProperty name="inkEffects" value="pencil"/>
    </inkml:brush>
  </inkml:definitions>
  <inkml:trace contextRef="#ctx0" brushRef="#br0">0 320 16383,'0'12'0,"0"-3"0,0-4 0,0-1 0,0 0 0,0 0 0,0 1 0,0-1 0,0 0 0,0 0 0,0 1 0,0 1 0,0-1 0,0 1 0,0-2 0,0 0 0,0 0 0,0 1 0,0-1 0,0 0 0,0 0 0,0 1 0,0-1 0,0 0 0,0 1 0,0-1 0,0 0 0,0 0 0,0 1 0,0-1 0,2 2 0,-1-1 0,0 1 0,-1-2 0,0 0 0,0 1 0,0-1 0,0 0 0,0 0 0,0 1 0,0-1 0,0 0 0,0 0 0,2 1 0,-1-1 0,1 0 0,-2 0 0,0 1 0,0-1 0,0 0 0,0 0 0,0 1 0,2-1 0,-2 0 0,2 0 0,-2 1 0,0-1 0,0 0 0,0 0 0,0 1 0,0-1 0,0 0 0,0 0 0,0 1 0,0-1 0,2 0 0,-2 0 0,2 1 0,-2-1 0,0 0 0,0 0 0,0 1 0,0-1 0,0 0 0,0 0 0,0 1 0,0-1 0,0 0 0,0 0 0,0 1 0,0-1 0,0 0 0,0 2 0,0-1 0,0 1 0,0-2 0,0 1 0,0 1 0,0-1 0,0 1 0,0-2 0,0 0 0,0 0 0,0 3 0,0-3 0,0 4 0,0-3 0,0 1 0,0-2 0,0 1 0,0-1 0,0 0 0,0 0 0,0 1 0,0-1 0,0 0 0,0 0 0,0 1 0,0-1 0,0 0 0,0 0 0,0 1 0,0-1 0,2 0 0,-1 0 0,0 1 0,-1-1 0,0 0 0,0 0 0,0 1 0,0-1 0,2 0 0,-1 0 0,1 1 0,-2-1 0,0 0 0,0 0 0,0 1 0,0-1 0,2 0 0,-2 0 0,2 1 0,-2-1 0,0 0 0,0 1 0,2-1 0,-2 0 0,2 0 0,-2 1 0,0-1 0,0 0 0,0 0 0,0 1 0,0-1 0,0 0 0,0 0 0,0 1 0,0-1 0,0 0 0,0 0 0,0 1 0,0-1 0,0 0 0,0 0 0,0 1 0,0-1 0,0 0 0,0 0 0,2 1 0,-1-1 0,0 0 0,-1 0 0,0 1 0,0-1 0,0 0 0,0 0 0,2 1 0,-1-1 0,1 0 0,-2 0 0,0 1 0,0-1 0,0 0 0,0 0 0,0 1 0,0-1 0,2 0 0,-2 0 0,2 1 0,-2-1 0,0 0 0,0 0 0,0 1 0,0-1 0,0 0 0,0 0 0,0 1 0,0-1 0,0 0 0,0 0 0,0 1 0,0-1 0,0 0 0,0 0 0,0 1 0,0-1 0,0 0 0,0 0 0,0 1 0,2-1 0,-2 0 0,2 0 0,-2 1 0,0-1 0,0 0 0,0 0 0,2 1 0,-1-1 0,0 0 0,-1 0 0,0 1 0,0-1 0,0 0 0,2 0 0,-1 1 0,1-1 0,-2 0 0,0 0 0,0 1 0,2-1 0,-2 0 0,4-1 0,-4 2 0,2-2 0,0 1 0,0 0 0,1-2 0,-1 3 0,0-1 0,0 0 0,0 0 0,2 1 0,-3-1 0,2-2 0,0 2 0,-1-2 0,2 1 0,-2 1 0,3-4 0,-3 4 0,2-2 0,-2 1 0,2 0 0,1-2 0,-1 1 0,0 0 0,0-2 0,1 2 0,-1 0 0,0-2 0,0 2 0,1 0 0,-1-1 0,0 0 0,0 1 0,1-1 0,-1 1 0,0-2 0,0 0 0,1 2 0,-1-2 0,0 2 0,0-2 0,1 2 0,-1-2 0,0 2 0,0-2 0,1 0 0,-1 0 0,0 2 0,0-1 0,1 1 0,-1-2 0,0 0 0,0 0 0,1 0 0,-1 1 0,0 0 0,0 1 0,1-2 0,-1 0 0,0 0 0,0 0 0,1 0 0,-1 0 0,0 0 0,0 0 0,1 0 0,-1 0 0,0-2 0,0-1 0,1 1 0,-3-2 0,2 2 0,-4-2 0,2-1 0,0 1 0,0 2 0,1-2 0,1 1 0,-4-1 0,2 0 0,-2 0 0,2-1 0,-2 1 0,4 0 0,-4-1 0,2 1 0,-2 0 0,2-1 0,-1 1 0,1 0 0,0 0 0,-2-1 0,2-3 0,-2 3 0,2-1 0,-2 2 0,2 2 0,-2-5 0,0 1 0,0-1 0,0 1 0,0 1 0,0 1 0,0 0 0,0 0 0,0-1 0,0-1 0,0 1 0,0-1 0,0 2 0,0 0 0,0-1 0,0 1 0,0-2 0,-2 1 0,2-1 0,-2 2 0,2-1 0,0 1 0,0 0 0,0-1 0,-2-1 0,1 1 0,0-1 0,1 2 0,0 0 0,0-1 0,-2 1 0,1 0 0,-1-4 0,2 2 0,0-2 0,0 4 0,0 0 0,0-1 0,0 1 0,0-2 0,0 1 0,0-1 0,0 2 0,-2 1 0,2-3 0,-2 4 0,2-6 0,0 3 0,0-1 0,0 1 0,0 1 0,0 0 0,-2-1 0,2 1 0,-2 0 0,2-1 0,0 1 0,0 0 0,0 0 0,0-1 0,0 1 0,0 0 0,0-2 0,0 1 0,0-1 0,0 1 0,0 1 0,0 0 0,0-1 0,0 1 0,0 0 0,-2-4 0,1 2 0,-1-2 0,2 4 0,0 0 0,0-1 0,0 1 0,0 0 0,0-2 0,0 1 0,0-1 0,0 1 0,0 1 0,0 0 0,0 0 0,0-1 0,-2-3 0,2 3 0,-2-3 0,2 3 0,0 1 0,0 0 0,0 0 0,0-1 0,0 1 0,0-4 0,-2 5 0,2-5 0,-2 6 0,2-3 0,0 1 0,0 0 0,0-1 0,0 1 0,0 0 0,0-1 0,0-3 0,0 3 0,0-3 0,0 4 0,0-1 0,0 1 0,0 0 0,0 0 0,0-1 0,0-10 0,0 7 0,2-23 0,-2 23 0,2-11 0,-2 14 0,0 1 0,0 0 0,0 0 0,0-1 0,0 1 0,0 0 0,0-1 0,0 1 0,0 0 0,0-1 0,0 1 0,0 0 0,0 0 0,0-1 0,0 1 0,0 0 0,0-1 0,0 1 0,0 0 0,0 0 0,0-3 0,0 3 0,0-3 0,0 3 0,0 0 0,0-1 0,0 1 0,0 0 0,0 0 0,0-1 0,0 1 0,0 0 0,0-1 0,0 1 0,0 0 0,0 0 0,0-1 0,0 1 0,0 0 0,0-1 0,0 1 0,0 0 0,0 0 0,0-1 0,0 1 0,0 0 0,0-1 0,0 1 0,0 0 0,0-1 0,0 1 0,-2 0 0,2 0 0,-2-1 0,2 1 0,0 0 0,0-1 0,0 1 0,0 0 0,0 0 0,0-1 0,-2 1 0,1 0 0,-1-1 0,2 1 0,0 0 0,0-1 0,0 1 0,0 0 0,0 0 0,0-1 0,0 1 0,0 0 0,0-1 0,0 1 0,0 0 0,-1 0 0,0-1 0,-1 1 0,2 0 0,0-1 0,0 1 0,0 0 0,0-1 0,0 1 0,0 0 0,0 0 0,0-1 0,0 1 0,0 0 0,0-1 0,0 1 0,0 0 0,0 0 0,0-1 0,0 1 0,0 0 0,-2-1 0,2 1 0,-2 0 0,2 0 0,0-1 0,0 1 0,0 0 0,0-1 0,0 1 0,0 0 0,0-1 0,0 1 0,0 0 0,0 0 0,0-1 0,0 1 0,-2 0 0,1-1 0,0 1 0,1 0 0,0 0 0,0-1 0,-2 1 0,1 0 0,-1-1 0,2 1 0,0 0 0,-2-1 0,2 1 0,-2 0 0,0 0 0,0 1 0,-1-1 0,-1 2 0,4-2 0,-4 1 0,2 0 0,-1 0 0,0 1 0,0-2 0,1 2 0,-2-1 0,2-1 0,-1 2 0,-1 0 0,0 0 0,1 0 0,-2 1 0,2-3 0,-1 4 0,2-4 0,-2 2 0,1-1 0,1 0 0,-2 0 0,2 1 0,-1-2 0,1 2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50:13.917"/>
    </inkml:context>
    <inkml:brush xml:id="br0">
      <inkml:brushProperty name="width" value="0.2" units="cm"/>
      <inkml:brushProperty name="height" value="0.4" units="cm"/>
      <inkml:brushProperty name="color" value="#A9D8FF"/>
      <inkml:brushProperty name="tip" value="rectangle"/>
      <inkml:brushProperty name="rasterOp" value="maskPen"/>
    </inkml:brush>
  </inkml:definitions>
  <inkml:trace contextRef="#ctx0" brushRef="#br0">407 1268,'-20'-5,"4"3,11 2,1 2,-5 4,3-4,-2 6,-9 6,10-6,-22 22,21-22,-6 11,10-17,-11 20,7-17,-24 35,23-33,-30 32,32-31,-25 25,27-28,-18 23,16-22,-11 20,12-21,-9 19,10-21,-10 23,11-20,-8 18,9-19,-2 11,21-27,-9 12,13-13,-1-5,-11 14,50-44,-41 37,32-24,1-2,-29 23,37-23,-1 0,-39 23,36-20,-1-1,-37 22,27-16,-2-1,-28 19,19-13,-1-1,-23 15,40-38,-40 37,28-37,-28 37,22-39,-22 41,25-41,-27 42,18-30,-20 31,8-20,-7 23,2-13,-5 13,-10 22,4-13,-7 21,7-25,4 2,-8 3,4 0,-5 0,5-1,-1-1,-3 4,2-2,-2 2,-27 23,23-20,-25 20,-1 0,21-21,-28 23,-2 0,29-24,-33 24,1 1,35-23,-23 12,4-1,29-16,-24 15,25-17,-6 13,7-14,1 12,2-10,0 5,12-25,-9 10,11-13,-3 7,-7 6,30-25,-26 22,51-33,-47 33,22-15,1 1,-23 13,28-20,1-2,-24 17,29-24,-1 0,-28 22,19-15,-1 1,-23 19,21-21,1-3,-20 20,21-24,-2 0,-24 26,35-43,-36 46,25-38,-25 37,14-25,-16 28,6-9,-8 10,4-2,-22 25,11-12,-14 16,-2-3,11-12,-10 12,-9 7,17-16,-21 22,-1 1,18-18,-28 29,-1 2,27-27,-14 14,-13 10,6-3,9-9,1 0,-11 8,-1 1,1 5,7-9,17-19,-13 18,1-2,17-21,-22 32,26-36,-5 6,26-30,-12 9,14-11,7-9,-15 21,18-21,0 0,-16 18,25-22,1-1,-22 18,29-20,6-1,-34 24,18-12,3-4,9-7,-10 9,-1-2,-4 5,-20 15,41-37,-44 38,27-32,-28 31,19-23,-21 24,7-8,-9 11,-1-1,5-1,-7-2,7 3,-5-3,5-1,-4 1,18-17,-18 17,24-20,-23 23,19-20,-19 20,15-17,-16 17,13-15,-13 15,16-19,-15 18,17-18,-15 21,11-15,-12 16,13-10,-13 9,9-4,-10 3,3-1,-3 1,4-5,-4 6,5-14,-4 15,8-16,-8 16,15-18,-14 17,19-20,-18 19,12-13,-14 14,10-12,-9 13,13-12,-13 13,11-11,-14 8,14-8,-13 8,17-12,-17 11,23-15,-24 13,28-14,-28 15,28-15,-26 17,23-17,-22 19,11-16,-12 16,6-15,-8 13,6-8,-9 7,5-2,-4-1,1 2,1-5,-4 4,2 0,-2-3,0 4,2-4,-1 3,1-1,0 0,0 1,3 0,-1-2,1 4,1 1,1 0,2 3,-2-1,2 4,-2 1,0-1,1 2,-1-3,0 3,2-4,-2 4,2-3,-25 9,13-8,-19 6,17-6,1-2,-11 4,8-1,-18 3,18-3,-14 7,17-6,-4 4,8-4</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50:16.404"/>
    </inkml:context>
    <inkml:brush xml:id="br0">
      <inkml:brushProperty name="width" value="0.2" units="cm"/>
      <inkml:brushProperty name="height" value="0.4" units="cm"/>
      <inkml:brushProperty name="color" value="#A9D8FF"/>
      <inkml:brushProperty name="tip" value="rectangle"/>
      <inkml:brushProperty name="rasterOp" value="maskPen"/>
    </inkml:brush>
  </inkml:definitions>
  <inkml:trace contextRef="#ctx0" brushRef="#br0">1912 0,'-18'2,"2"-1,13 3,-1-2,-5 7,6-4,-5 2,3-1,0-1,-1 2,-3 7,3-7,-4 13,7-13,-9 15,10-15,-12 18,12-18,-14 19,11-18,-19 18,18-19,-28 18,27-20,-32 15,30-16,-18 10,21-10,-4 6,5-9,25-9,-15 4,18-10,-9 8,-9 2,33-16,-29 15,41-24,-42 23,40-26,-38 25,29-23,-32 22,18-14,-21 15,16-14,-15 17,15-16,-13 15,9-9,-12 9,8-4,-11 4,-11 22,4-11,-13 16,9-10,4-7,-17 15,17-13,-32 17,30-16,-41 22,39-22,-33 25,34-27,-25 24,25-25,-19 22,21-20,-16 17,16-17,-11 14,14-15,-15 12,17-11,-18 13,17-13,-19 15,17-17,-18 17,19-17,-18 15,16-13,-16 13,15-13,-13 13,13-13,-14 11,17-12,-18 13,16-15,-14 14,14-16,-13 12,12-10,-9 6,10-7,-10 9,9-8,-10 11,12-12,-12 13,11-13,-11 13,13-13,-4 4,2-1,0-5,-4 5,5-4,-4 3,-2 1,3-3,-13 11,14-11,-18 19,18-17,-21 23,19-20,-23 25,24-25,-31 30,29-30,-29 32,33-34,-20 23,21-23,-19 19,18-18,-20 20,23-20,-19 19,17-20,-16 22,15-23,-13 18,13-19,-13 14,13-14,-15 17,15-17,-13 16,13-15,-15 19,16-16,-15 16,18-17,-16 17,13-16,-13 18,11-19,-11 20,11-20,-9 16,12-17,-10 12,12-11,-12 13,10-13,-8 11,8-12,-10 13,12-13,-14 15,12-17,-15 16,12-15,-21 15,21-13,-27 11,28-14,-25 12,23-14,-18 14,19-14,-24 12,22-12,-34 12,33-12,-41 14,39-14,-40 14,40-14,-19 8,26-10,-2 0,3-10,4 3,-2-6,0 3,1 4,-1-13,2 12,0-15,0 15,8-26,-6 24,20-36,-18 35,20-33,-22 32,22-30,-20 29,28-35,-26 37,29-37,-27 40,30-42,-28 43,30-39,-31 39,23-27,-24 27,22-22,-22 25,29-28,-30 25,35-22,-35 22,29-14,-28 18,26-12,-25 13,26-7,-28 7,18-3,-19 3,19-7,-18 7,24-13,-23 12,26-12,-27 10,33-11,-33 11,36-10,-34 13,23-7,-25 7,18-3,-20 2,11-1,-13 1,3 2</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50:10.808"/>
    </inkml:context>
    <inkml:brush xml:id="br0">
      <inkml:brushProperty name="width" value="0.2" units="cm"/>
      <inkml:brushProperty name="height" value="0.4" units="cm"/>
      <inkml:brushProperty name="color" value="#A9D8FF"/>
      <inkml:brushProperty name="tip" value="rectangle"/>
      <inkml:brushProperty name="rasterOp" value="maskPen"/>
    </inkml:brush>
  </inkml:definitions>
  <inkml:trace contextRef="#ctx0" brushRef="#br0">119 726,'15'12,"-3"-2,-10-7,0 3,3 1,-3 0,2 2,-3-3,3 1,-4 2,2-2,0 2,-1-2,1 2,-2 0,0-2,0 5,0-6,2 11,-2-11,2 8,0-8,-1 2,1-28,-2 15,0-20,-2 7,1 9,-1-25,2 25,0-22,2 26,2-17,1 19,6-15,-8 14,13-14,-11 13,19-17,-16 19,20-23,-20 22,28-26,-28 24,34-29,-35 28,27-25,-26 26,22-24,-22 24,21-25,-24 26,15-22,-16 22,10-19,-10 19,6-18,-9 16,5-15,-6 15,4-12,-3 13,-1 0,-11 2,5 3,-7 1,7 3,1 1,-10 9,8-9,-15 22,15-20,-20 31,21-28,-20 31,21-31,-14 26,14-30,-12 29,11-27,-15 32,14-31,-11 25,14-26,-11 20,14-20,-11 15,10-15,-8 15,7-15,-5 14,5-15,-6 10,6-10,-1 7,0-8,7-25,-4 14,7-19,-5 19,3-1,-4-1,4-2,3-15,-4 13,11-27,-12 31,18-23,-17 24,21-18,-19 20,12-9,-12 11,7-5,-8 3,16-8,-17 7,23-13,-22 13,22-17,-23 16,15-12,-15 16,4-5,-11 27,0-16,-2 19,0-17,5 0,-20 21,15-16,-29 34,29-34,-28 34,30-34,-21 24,23-27,-12 18,13-18,-9 17,9-17,-10 16,10-17,-9 11,9-12,-1 2,16-9,-8-1,10-2,-14 3,5 0,2-1,-2-1,2 1,3-3,-5 5,21-9,-19 9,31-9,-30 9,34-7,-34 4,32-2,-33 3,28-3,-29 5,16-7,-18 7,11-9,-13 7,16-14,-17 10,21-13,-19 15,17-15,-15 15,13-13,-15 12,17-13,-17 12,23-25,-20 22,9-15,3-1,4-13,-1 5,13-19,-30 44,25-34,-24 34,20-28,-22 29,13-15,-17 18,11-10,-8 9,6-11,-5 13,4-10,-4 13,3-14,-3 13,2-10,-25 25,13-11,-18 12,19-10,-1-1,-20 13,16-8,-24 12,-1 0,19-11,-34 19,1-4,5 0,-12 4,-7 10,48-30,-47 34,50-35,-28 27,33-30,-13 20,15-20,-8 11,9-12,-2 3,9-26,-2 15,6-18,6 1,-6 12,38-38,-34 36,22-14,1-1,-22 17,28-16,2-1,-25 16,27-14,-1-1,-28 17,18-11,-1 1,-23 13,48-31,-46 30,49-27,-50 26,31-15,-36 17,6-2,-33 10,12-1,-14 3,11-4,5 0,-32 2,26-2,-56 6,53-5,-55 11,59-8,-33 11,37-12,-18 13,19-11,-14 15,15-15,-13 17,13-19,-17 21,16-21,-22 23,21-21,-25 24,25-24,-23 23,24-24,-28 24,26-25,-24 21,26-21,-16 15,19-14,-14 10,16-8,-15 6,13-8,-10 10,10-10,-10 14,10-13,-13 17,13-17,-12 15,14-14,-16 15,15-14,-15 19,14-20,-10 20,10-21,-2 11,6-11,-4 4,3-2,-3 2,2-2,1 3,-3-4,2 8,-1-8,-3 11,5-11,-3 10,4-10,-4 13,3-13,-5 13,6-13,-4 12,3-11,-3 5,4-5,-7-2,2 1,-2-1,-1-3,1 0,-2-2,0 0,1 0,-10-2,10-1,-27-7,26 4,-36-15,35 16,-20-11,26 13,-6-6,7 4,-2-1,25 11,-12-3,16 7,-13-3,-5-5,20 9,-17-7,23 6,-24-7,12-4,-14 1,4-11,-7 8,7-13,-8 11,14-21,-12 21,31-38,-25 37,36-39,-38 38,24-20,-30 22,16-7,-14 10,7-5,-7 3</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47:24.455"/>
    </inkml:context>
    <inkml:brush xml:id="br0">
      <inkml:brushProperty name="width" value="0.2" units="cm"/>
      <inkml:brushProperty name="height" value="1.2" units="cm"/>
      <inkml:brushProperty name="color" value="#CC0066"/>
      <inkml:brushProperty name="inkEffects" value="pencil"/>
    </inkml:brush>
  </inkml:definitions>
  <inkml:trace contextRef="#ctx0" brushRef="#br0">305 2250 16383,'0'-11'0,"0"1"0,-2 8 0,2-2 0,-2-1 0,2 1 0,0-3 0,-2 3 0,2 0 0,-2 0 0,2-1 0,0 1 0,0 0 0,-2-1 0,1 1 0,-1 0 0,2 0 0,-2-1 0,2 1 0,-2 0 0,0-1 0,2 1 0,-4 2 0,3-4 0,-2 3 0,0-3 0,1 2 0,0-1 0,0 1 0,2 0 0,-2-1 0,0 1 0,-1 0 0,1 0 0,0-1 0,0 3 0,2-4 0,-4 3 0,3-3 0,-1 2 0,1 1 0,0-2 0,-3 2 0,4-3 0,-2 1 0,0 1 0,1 0 0,0-1 0,-1 1 0,1 0 0,-3 0 0,4-1 0,-2 1 0,0 0 0,0-3 0,-3 3 0,3-3 0,-2 5 0,4-2 0,-4 0 0,1-1 0,1-1 0,-2 2 0,4-1 0,-4 3 0,2-2 0,-1 2 0,-1-2 0,2-1 0,-2 3 0,1-2 0,0 2 0,2-3 0,-3 3 0,2-2 0,-2 4 0,1-4 0,-1 2 0,2-3 0,-2 3 0,1-2 0,-1 4 0,2-4 0,0 1 0,-2 1 0,2-2 0,-3 4 0,3-4 0,-4 1 0,3-1 0,-3 2 0,2-2 0,-1 3 0,1-2 0,2 0 0,-2 1 0,2-2 0,-3 4 0,1-4 0,0 3 0,1-3 0,-2 2 0,2-2 0,-3 1 0,1 0 0,1 0 0,0 1 0,-1-2 0,3 2 0,-2-1 0,2-1 0,-3 4 0,3-4 0,-4 4 0,5-4 0,-4 3 0,2-2 0,-1 2 0,0-1 0,-1 0 0,7-2 0,-1-1 0,3-1 0,0 4 0,-4-2 0,4 1 0,-4-1 0,2 0 0,0 0 0,1-1 0,-1 1 0,0 0 0,0 1 0,0-2 0,1 2 0,0-4 0,-2 3 0,1 0 0,0 0 0,-2-1 0,2 1 0,0 0 0,-2-1 0,4 3 0,-3-4 0,0 3 0,-1-3 0,2 2 0,-1 0 0,3 1 0,-2-1 0,0 2 0,2 0 0,0 0 0,1 4 0,1 0 0,-2 0 0,-1 2 0,1-3 0,-2 2 0,2 0 0,0-1 0,-1 2 0,1-4 0,-2 4 0,2-1 0,0-1 0,-1 2 0,1-4 0,-2 4 0,2-4 0,0 4 0,1-3 0,-3 2 0,4-2 0,-3 3 0,3-4 0,-2 4 0,0-4 0,0 2 0,1 0 0,-1-1 0,-2 2 0,4-2 0,-3 1 0,1 0 0,2-2 0,-3 4 0,3-4 0,-2 2 0,0-2 0,0 0 0,-1-3 0,-1 0 0,-2-4 0,0 3 0,0 0 0,2 0 0,-2-1 0,2 1 0,-2 0 0,0-1 0,0 1 0,0 0 0,0 0 0,0-1 0,0 1 0,0 0 0,0-1 0,2 1 0,-2 0 0,2-1 0,-2 1 0,2 0 0,-1 0 0,2-1 0,-2 1 0,1 0 0,-2-1 0,2 1 0,-2 0 0,4 1 0,-4-2 0,4 4 0,-3-5 0,2 4 0,-2-3 0,1 1 0,0 0 0,0-1 0,0 1 0,0 0 0,-2 0 0,2-1 0,-1 1 0,2 0 0,-2-1 0,3 3 0,-4-4 0,2 3 0,0-3 0,-2 2 0,4 2 0,-3-4 0,2 5 0,-2-5 0,3 4 0,-4-2 0,4 1 0,-4-3 0,4 4 0,-3-5 0,2 5 0,0-2 0,-1 2 0,2-3 0,-4 1 0,4 2 0,-1-2 0,-1 2 0,2-3 0,-4 1 0,4 2 0,-2-4 0,3 3 0,-1-7 0,0 7 0,-2-5 0,2 8 0,-3-4 0,2 1 0,-2-1 0,3 2 0,0-4 0,-1 3 0,2-3 0,-4 2 0,3 1 0,-2-1 0,2 2 0,-1-2 0,2-2 0,-2 1 0,3-1 0,-1 1 0,-3 1 0,2 2 0,-4-2 0,4 1 0,0-3 0,1 1 0,1-1 0,-2 2 0,-1 0 0,0 1 0,-2-1 0,3 2 0,-2 0 0,0-2 0,6 0 0,-7-1 0,7 0 0,-8 2 0,4 2 0,-1-3 0,1 2 0,0-2 0,0-1 0,6-5 0,-4 7 0,4-7 0,-6 8 0,0-1 0,-1-1 0,1 4 0,-2-4 0,4 0 0,-1 1 0,1-3 0,-2 4 0,0-1 0,-1 0 0,1 2 0,-2-3 0,2 4 0,0-4 0,3 2 0,-5-3 0,4 3 0,-4-2 0,3 4 0,-3-4 0,2 2 0,-2-1 0,2 1 0,1 0 0,-1 0 0,0 0 0,2-4 0,-1 3 0,1-1 0,-3 0 0,0 3 0,0-2 0,1 2 0,-2-3 0,4 2 0,-3-1 0,3 0 0,0 0 0,-1-1 0,1 2 0,-2 0 0,-1 0 0,2-1 0,-2 1 0,1-2 0,0 4 0,-1-2 0,1 0 0,0 1 0,8-4 0,-6 4 0,4-5 0,-6 6 0,-2-2 0,2 0 0,1-1 0,-1 1 0,0 0 0,6 0 0,-6 0 0,5-1 0,-6 1 0,1 1 0,0 0 0,0-3 0,1 4 0,-1-4 0,0 4 0,0-2 0,2-2 0,-1 3 0,1-3 0,-1 2 0,-1 2 0,0-4 0,0 3 0,-1-2 0,2 2 0,-2-3 0,3 4 0,-1-2 0,3-2 0,-3 3 0,1-5 0,-2 6 0,-2-2 0,2 0 0,1 2 0,-1-4 0,0 3 0,0-1 0,1 0 0,3 0 0,-3-2 0,3 1 0,-4 2 0,0-1 0,1 1 0,-1-1 0,0 0 0,0 2 0,1-2 0,5-2 0,-5 3 0,5-3 0,-6 4 0,-1-2 0,2 2 0,-2-2 0,2 0 0,2 2 0,-4-4 0,5 3 0,-3-1 0,-3 1 0,4 0 0,-3-3 0,3 4 0,0-4 0,-1 3 0,1 0 0,-4-1 0,2 1 0,0-1 0,-1 0 0,3 2 0,-2-4 0,1 4 0,1-4 0,-2 3 0,-2-3 0,4 4 0,-5-4 0,5 4 0,-2-4 0,1 3 0,1-2 0,-2 2 0,0-3 0,0 4 0,1-4 0,5 2 0,-5-3 0,5 3 0,-5 0 0,-3 0 0,4 2 0,-4-4 0,6 3 0,-3-2 0,1 2 0,-1-3 0,-1 4 0,0-4 0,0 3 0,1 0 0,-1-1 0,4-1 0,-3-1 0,3 2 0,-4-2 0,1 3 0,-1-2 0,0 2 0,0-3 0,4 2 0,-2-2 0,2 1 0,-4-1 0,0 2 0,6-4 0,1-1 0,-1 0 0,-1 3 0,-6 0 0,1 4 0,-2-4 0,2 2 0,-2-1 0,3-1 0,-1 4 0,-2-4 0,2 2 0,-2-1 0,3 0 0,-1 0 0,0-1 0,-2 0 0,2 1 0,-1 1 0,1-2 0,0 2 0,0-5 0,1 3 0,-1 2 0,-2-2 0,2 2 0,-2-1 0,1-1 0,1 2 0,-2-2 0,2-1 0,0 3 0,-1-2 0,1 4 0,-2-6 0,2 5 0,-1-5 0,2 4 0,-4-2 0,5 1 0,-6-1 0,4 2 0,-2 0 0,1-2 0,1 1 0,0-1 0,-1 0 0,2 1 0,-4 0 0,4 0 0,-2 1 0,2-2 0,-2 4 0,0-6 0,-1 3 0,2-1 0,-2 2 0,2-2 0,1 3 0,-3-5 0,2 6 0,-4-4 0,4 2 0,-2-1 0,1-1 0,1 2 0,-2 0 0,0-2 0,2 1 0,-2 1 0,1-2 0,1 2 0,-2-1 0,0 0 0,2 0 0,-2 1 0,1-2 0,1 2 0,-2-1 0,0-1 0,4 2 0,-5-2 0,5 1 0,-6 0 0,4 0 0,2-1 0,-3 0 0,5 1 0,-6-1 0,2 4 0,-1-4 0,3 4 0,-6-4 0,6 3 0,-3-2 0,1 2 0,0-1 0,0 0 0,1 2 0,-1-2 0,0 2 0,0-2 0,1 1 0,-1 0 0,0 1 0,0 0 0,1 0 0,-1 0 0,0-2 0,0 1 0,-1-3 0,2 4 0,-2-2 0,1 0 0,2 2 0,-3-4 0,3 3 0,-4-3 0,2 4 0,-1-4 0,1 4 0,-2-4 0,4 2 0,-3-1 0,1-1 0,0 4 0,-2-4 0,2 2 0,1-1 0,-3-1 0,2 4 0,-2-4 0,2 2 0,1-3 0,-1 1 0,0 0 0,0 0 0,1-1 0,-1 1 0,0 2 0,-2-2 0,2 1 0,-1-1 0,1 2 0,-2-2 0,2 2 0,-2-3 0,3 1 0,-1 2 0,-2-2 0,2 3 0,-2-4 0,3 2 0,-1-4 0,0 3 0,0 0 0,-1 0 0,1 1 0,-2-1 0,2 2 0,-2-2 0,2 1 0,-3 0 0,3 0 0,-2 1 0,0-2 0,2 2 0,-2-1 0,3-1 0,-3 2 0,2 0 0,-2-4 0,2 5 0,-1-5 0,1 4 0,-2-3 0,2 1 0,-1 0 0,0 0 0,0 1 0,-1-1 0,2 2 0,-2-2 0,2-1 0,-1 1 0,1 2 0,-2-2 0,0 2 0,2-1 0,-3-3 0,2 5 0,-2-4 0,3 2 0,-2 1 0,0-2 0,2 2 0,-2-1 0,1 0 0,1 0 0,-4-1 0,4 2 0,-2-2 0,1 1 0,0-1 0,-2 0 0,3 1 0,-2 0 0,0 0 0,2-1 0,-3 0 0,2 1 0,0-1 0,-1 2 0,2 0 0,-4-4 0,4 5 0,-3-5 0,2 4 0,0-1 0,1 0 0,-2 0 0,2 1 0,-2-4 0,1 3 0,1-1 0,-2 0 0,0 2 0,2-3 0,-3 1 0,2 2 0,0-2 0,-1 2 0,2-3 0,-2 1 0,1 0 0,0-1 0,0 1 0,-1 0 0,2 1 0,-4 0 0,4 0 0,-3-1 0,2 2 0,0-4 0,1 3 0,-2-3 0,2 3 0,-3 0 0,2 0 0,-2-1 0,3 2 0,-2-4 0,0 3 0,2-1 0,-3 0 0,2 1 0,0 1 0,-1-2 0,2 2 0,-4-2 0,4 1 0,-1-1 0,-1 2 0,2 0 0,-2-2 0,2 1 0,1 1 0,-3-2 0,2 4 0,-2-4 0,2 3 0,-1-2 0,2 0 0,-2 1 0,3-2 0,-1 4 0,-1-2 0,0 0 0,0 1 0,1-1 0,-1 0 0,0 2 0,0-2 0,1 2 0,-1 0 0,0 0 0,0 0 0,1 0 0,-1 0 0,0 0 0,0 0 0,1 0 0,-1 0 0,0 0 0,4 2 0,-3-2 0,3 4 0,-3-3 0,-1 1 0,2-1 0,-1 0 0,1 1 0,-2-2 0,-2 2 0,4-2 0,-3 4 0,5-4 0,-3 2 0,1-2 0,-4 2 0,2-1 0,0 1 0,1-1 0,1 0 0,-3 3 0,0-4 0,2 2 0,-1 0 0,2-2 0,-1 2 0,-3 0 0,4-1 0,-5 2 0,4-2 0,-2 3 0,1-4 0,0 4 0,0-4 0,-1 4 0,1-1 0,-4 1 0,4 0 0,-4 0 0,4-1 0,-3 2 0,2-4 0,-2 5 0,3-4 0,-4 3 0,4 1 0,-2-2 0,1 3 0,0-5 0,-2 2 0,3-2 0,-4 2 0,2 1 0,0-1 0,-2 0 0,2 0 0,0 1 0,-1-1 0,0 0 0,-1 0 0,0 1 0,0-1 0,0 0 0,0 0 0,0 3 0,0-3 0,0 2 0,0-1 0,0 1 0,0-1 0,0 1 0,0-2 0,0 0 0,0 0 0,0 1 0,0-1 0,0 0 0,0 0 0,0 1 0,0-1 0,0 0 0,0 0 0,-1 1 0,0-1 0,-1 0 0,0 4 0,0-4 0,-1 3 0,2-5 0,-1 3 0,1-1 0,-3 2 0,4-1 0,-4 1 0,4-2 0,-2 0 0,0 1 0,1-1 0,-4 2 0,4-1 0,-5-1 0,5 0 0,0-2 0,-1 2 0,-1 1 0,1-1 0,-2 0 0,2 0 0,-1 1 0,-1-3 0,4 2 0,-4-2 0,2 2 0,-1 1 0,0-3 0,2 2 0,-3-2 0,2 1 0,0 0 0,-2 0 0,-1 1 0,1 0 0,-3 1 0,3-1 0,0-2 0,1 2 0,0-4 0,-2 6 0,2-3 0,-2 1 0,4 0 0,-3-4 0,2 4 0,0-1 0,-2-1 0,1 2 0,1-2 0,-2 0 0,2 4 0,-2-3 0,-1 3 0,1-2 0,0-1 0,1 0 0,0-2 0,0 3 0,-1-2 0,1 2 0,0-1 0,0 0 0,-1 0 0,0-1 0,1 2 0,-1-4 0,2 4 0,-2-3 0,1 2 0,-2 0 0,-2 3 0,0-3 0,1 2 0,2-2 0,1-1 0,-1 0 0,0 0 0,0 0 0,-6 4 0,4-1 0,-4-1 0,6 0 0,-1-1 0,1-1 0,0 2 0,-1-2 0,1 0 0,0 2 0,-1-1 0,1-1 0,0 2 0,0-4 0,-1 4 0,-1-2 0,3 3 0,-2-3 0,2 0 0,1 0 0,-4 0 0,3 2 0,-3-1 0,2 1 0,-1-4 0,1 4 0,-2-2 0,3 2 0,-3-1 0,6 1 0,-4-4 0,2 4 0,-3-4 0,1 2 0,0 0 0,-1 0 0,1 1 0,0 1 0,0-2 0,-1 0 0,1 0 0,0 0 0,-1 0 0,1 1 0,0-1 0,0 0 0,-1 0 0,1 0 0,0 2 0,-1-3 0,3 2 0,-4-2 0,3 1 0,-1 0 0,-2 0 0,3 0 0,-3 0 0,2 0 0,0-1 0,-1 2 0,1-2 0,0 1 0,0 0 0,-1-2 0,3 4 0,-4-4 0,5 4 0,-5-3 0,4 2 0,-2-2 0,-1 1 0,1 0 0,0-2 0,0 4 0,-1-4 0,3 4 0,-4-2 0,3 1 0,-3-1 0,2 0 0,0-2 0,-1 4 0,1-4 0,0 2 0,-1 0 0,1-1 0,2 2 0,-4-2 0,3 1 0,-1 0 0,-2-2 0,3 4 0,-3-4 0,2 2 0,1 0 0,-2-1 0,2 0 0,-2 1 0,0-1 0,4 3 0,-5-4 0,2 4 0,-1-4 0,-1 2 0,3 0 0,2 2 0,1 1 0,0 1 0,0-2 0,1-1 0,0 2 0,1-2 0,0 2 0,-2 0 0,2-2 0,-2 3 0,2-2 0,-2 1 0,2-1 0,-2 0 0,0 0 0,0 1 0,0-1 0,-2 0 0,2 0 0,-2 1 0,2-1 0,-2 0 0,2 1 0,-2-1 0,0 0 0,1 0 0,-3-1 0,2 0 0,-2-2 0,0 1 0,-1-2 0,1 2 0,0 0 0,-1 0 0,1 0 0,2 0 0,-4-1 0,5 2 0,-5-2 0,4 3 0,-2-4 0,-1 4 0,1-4 0,2 4 0,-4-1 0,3-1 0,-1 2 0,0-4 0,2 4 0,-3-4 0,3 4 0,-2-1 0,2-1 0,-1 2 0,-1-2 0,2 0 0,0 2 0,-2-1 0,1-1 0,1 2 0,-2-2 0,2 0 0,-1 2 0,0-1 0,0-1 0,1 2 0,-2-2 0,4 2 0,-4-1 0,1 0 0,1 0 0,-2-1 0,2 2 0,-1-2 0,0 3 0,2-1 0,-3-2 0,4 4 0,-4-1 0,2-1 0,-1 2 0,1-4 0,0 3 0,0-1 0,0 0 0,-2 0 0,1 1 0,1-1 0,-2-2 0,4 2 0,-4-2 0,2 5 0,-1-3 0,-1 2 0,4-1 0,-4-3 0,2 4 0,-3-2 0,1 3 0,2-1 0,-2-4 0,3 2 0,-2-1 0,2 1 0,-3 0 0,2 0 0,-2 1 0,1-1 0,1 0 0,0-1 0,0 0 0,-4 3 0,3 0 0,-1 2 0,2-6 0,0 2 0,0-2 0,-2 1 0,1 2 0,1-2 0,-2 1 0,4 0 0,-2-2 0,-2 3 0,3-1 0,-5-2 0,4 4 0,-1-3 0,0 1 0,2 0 0,-1-2 0,0 2 0,0-1 0,0 1 0,-2-2 0,1 4 0,-1-3 0,2 3 0,-2-6 0,3 6 0,-2-5 0,2 4 0,-3-2 0,0 5 0,-1-3 0,-1 3 0,4-4 0,-2-1 0,1 0 0,1 0 0,-6 3 0,7-1 0,-5 1 0,4-4 0,2 2 0,-4-2 0,2 1 0,-3 0 0,3 0 0,-2 1 0,2-2 0,-1 2 0,0-1 0,0 1 0,1 0 0,-2-2 0,2 2 0,-1-1 0,-1-1 0,2 2 0,-2-2 0,1 2 0,0-1 0,2 0 0,-3 0 0,2-1 0,-2 2 0,1-2 0,-1 1 0,2 0 0,0 0 0,-2-1 0,1 4 0,-1-3 0,0 1 0,1 0 0,2-2 0,-3 0 0,1 4 0,-3-3 0,3 3 0,-1-4 0,2 2 0,-2-1 0,0 1 0,-3 2 0,3-1 0,-1 1 0,1-4 0,4 2 0,-4-2 0,2 1 0,-1 0 0,-4 2 0,5-1 0,-5 1 0,6-2 0,-3-2 0,2 3 0,0-2 0,-2 0 0,-2 6 0,2-5 0,-3 3 0,6-2 0,-3-3 0,2 4 0,-2-2 0,-1 1 0,3 0 0,-2-3 0,2 3 0,-1-2 0,0 0 0,0 4 0,-1-3 0,0 1 0,1 0 0,-1-4 0,2 4 0,-2-2 0,1 3 0,0-3 0,2 2 0,-3-2 0,4 2 0,-4-1 0,2 1 0,-3-2 0,1 2 0,0 0 0,-3 3 0,3-3 0,-1 2 0,2-3 0,2 1 0,-3-2 0,2 2 0,-2-1 0,1 0 0,-1-2 0,2 4 0,-2-4 0,1 5 0,0-4 0,0 5 0,-1-3 0,0 1 0,1-2 0,-1-2 0,2 4 0,-2-4 0,1 5 0,-1-4 0,2 3 0,-2-3 0,1 2 0,0-2 0,0 2 0,-1-1 0,2 1 0,0-2 0,-2 2 0,1 0 0,-3-1 0,3 1 0,0-4 0,-2 6 0,2-3 0,-2 1 0,4 0 0,-3-2 0,4 2 0,-4-1 0,2 0 0,-3 0 0,1 1 0,0 0 0,1 0 0,0-1 0,2 1 0,-3-2 0,2 2 0,-2-1 0,-1 0 0,3 0 0,-2-1 0,2 2 0,-3 0 0,1-1 0,0 3 0,0-4 0,1 2 0,-1-1 0,0 0 0,1 0 0,-2-1 0,2 2 0,1-2 0,-2 1 0,2 0 0,-3-2 0,1 1 0,0 0 0,1 0 0,-1 0 0,2 2 0,-4-1 0,1-1 0,1 2 0,0-4 0,2 4 0,-3-4 0,1 2 0,0 0 0,-1 1 0,1-1 0,2 2 0,-2-4 0,2 4 0,-3-4 0,1 2 0,0 0 0,-1-1 0,-1 2 0,3 0 0,-2-1 0,2 0 0,-1 0 0,0-2 0,-1 4 0,1-3 0,-4 2 0,3 0 0,-3-1 0,3 2 0,1-4 0,-2 4 0,1-3 0,1 2 0,0-2 0,2 1 0,-3 0 0,1-2 0,0 2 0,-3 0 0,3-2 0,-10 6 0,8-5 0,-4 5 0,4-6 0,3 2 0,-1 0 0,-2-2 0,3 2 0,-3-2 0,2 2 0,-3-1 0,3 1 0,-3-2 0,5 1 0,-2 0 0,0 1 0,-1-2 0,-1 2 0,2-2 0,-1 2 0,1-2 0,0 0 0,0 2 0,-1-2 0,1 2 0,0-2 0,-1 0 0,1 0 0,0 2 0,-1-1 0,1 1 0,0-2 0,0 0 0,-1 0 0,1 0 0,0 0 0,-1 0 0,1 0 0,0 0 0,0 0 0,-1 1 0,1 0 0,0 1 0,-1-2 0,1 0 0,0 0 0,0 0 0,-1-2 0,1 1 0,0 0 0,-1-1 0,1 1 0,0-1 0,-1 0 0,1 2 0,2-4 0,-4 4 0,3 3 0,-1 1 0,0 2 0,4-2 0,-2-2 0,0 2 0,1 0 0,-1 1 0,2-1 0,-1 0 0,0 0 0,-1 1 0,0-1 0,2 0 0,-4 0 0,3 1 0,0-1 0,-1 0 0,1 0 0,-1 1 0,2-1 0,-2 0 0,2 0 0,-2 1 0,0-1 0,0 0 0,-1 0 0,1 1 0,0-3 0,2 4 0,-4-3 0,4 3 0,-4-4 0,3 2 0,-2-2 0,0 1 0,1 0 0,-2 0 0,4 1 0,-4-2 0,3-11 0,1 4 0,1-9 0,1 12 0,-2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51:02.030"/>
    </inkml:context>
    <inkml:brush xml:id="br0">
      <inkml:brushProperty name="width" value="0.2" units="cm"/>
      <inkml:brushProperty name="height" value="0.4" units="cm"/>
      <inkml:brushProperty name="color" value="#FF8517"/>
      <inkml:brushProperty name="tip" value="rectangle"/>
      <inkml:brushProperty name="rasterOp" value="maskPen"/>
    </inkml:brush>
  </inkml:definitions>
  <inkml:trace contextRef="#ctx0" brushRef="#br0">947 124,'-19'-4,"2"1,13 1,-1 2,-6 0,-31-4,-14-3,16 0,0-2,-23-7,17-1,19 10,-3 24,-11 22,12-7,-2 2,-6 2,-1-1,8-5,2-2,-22 17,34-28,-12 23,-4 13,2-8,0 3,26-40,-2 3,3-7,-2 8,1-7,2 2,-3 3,2-4,-1 2,0 5,1-7,-1 7,2-9,-1 3,-5 12,4-9,-10 34,12-33,-12 42,12-43,-8 26,9-29,-7 14,7-15,-5 4,4-3,-1-2,5 5,-1-2,5-1,-5 3,7 7,-5-5,10 19,-10-24,13 32,-13-29,15 26,-16-29,16 20,-14-22,19 23,-16-22,13 16,-14-18,13 12,-13-14,15 12,-15-12,15 10,-15-11,17 11,-16-10,15 10,-15-11,11 9,-14-7,12 6,-12-6,10 3,-8-6,8 2,-8-4,5-2,-7-1,3-8,-4 7,5-17,-7 16,1-30,-3 27,-9-37,6 37,-18-31,14 33,-31-25,29 25,-29-16,34 18,-26-17,25 17,-20-24,19 26,-14-32,17 29,-14-34,14 34,-11-30,11 31,-6-25,7 26,-1-13,0 17,5 21,-2-12,5 18,-2-13,1-7,11 29,-9-25,23 38,-20-40,27 36,-27-37,29 32,-29-31,25 25,-26-26,22 24,-22-23,24 24,-23-24,30 27,-28-29,24 22,-29-23,21 15,-22-13,16 5,-17-9,8-1,-4-2,2 0,0-2,0-1,-2 0,15-5,-13 7,35-11,-33 10,39-14,-40 14,23-13,-27 14,10-7,-10 7,9-5,-12 4,5-1,-28 5,15-1,-17 3,11-4,5 0,-37 0,28 0,-24-3,-1 0,23 2,-22-4,3 0,24 4,-39-8,42 8,-18-3,24 6,-1 1,14 9,-3-7,3 7,-2-10,-4 1,20 5,-15-5,35 12,-33-11,45 12,-44-14,46 14,-49-12,43 8,-44-9,29 5,-30-7,13 3,-14-4,3 2,-1-1,-3-1,4-5,0 0,-4 1,7-4,-6 4,11-8,-11 8,12-10,-11 10,9-9,-12 8,14-14,-13 14,21-27,-18 25,24-30,-25 29,37-35,-38 33,32-29,-33 31,17-21,-17 22,11-18,-13 19,8-13,-8 13,3-3,-16 27,8-13,-9 17,-9 1,16-14,-41 42,37-40,-22 20,-1 0,18-18,-24 23,10-3,17-24,-14 23,15-19,6-6,-8 19,8-18,-1 14,6-18,-1 8,9-11,-4-1,5-1,-1-7,-4 7,18-11,-15 10,29-14,-29 12,30-13,-31 13,33-16,-32 15,30-20,-31 20,22-23,-22 22,16-25,-17 23,15-22,-17 21,21-27,-20 27,18-28,-17 29,9-21,-10 22,4-16,-7 16,7-15,-8 15,8-20,-9 19,7-24,-7 23,5-26,-6 27,4-21,-3 22,1-17,-2 16,0-16,0 17,-2-16,1 16,-5-13,5 13,-7-12,5 13,-10-16,7 14,-10-19,12 20,-17-23,16 21,-19-30,19 30,-16-22,17 27,-12-15,12 15,-10-6,10 7,-5 1,5 14,1-7,1 10,0-9,2-1,-2 22,2-18,4 34,-3-34,5 33,-6-32,4 30,-3-31,3 27,-4-27,4 21,-3-23,1 14,-2-15,-2 10,-1-12,1 6,14-7,-7-1,12 0,-11-2,-1 0,10-2,-9 2,19-4,-18 3,18-1,-19 0,13 2,-15-4,8 3,-7-3,0 0,1-4,-6-1,2 0,-2 2,2-11,-1 10,-1-27,-1 26,-5-32,5 32,-9-34,9 34,-10-36,8 35,-5-29,5 31,-7-27,6 27,-6-23,4 26,-2-19,5 19,-5-14,5 15,-6-6,4 7,-7-3,5 3,-11-1,11 4,-15-2,14 2,-18-2,18 1,-19-3,20 4,-23-6,21 2,-34-4,33 5,-45-5,43 7,-47-7,48 7,-38-9,40 8,-22-10,27 8,-14-6,16 5,-14-4,12 6,-15-9,12 10,-13-10,13 11,-8-5,10 5,-1-1,-5 2,5 0,-4 0,3 0,2-4,10-7,-2 5,9-4,-7 8,-1-1,7-4,-5 4,16-7,-14 7,16-6,-17 7,9 0,-10 2,2 0,1 0,-4 0,6 2,-4 2,0-1,-1 5,7-1,-5 1,9 4,-9-8,14 10,-14-10,25 14,-25-13,26 15,-25-18,25 18,-26-17,19 13,-21-15,19 11,-18-10,24 12,-23-12,20 10,-23-9,13 3,-14-3,6 1,-3-2,0 1,2-1,-2 0,2-2,-28-6,14 4,-21-6,-9-4,23 9,-53-19,53 19,-58-19,57 19,-38-13,44 13,-30-8,27 6,-26-8,28 9,-17-6,19 9,-15-9,14 9,-9-9,10 7,-6-4,6 2,-5 1,6-1,1-1,0-1,3-2,-1 2,2-2,-2 2,2-2,-2 2,2-2,0 2,-4 0,-3 3,-1 1,-3 3,4 0,0 0,-1 2,-1 3,1-2,-13 7,14-7,-20 8,20-6,-22 7,21-8,-29 16,28-15,-30 18,31-17,-23 13,26-13,-19 6,19-7,-18 6,16-8,-7 7,9-9,-2 3,-1-2,2-1,-5 1,4-2,0 0,-7 2,7-2,-10 2,12-2,-2 2,-1 3,3-2,-4 3,2-4,3 5,1 2,1-2,2 4,0-4,0 0,4 1,-3-1,3 0,-2 2,-2-2,2 2,-2 0,0-2,-2 1,0-1,-7 14,6-11,-13 25,13-27,-23 43,20-39,-10 22,-1 0,9-21,-19 56,23-57,-8 36,11-40,-1 25,2-25,2 16,1-20,1 2,7-14,-5 2,4-3,1-5,-5 9,18-28,-16 24,9-14,1-1,-14 14,32-41,-29 38,16-19,2-2,-12 15,18-21,-10 14,-13 17,22-30,-24 30,26-28,-26 29,25-25,-24 25,11-10,-14 13,2-2,-19 23,8-14,-7 18,0-8,7-7,-18 21,18-20,-23 24,24-22,-28 29,26-28,-29 35,28-34,-29 39,29-39,-29 36,29-36,-21 24,23-29,-7 9,17-37,-5 17,10-21,-8 20,1 2,13-19,-11 14,32-39,-28 40,20-23,1 0,-17 21,24-23,0 1,-23 21,18-13,-2 1,-20 15,17-9,-23 14,17-9,-13 6,25-14,-26 17,18-10,-21 11,12-6,-14 5,8 1,-3-1,0 3,4-1,-4 4,0 1,-1 3,-1-1,-1 2,3-3,2 7,-2-7,18 18,-17-17,43 24,-39-22,36 16,-38-19,25 10,-24-11,21 10,-24-10,18 9,-19-10,14 8,-15-9,12 7,-11-7,11 5,-12-6,11 2,-11-2,8 0,-8 0,2 0,-1 10,-4-5,1 7,-2 3,-2-8,4 17,-3-17,3 20,-4-20,6 18,-5-19,3 7,-2-7,-1-1,3 6,-4-6,6 12,-5-11,7 13,-7-13,13 14,-9-13,13 16,-14-17,8 11,-11-12,7 6,-7-6,5 5,-5-4,5 6,-5-6,5 10,-6-9,4 17,-3-16,1 22,-2-22,0 23,0-24,0 26,0-25,0 23,0-24,2 5,8-28,-5 10,7-15,-4 6,-4 8,18-28,-16 26,24-36,-24 35,24-31,-26 33,16-17,-21 22,5-3,-17 1,7 4,-5-5,3-2,4 2,-2-3,4 7</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51:10.225"/>
    </inkml:context>
    <inkml:brush xml:id="br0">
      <inkml:brushProperty name="width" value="0.2" units="cm"/>
      <inkml:brushProperty name="height" value="0.4" units="cm"/>
      <inkml:brushProperty name="color" value="#FF8517"/>
      <inkml:brushProperty name="tip" value="rectangle"/>
      <inkml:brushProperty name="rasterOp" value="maskPen"/>
    </inkml:brush>
  </inkml:definitions>
  <inkml:trace contextRef="#ctx0" brushRef="#br0">845 911,'-20'-5,"4"1,11 4,1-2,-7 2,3-2,-3 0,-14 1,16-1,-36 2,35 0,-37 0,37 0,-26 0,28 0,-17 0,19 0,-21 0,19 0,-27 0,26 0,-33 2,31-1,-29 3,31-4,-21 2,22-2,-19 0,20 0,-19-2,18 2,-21-4,22 3,-20-3,20 4,-12-4,14 3,-6-3,6 1,-8 1,7 0,-10 0,10 1,-13-1,12 2,-9 0,10 0,-2 0,-1-2,3 0,-4-1,3-1,0 4,-2-2,6-6,-1 2,4-5,2 2,-1 2,1-2,-2-2,0 3,4-5,-3 8,9-10,-7 9,14-12,-11 11,26-22,-22 23,34-33,-34 32,32-36,-33 34,22-26,-27 28,14-18,-14 18,11-16,-12 17,9-15,-10 15,10-13,-11 13,9-9,-7 10,4-4,-1 4,-1 3,4-4,-4 3,3-4,-1 3,0 1,-8 19,1-9,-8 13,2-5,2-8,-16 29,14-26,-24 49,22-47,-19 53,20-54,-9 40,12-42,-6 25,9-26,-3 8,18-19,-9 1,14-7,-14 7,31-16,-24 14,32-16,2-2,-26 14,44-21,2 0,-40 19,25-11,15-7,-14 7,-20 12,16-10,4-3,17-2,-47 14,21-7,-2 1,-26 8,7 1,-14 5,-20 21,9-11,-11 8,11-12,1-1,-25 19,19-13,-49 36,45-35,-28 19,-1 0,25-18,-21 15,1-2,26-20,-43 22,44-22,-30 9,37-9,-10-1,19-19,-5 11,9-13,11 8,-13 7,34-17,-34 18,46-23,-43 22,56-25,-55 24,48-18,-53 18,28-9,-33 8,13-1,-13 1,3 1,1-3,-2 2,1-2,5 1,-5 1,14-6,-13 8,22-12,-21 13,24-14,-24 14,21-16,-22 14,9-13,-13 11,-1-2,-15 3,6 3,-7 0,3 2,5 0,-41 6,32-3,-32 5,-2 1,27-5,-39 9,-1-1,37-8,-38 9,1 1,39-9,-36 7,1 0,37-7,-23 4,3-2,30-6,-21 5,30-5,-4-1,18-13,-9 6,9-8,2-3,-8 10,18-19,-22 20,32-21,-26 19,37-26,-36 29,35-26,-34 26,35-21,-36 22,31-13,-33 14,25-6,-29 5,11 3,-35 6,15-1,-19 4,5 1,9-7,-50 17,44-15,-29 10,-1 0,28-7,-26 7,1 0,26-8,-43 19,49-21,-15 11,22-13,3 1,14-15,-4 10,6-11,-8 12,-3-1,18-11,-13 11,38-23,-34 22,23-9,2-2,-20 10,25-7,1 1,-25 5,25-3,-1 1,-25 2,21-1,-2-1,-24 3,43-10,-46 11,28-10,-30 10,14-4,-18 3,9 1,-8-1,4 1,-1-1,-2 1,3-1,-3-1,2 3,-3-6,3 6,-2-3,1-1,1 4,-2-3,3 4,-1-1,2 1,0 2,-2-2,2 2,4-2,-7 0,14-1,-15 1,13-3,-12 5,7-4,-8 1,1 1,3-4,-6 3,5-4,-1 1,-2 1,4 0,-5-1,3 3,2 2,-2 2,2 4,-3 1,1-3,0 3,12 5,-12-7,32 16,-29-17,22 13,-26-15,23 9,-20-9,31 11,-31-10,32 8,-32-9,35 7,-34-7,35 9,-36-9,27 7,-28-7,21 3,-22-4,9 4,-13-1,5 1,-1-1,3 1,-3-2,11 5,-13-4,30 7,-26-9,27 9,-28-9,11 5,-15-5,-1 3,7 0,-8 1,10 0,-1 3,-3-7,11 9,-13-9,6 7,-7-7,1 5,-1 1,-1-2,1 4,1-3,-3-1,5 4,-5-4,6 5,-6-4,7 8,-9-8,9 9,-9-10,13 12,-11-11,15 15,-14-17,12 14,-12-14,10 11,-12-10,6 6,-6-6,3 3,-1-1,1-2,-1 3,3-3,-4 2,7 6,-9-7,9 8,-7-10,4 6,-5-5,2 2,-1 1,1-1,-1 0,5 6,-7-7,11 12,-8-11,4 7,-3-9,1 6,-3-6,7 8,-8-8,8 8,-7-10,5 11,-3-12,0 10,-1-7,-2 2,3 2,-1-4,-1 3,1-1,-4 0,10 8,-8-9,12 9,-12-10,8 5,-9-4,5 0,-2 2,-1-4,5 4,-27-5,16-1,-20-2,9 2,7-2,-32 2,28-2,-48 0,47 0,-45 0,47 0,-39-2,39 2,-33-2,35 2,-35 0,33 0,-35 0,36 0,-26 0,27 0,-19 0,20 0,-13 2,14-2,-7 2,8-2,-4 2,2-1,-2 1,0-2,2 0,-14 0,13 0,-28 0,26 0,-12 0,17 0,1 0,-7 0,5 0,-5 0,3 0,2 0,-2-6,5-2,1-1,2 0,2 2,-1 0,1-2,0 2,0-1,1 1,-1 0,-6-4,3 5,-8-2,4 1,-2 4,-1-5,3 5,-12-10,10 9,-22-12,21 14,-29-12,28 13,-42-12,40 12,-50-9,47 9,-42-7,44 7,-31-7,35 7,-21-5,23 5,-15-5,14 5,-19-7,19 5,-23-4,25 5,-24-2,21 3,-16-5,17 5,-8-5,12 4,-3-3,2-3,1 2,-1-5,4 4,0 0,0-5,0 6,-2-23,1 20,-5-38,5 36,-3-24,4 29,0-14,0 13,6-14,-2 17,22-12,-17 14,46-12,-43 12,55-8,-53 9,45-5,-47 5,28 1,-32 1,16 9,-17-6,25 24,-24-19,44 38,-43-37,25 17,1-1,-22-16,24 14,-1-1,-24-16,51 29,-52-32,31 20,-36-20,14 10,-17-10,10 8,-8-9,14 14,-12-11,23 15,-21-17,27 14,-27-16,23 10,-24-11,12 5,-14-5,2 1,1-6,-4 3,4-5,-3 1,-1 0,8-6,-7 6,6-8,-7 10,4-11,-4 12,3-17,-5 15,3-13,-5 12,1-10,-2 9,-4-11,3 11,-21-20,15 19,-26-21,26 23,-40-22,35 21,-23-9,1 0,20 10,-26-8,-3 1,26 5,-30-1,0 0,27 2,-19 1,1 1,24 2,-57-6,57 6,-43-6,49 8,-25-4,25 3,-23-1,24 2,-14 0,16 0,0 0,19 8,-6-6,9 8,19-1,-26-3,30 3,1 0,-24-2,32 5,1 0,-29-6,28 9,-1 0,-31-11,21 10,-3 2,-24-11,39 28,-40-25,30 29,-31-31,23 26,-26-26,18 16,-20-16,13 9,-12-12,6 7,-8-7,3 4,0-3,0-1,4-1,-1-2,-1 0,10 2,-11-2,22 6,-21-5,24 7,-24-5,17 4,-19-5,8 2,-8-3,2 3,-1-14,-4 8,1-11,-12 6,6 2,-10-1,9 1,-14-3,10 4,-38-16,33 16,-41-18,44 20,-38-16,36 15,-46-19,46 19,-46-19,46 17,-54-19,49 16,-47-17,51 19,-43-19,43 20,-43-28,45 27,-35-31,34 28,-31-24,33 26,-23-16,27 19,-26-14,23 15,-29-15,28 16,-24-12,26 13,-18-10,19 10,-13-5,13 6,-13-4,13 3,-17-1,16 2,-18 0,18 0,-28 4,26-3,-26 5,28-3,-24 3,22-3,-30 7,30-8,-29 12,29-10,-22 10,24-10,-10 6,14-7,-3 3,0-1,0-3,-4 2,3-1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51:15.689"/>
    </inkml:context>
    <inkml:brush xml:id="br0">
      <inkml:brushProperty name="width" value="0.2" units="cm"/>
      <inkml:brushProperty name="height" value="0.4" units="cm"/>
      <inkml:brushProperty name="color" value="#FF8517"/>
      <inkml:brushProperty name="tip" value="rectangle"/>
      <inkml:brushProperty name="rasterOp" value="maskPen"/>
    </inkml:brush>
  </inkml:definitions>
  <inkml:trace contextRef="#ctx0" brushRef="#br0">391 1,'17'7,"-5"1,-8-5,-1 1,5 3,2 0,-3 0,11 5,-13-8,16 10,-15-12,4 6,-3-6,-2 1,3 3,-1-3,0 3,4 1,-6-4,8 7,-8-7,2 6,-3-3,-4 1,2 2,-2 0,0-2,0 8,0-9,2 21,-1-19,-1 26,-1-25,-7 27,7-27,-12 35,12-33,-11 37,10-38,-8 36,9-36,-7 30,7-32,-7 21,7-22,-9 19,8-18,-8 18,9-19,-9 22,9-21,-7 22,5-22,1 8,-4 1,-2 4,3-1,-5 11,7-24,-6 22,6-22,-5 20,7-20,-7 19,7-18,-7 18,7-19,-7 18,5-20,-6 19,4-21,-3 21,3-19,-2 17,2-15,-1 17,3-16,-3 18,5-19,-3 12,4-14,-2 8,0-8,1 6,-3-4,2 0,-1 1,-1-1,4 0,-4 4,3-6,-3 10,1-9,-1 12,-1-11,1 13,1-13,-1 13,4-13,-4 9,3-10,-3 4,4-3,-2 0,2 4,0-6,0 6,0-4,0 0,-2 3,-1-4,1 2,-4-1,5 0,-5 0,-1-3,1 0,-4-3,3 3,0-4,-2 4,2-1,0-1,-10 4,10-5,-13 5,13-5,-7 1,10 0,-6-2,3 2,0-2,-4 0,4 0,0 0,-4 0,6 0,-6 0,4 0,0 0,-4 0,6 0,-6 0,4 0,0 0,9-14,-1 11,5-13,-2 13,-3-2,7-3,-7 2,11-8,-10 8,10-13,-11 12,7-3,-7 4,3 3,0-10,-1 7,1-5,4-15,-4 16,13-39,-13 39,8-31,-11 33,11-29,-10 28,14-34,-14 33,12-33,-13 34,11-34,-10 34,10-32,-11 32,9-30,-7 30,10-34,-9 34,12-38,-12 37,20-47,-18 45,22-51,-23 51,22-51,-20 51,20-55,-22 54,19-54,-21 55,19-57,-20 56,12-40,-13 45,7-25,-7 25,5-27,-5 26,3-19,-2 23,1-9,-11 37,5-19,-7 22,2-3,6-14,-12 31,12-31,-14 36,14-35,-16 38,14-38,-13 41,13-41,-16 47,17-46,-18 52,17-51,-14 52,13-52,-15 53,15-53,-11 42,12-44,-2 28,6-30,0 11,2-17,9-16,-5 10,7-20,-11 20,2-5,5-25,-3 24,12-59,-13 56,11-49,-13 52,12-45,-9 44,14-52,-15 51,17-47,-17 48,15-42,-15 43,15-37,-18 38,14-30,-14 30,8-22,-9 24,5-13,-4 14,1-13,1 12,-4-7,2 9,4 0,2 3,1 4,0-1,-3 1,1-2,2 2,0-2,-2 2,2 0,-2-1,2 1,0-2,-2 0,1 0,-1 0,2 0,0 0,-2 0,2 2,-31-2,18 0,-22-1,9-5,9 5,-20-7,20 7,-17-7,19 7,-9-3,10 2,-2 2,-1 4,2 1,-2 4,5-2,-5 1,5-2,-10 8,7-8,-10 17,11-16,-15 22,16-24,-13 21,13-21,-8 18,11-17,-9 15,9-15,-12 21,11-19,-12 22,13-22,-7 14,7-16,-3 15,4-14,-6 19,5-18,-5 12,5-14,-1 10,0-9,2 13,-3-13,1 9,2-10,-6 10,3-11,-10 15,9-16,-10 11,11-12,-8 5,6-7,0 7,3-3</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51:22.248"/>
    </inkml:context>
    <inkml:brush xml:id="br0">
      <inkml:brushProperty name="width" value="0.2" units="cm"/>
      <inkml:brushProperty name="height" value="0.4" units="cm"/>
      <inkml:brushProperty name="color" value="#FF8517"/>
      <inkml:brushProperty name="tip" value="rectangle"/>
      <inkml:brushProperty name="rasterOp" value="maskPen"/>
    </inkml:brush>
  </inkml:definitions>
  <inkml:trace contextRef="#ctx0" brushRef="#br0">168 0,'1'18,"0"-2,-5-14,2 5,-5 0,2 0,-1-1,-7 5,6-5,-17 12,16-13,-17 13,19-16,-9 8,10-10,-1 2,-5 0,5-1,-5 1,7 4,1-1,1 6,4-2,1-2,-1 2,2-2,-3 0,3 1,-2-1,1 0,1 6,-4-7,6 18,-5-16,9 31,-8-30,10 38,-11-37,11 34,-10-35,8 30,-9-31,9 27,-9-27,11 22,-8-22,4 18,-3-21,1 21,-1-22,4 24,-4-23,3 22,-3-22,4 19,-6-19,5 15,-7-14,5 13,-6-13,8 15,-6-15,12 21,-12-19,10 24,-9-24,3 21,-3-22,5 19,-7-18,9 18,-9-19,9 18,-8-18,6 13,-6-16,1 14,-1-13,0 13,-2-12,4 15,-3-14,3 17,-2-17,5 18,-4-18,3 13,-4-16,3 12,-3-12,2 9,-1-8,-1 3,2-1,-1 2,-1-2,4 8,-3-9,6 15,-4-15,9 23,-9-21,11 23,-15-24,9 11,-9-12,5 4,-5-3,1 0,0 2,0-2,1 0,1 1,-4-1,4 0,-3 2,1-2,-2 2,0 0,0-2,2 1,-2-1,-2 2,7-2,-3 0,7-3,-1-1,-1-1,2-2,2 2,-3-2,2 2,-3-2,0 0,4 2,-6 1,6 1,-4-1,0-1,3 0,-4-2,4 2,-3-2,0 0,2-4,-11-5,5 1,-9-3,4 3,-1 2,-9-21,10 18,-18-38,15 37,-16-47,15 45,-19-55,19 54,-18-50,22 52,-21-44,18 42,-19-44,19 44,-18-36,19 39,-17-26,17 28,-14-19,15 20,-7-5,10 7,-4 1,-1-7,2 5,-3-5,-2-9,4 11,-11-32,12 32,-10-38,8 36,-10-39,11 39,-16-44,17 44,-19-42,17 43,-18-41,16 40,-13-42,16 43,-11-35,14 36,-13-30,12 30,-12-26,12 28,-8-20,9 20,-7-18,5 20,-4-15,5 16,-4-17,5 14,-5-12,5 14,-3-4,20 21,-14-9,14 14,-12-9,-3-2,13 22,-10-18,21 38,-20-37,23 39,-24-40,18 33,-18-35,10 27,-10-27,8 24,-11-24,13 29,-12-28,14 33,-14-32,18 40,-17-39,19 42,-19-43,15 40,-16-39,16 39,-16-40,16 35,-14-38,9 27,-10-29,5 20,-7-19,3 3,-10-28,4 10,-6-16,7 20,-3-2,-4-19,4 16,-12-35,14 36,-17-44,15 41,-6-26,-1 0,5 24,-5-29,1 1,3 27,-4-25,0 1,4 26,-12-44,15 48,-10-38,12 36,-16-34,16 37,-11-15,11 20,-1-3,5 25,-1-14,5 18,-5-19,1 1,2 9,-3-7,11 40,-10-35,12 57,-13-57,9 55,-9-55,7 52,-7-52,3 51,-4-52,2 46,-1-47,5 41,-5-41,5 34,-4-35,5 32,-4-32,5 25,-7-26,5 18,-6-19,4 22,-3-21,5 24,-3-24,5 25,-5-25,5 24,-7-24,3 15,-4-18,2 14,-1-12,3 19,-4-18,6 18,-5-19,7 20,-5-22,4 19,-5-19,0 13,-2-12,0 11,2-13,-1 14,1-14,-2 17,0-15,0 15,0-15,0 17,0-16,0 15,0-15,2 13,-2-13,2 7,-2-9,0 2</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51:31.191"/>
    </inkml:context>
    <inkml:brush xml:id="br0">
      <inkml:brushProperty name="width" value="0.2" units="cm"/>
      <inkml:brushProperty name="height" value="0.4" units="cm"/>
      <inkml:brushProperty name="color" value="#FF8517"/>
      <inkml:brushProperty name="tip" value="rectangle"/>
      <inkml:brushProperty name="rasterOp" value="maskPen"/>
    </inkml:brush>
  </inkml:definitions>
  <inkml:trace contextRef="#ctx0" brushRef="#br0">676 41,'-20'-5,"3"1,13 4,-1 2,-5 1,4-1,-5 2,5-3,1 3,-14 2,11-2,-21 12,24-12,-23 17,24-15,-20 15,19-17,-15 14,15-14,-11 9,12-8,-4 1,3 1,1-2,-3 3,2-3,-1 2,-1-1,4-1,-5 4,5-4,-4 3,3-3,-1 8,3-7,-4 12,3-11,-8 11,8-12,-10 13,10-13,-10 15,8-17,-8 16,10-15,-12 17,13-15,-14 18,14-18,-16 19,16-18,-21 26,20-25,-21 36,19-35,-18 34,17-35,-5 14,7-19,4 1,-6 3,3-2,-4 2,2-1,1 0,-1 0,1 1,1-3,-3 2,5 1,-5-2,6 4,-4-5,3 4,11-27,-5 17,8-21,1 5,-9 11,19-28,-17 30,18-33,-20 31,21-29,-23 27,25-31,-24 29,20-31,-22 33,16-27,-14 27,9-25,-8 25,3-23,-5 24,7-20,-8 20,6-10,-8 12,4-3,-3 1,1-3,-2 1,0 2,0-1,2 1,-2-2,4 1,-4 0,3 1,-3-2,0 0,0 2,-15 12,10-2,-14 11,16-9,-3-1,-3 6,3-6,-10 15,10-13,-11 13,13-13,-12 12,14-11,-14 13,14-13,-12 13,10-15,-9 19,10-19,-9 24,10-22,-10 26,11-25,-10 25,8-26,-5 20,3-20,-4 15,6-15,-5 9,7-10,-7 8,7-8,-7 15,5-16,-8 25,8-24,-11 33,10-32,-7 29,9-30,-3 16,5-16,-4 8,3-8,-5 13,5-13,-7 17,7-16,-5 5,6-6,-2-1,2 6,0-3,0 0,4-1,-1 0,5 2,-3-2,16 11,-11-10,25 20,-25-22,21 18,-24-22,17 20,-17-17,12 16,-16-15,7 10,-7-10,12 17,-11-16,18 24,-19-23,21 22,-19-22,16 18,-17-19,10 16,-13-17,7 11,-7-12,3 8,-4-8,4 6,-5-32,0 17,-1-23,-9-2,9 18,-16-38,16 40,-18-36,17 35,-13-33,12 34,-6-30,7 31,-9-37,8 34,-9-34,10 37,-7-25,8 25,-10-18,11 19,-7-12,5 15,1-4,10 28,-6-15,8 17,0-1,-7-13,21 37,-19-35,24 39,-22-38,26 30,-25-32,25 25,-26-28,20 20,-22-19,23 11,-24-12,32 9,-29-10,37 8,-34-10,17 5,-9-3,6 4,-4-2,12 2,-26-7,18 2,-17-3,15 1,-15-2,16-4,-17 3,23-5,-21 5,37-3,-35 4,35-2,-37 2,23 0,-24 2,9-2,-11 2,6-2,-4 0,2-2,4-2,-5-4,3 3,3-7,-7 10,13-12,-13 13,11-11,-12 10,3-6,-23 1,8 4,-13-3,10 6,4 0,-30 0,24 0,-50 4,49-3,-47 7,48-7,-30 5,34-6,-10 2,12-2,1 0,-7 0,5 0,-4 0,3 0,-2 2,1-1,-6 3,8-4,-7 4,8-3,-1 3,-3-2,3 3,-2-1,1 1,0-1,0-1,-5 3,7-3,-13 7,14-6,-19 12,16-14,-22 22,21-20,-25 24,25-25,-21 23,24-21,-9 8,36-25,-17 8,20-10,-7 8,-10 4,29-8,-28 9,37-5,-35 6,41-4,-41 3,35-3,-37 4,36-4,-35 3,36-1,-36 2,24 0,-27 0,12 0,-14 0,4 0,-3-6,-1 3,2-6,-3 2,1 2,1-1,7-5,-4 5,23-17,-22 16,44-32,-42 31,45-39,-49 40,28-28,-31 28,19-26,-17 26,14-33,-17 33,10-30,-13 29,9-25,-9 25,7-21,-7 22,3-14,-2 17,1-10,-1 11,0-6,-14 25,9-12,-11 17,7-11,2-4,-14 19,14-17,-35 38,31-34,-38 34,38-38,-20 23,23-24,-7 14,9-18,-1 9,3-8,-5 8,4-9,-13 15,9-13,-18 20,18-20,-12 15,14-16,-8 14,10-11,-6 9,9-10,-4 6,3-6,-3 2,2 1,-1-4,1 6,0-4,2 0,-4 1,3-1,7 0,0-2,5-3,-2-2,-2 2,2-2,4 2,-5-2,10-2,-11 2,11-2,-12 2,5 0,-5-4,-1 1,2-6,-3 4,1-1,1-3,-3 4,11-18,-9 15,17-31,-17 29,9-12,5-15,-13 27,22-45,-13 21,-2 6,9-17,-18 36,17-24,-15 26,21-24,-19 23,14-17,-16 21,8-12,-10 12,12-13,-14 11,12-13,-10 13,6-13,-7 13,5-8,-7 8,5-1,-9 25,4-11,-5 16,2-19,1 1,-5 7,3-7,-6 15,6-16,-9 17,8-15,-10 13,10-13,-4 2,3-22,0 10,1-14,-2 5,5 6,-9-23,8 21,-14-30,13 30,-17-32,18 32,-18-30,17 31,-17-35,17 33,-15-33,16 34,-16-28,15 29,-17-25,18 25,-14-14,12 18,-5-11,5 14,1-7,13 25,-5-14,8 17,-7-14,-3 0,9 16,-6-14,9 27,-12-27,9 29,-10-29,10 27,-11-27,13 26,-12-25,12 23,-10-24,4 10,-5-17,1-17,-4 6,2-12,0 3,-1 11,1-29,-2 28,0-38,0 37,-2-43,1 42,-3-40,4 39,-2-36,2 37,0-20,0 25,2-15,-2 14,4-16,-3 17,1-11,-2 12,2-2,8 19,-3-6,3 10,0-1,-8-8,16 25,-13-23,15 38,-15-37,13 45,-14-44,10 41,-10-42,4 29,-6-32,3 22,-3-22,6 22,-6-22,8 20,-9-20,7 17,-5-19,3 17,-1-19,-1 15,-1-14,1 6,-4-1,2-4,-10-21,4 11,-4-20,-5 4,11 13,-20-29,17 28,-24-38,21 36,-27-40,26 42,-29-36,28 35,-22-25,25 30,-12-15,13 16,-8-19,8 16,-9-20,9 20,-10-18,9 18,-9-11,12 12,-14-11,15 11,-17-9,18 10,-13-6,12 8,-10-9,8 10,-10-10,9 9,-17-10,18 7,-30-8,28 10,-37-10,33 12,-25-6,28 8,-18-4,18 3,-19-3,20 3,-15-3,15 4,-18-4,18 3,-28-1,26 2,-30 0,30 0,-19 0,21 0,-10 0,12 0,-6 0,4 0,-4-2,4 2,-10-4,10 3,-13-1,13 2,-6 0,35 6,-16-4,18 6,-6-6,-12 3,37-1,-33-1,39 3,-40-5,34 7,-34-5,33 7,-32-6,32 8,-35-9,29 10,-30-10,23 9,-24-8,17 6,-20-5,22 6,-20-6,24 10,-23-11,24 8,-22-11,18 7,-19-7,13 5,-13-6,4 4,-3-3,0 1,2-4,-2-1,-1-1,1-1,-2 1,3-5,-3 5,8-8,-7 9,12-10,-11 10,5-5,-9 5,-19-6,9 6,-14-3,-5 0,14 2,-42-8,41 8,-34-8,36 11,-26-12,29 10,-27-10,29 10,-29-11,27 12,-25-15,27 13,-18-8,20 7,-19-6,16 8,-22-12,21 13,-23-14,24 14,-12-8,14 10,-2-2,-1 0,2 1,-4-1,3 2,-1 0,-4 2,6-1,-21 5,18-5,-25 11,26-10,-17 10,17-9,-15 9,13-8,-23 16,25-15,-29 16,28-17,-26 10,27-13,-20 9,20-9,-10 7,12-7,-2 5,1-3,2 1,-2 3,3 0,1 0,-1 1,2-3,-1 4,7 0,0-2,6 0,-5-3,24 6,-19-5,14 5,-22-10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51:38.645"/>
    </inkml:context>
    <inkml:brush xml:id="br0">
      <inkml:brushProperty name="width" value="0.2" units="cm"/>
      <inkml:brushProperty name="height" value="0.4" units="cm"/>
      <inkml:brushProperty name="color" value="#FF8517"/>
      <inkml:brushProperty name="tip" value="rectangle"/>
      <inkml:brushProperty name="rasterOp" value="maskPen"/>
    </inkml:brush>
  </inkml:definitions>
  <inkml:trace contextRef="#ctx0" brushRef="#br0">648 0,'-20'3,"5"0,11-2,0 3,-5-4,1 4,-17 1,17 0,-33 5,31-4,-31 8,33-8,-19 11,23-11,-8 8,11-8,-7 10,5-11,-8 15,6-18,-10 16,11-14,-14 11,15-10,-13 6,15-6,-9 3,6-3,-2 2,-1-3,2 3,-1-2,-1 7,2-6,-3 11,3-13,-6 14,7-14,-10 17,12-15,-10 15,9-15,-8 13,8-13,-11 18,12-16,-14 27,14-27,-15 35,15-33,-14 36,14-36,-14 34,14-34,-14 30,14-31,-8 9,9-14,-1-1,-2 7,3-4,-3 5,2-1,2-4,-4 15,3-14,-1 15,2-15,2 7,9-33,-7 16,8-20,-9 15,-1 4,12-29,-9 25,24-51,-21 49,11-23,0-1,-11 22,28-41,-33 44,29-34,-25 33,29-37,-27 37,31-36,-30 37,28-29,-30 35,15-18,-18 20,10-9,-11 7,8-4,-19 25,9-13,-13 15,9-14,-1-3,-15 24,14-18,-30 36,29-36,-31 38,29-37,-25 36,26-36,-22 34,22-34,-19 32,19-33,-15 32,17-32,-21 29,20-31,-26 25,25-27,-20 16,23-16,-21 10,19-11,-14 6,14-10,-4 4,2-3,-2 1,0-2,2 0,-2 2,2 0,0 1,-1 1,3-2,12 11,-4-9,11 8,-9-9,-3 1,12 13,-9-10,26 26,-25-25,36 27,-34-27,41 24,-39-26,30 24,-32-26,23 26,-24-26,24 30,-23-28,22 23,-24-23,24 17,-24-18,18 19,-20-19,10 19,-12-17,12 22,-10-23,8 14,-9-17,7 5,-6-5,4 1,-7-20,-2 12,-1-14,-10 1,9 9,-25-31,23 30,-27-32,27 34,-24-27,23 28,-24-29,26 26,-28-28,26 31,-29-28,26 30,-22-21,24 23,-11-10,12 11,0-5,19 22,-7-14,11 16,-5-14,-10 1,36 10,-29-11,42 12,-42-14,26 12,-28-10,11 12,-12-12,8 16,-10-15,14 24,-15-21,13 22,-13-22,10 20,-10-20,11 18,-10-19,11 12,-10-14,12 2,-11-5,19-6,-18 3,36-16,-32 14,53-19,-51 20,26-9,1 1,-26 8,59-12,-62 13,54-11,-53 10,55-17,-55 15,36-15,-40 15,17-10,-19 13,4-6,-31 7,13 0,-20 0,-4 2,20 1,-55 7,54-6,-58 10,59-12,-37 12,41-12,-15 8,17-10,-2 4,1-1,-4-1,3 0,-19 0,19-1,-31-3,30 1,-26-5,27 5,-12-3,14 4,2-2,18 10,-8-4,12 4,15 0,-19-6,59 10,-55-9,22 3,1 1,-25-4,26 3,-15 0,-17-4,26 10,-29-11,8 11,-13-6,2 1,-2 3,1-7,-1 8,-6-4,-1-2,-4-1,0-4,2 2,-26-2,20 2,-25-2,-2-2,22 2,-30-2,1 0,31 1,-25 0,1 0,28 1,-37 0,41 0,-6-2,36 0,-14-1,18 1,-3 0,-14 2,45-2,-41 2,26 0,0 0,-24 0,24-1,-1 2,-28 1,56 2,-56-1,37 3,-40-5,5 3,-2-2,-6 1,9-8,-10-2,3-1,-6-2,8 1,-4 1,12-19,-11 19,17-35,-17 33,17-41,-17 40,13-44,-14 44,10-48,-8 47,12-47,-13 48,21-42,-20 45,18-32,-19 34,11-19,-15 19,7-11,-7 11,3-6,-4 7,-12 18,6-8,-8 15,10-15,1-3,-3 6,-1-5,2 6,-2-3,-1 3,4-1,-41 32,34-27,-27 23,5-5,19-20,-16 15,1 0,18-16,-36 35,41-34,-13 12,17-15,2-3,-2 6,17-16,-11 9,15-12,1-2,-11 6,49-23,-44 19,24-9,-1 1,-25 8,47-29,-49 30,32-35,-35 34,25-35,-27 36,18-27,-19 28,12-17,-14 17,10-4,-9 7,3-1,5 10,-7-5,6-8,-14 1,5-11,-11 4,9 7,-22-14,17 12,-22-16,21 19,-16-18,18 19,-13-15,14 13,-13-15,13 14,-18-25,19 23,-28-34,25 33,-22-33,22 34,-18-30,21 31,-17-27,18 27,-12-23,12 23,-8-16,9 17,-3-6,8 35,-3-16,5 20,3 1,-3-17,10 36,-10-36,11 40,-13-39,14 40,-16-42,18 32,-15-33,15 21,-15-23,7 7,-8-27,-1 10,1-15,-2 7,-1 5,3-24,-4 22,2-38,-2 37,-2-43,2 42,-4-40,3 41,-3-43,4 42,-2-40,2 42,2-28,0 31,3-18,-3 19,2-7,-1 5,1 4,9 5,-9 2,8 2,-7-2,4 3,-2-4,8 9,-11-8,10 10,-13-8,11 19,-10-17,8 26,-10-25,9 25,-6-28,5 32,-5-30,9 38,-10-36,12 43,-13-42,13 41,-10-42,9 25,-10-29,5 13,-5-15,1 8,-2-7,-2 2,0 3,0-4,0 4,0-3,0 0,0 4,-10-32,8 19,-10-23,7 17,2 4,-27-32,21 26,-19-19,-1 1,18 20,-44-37,45 38,-31-23,33 25,-23-18,23 19,-16-14,19 14,-19-17,18 14,-27-20,25 20,-27-18,27 18,-27-13,27 13,-25-10,25 12,-17-8,21 8,-14-6,16 6,-14-4,12 6,-17-7,16 7,-25-12,23 11,-28-10,27 12,-23-8,24 9,-26-7,24 7,-24-5,26 4,-20-1,20 1,-24 0,23 2,-21 0,22 0,-19 6,20-3,-29 6,29-4,-27 5,25-6,-16 8,17-11,-10 9,12-9,-10 7,11-5,-12 6,12-6,-9 5,26-28,-11 19,15-21,-13 22,-4-4,14-9,-9 8,20-19,-18 21,15-18,-15 19,15-10,-15 11,14-5,-15 6,10-4,-10 3,11-3,-11 4,6-4,-7 3,2-3,1 4,0-2,1 2,-1 0,-1 0,4 0,-3 0,14 0,-14 0,23 2,-24-2,18 4,-19-3,17 1,-16-2,13 0,-14 0,11 0,-11 0,8 0,-8 0,8 0,-8 0,11 0,-11 0,14 0,-13 0,16 0,-17 0,9 2,-10-2,7 4,-6-3,9 5,-10-5,16 9,-16-7,23 12,-22-11,18 12,-17-14,19 16,-18-14,29 15,-28-15,31 10,-31-13,30 9,-31-9,21 7,-23-7,11 3,-12-4,4 0,-1 4,-2-3,4 3,-3-4</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51:44.017"/>
    </inkml:context>
    <inkml:brush xml:id="br0">
      <inkml:brushProperty name="width" value="0.2" units="cm"/>
      <inkml:brushProperty name="height" value="0.4" units="cm"/>
      <inkml:brushProperty name="color" value="#FF8517"/>
      <inkml:brushProperty name="tip" value="rectangle"/>
      <inkml:brushProperty name="rasterOp" value="maskPen"/>
    </inkml:brush>
  </inkml:definitions>
  <inkml:trace contextRef="#ctx0" brushRef="#br0">273 899,'-19'2,"2"0,12 0,1-1,-7 3,5-2,22 3,-12-1,22 1,-24-1,1 1,3 3,-3-2,1 2,-2 1,0-4,-1 6,1-2,0-4,10-9,-7-1,9-5,-13 6,3 1,2-5,0 4,6-8,-6 10,6-10,-6 11,10-11,-11 8,19-8,-19 8,34-14,-29 15,40-21,-39 21,37-20,-38 21,40-18,-39 17,44-17,-45 17,37-17,-40 16,33-17,-33 16,23-9,-25 11,15-5,-16 5,17-3,-15 5,21-3,-19 4,26-6,-25 5,25-10,-26 10,27-13,-27 12,33-14,-32 14,36-13,-36 12,32-8,-31 8,33-5,-31 5,39-9,-41 8,45-19,-44 18,43-24,-45 21,35-18,-38 21,25-18,-24 21,15-16,-15 14,11-11,-12 12,11-10,-11 12,10-11,-10 10,13-10,-13 11,17-11,-16 10,15-10,-17 8,15-8,-16 8,11-6,-10 9,5-7,-6 5,10-6,-11 4,10-3,-8 5,1-5,1 3,-2 0,1-3,-1 4,1-2,-1-1,0 2,1-1,-3-1,3 2,-1-3,-1 3,1-2,3-4,-2 5,8-10,-10 10,10-9,-10 11,6-6,-7 7,3-3,-23 15,14-6,-17 10,5-3,8-8,-34 18,30-17,-48 21,47-19,-57 19,56-19,-54 17,56-19,-53 19,52-17,-35 13,40-14,-24 10,23-12,-29 18,28-17,-34 23,34-21,-30 18,31-17,-33 16,29-14,-40 18,40-21,-47 21,46-20,-38 16,43-16,-17 5,20-9,-6 2,32-3,-17 1,22-4,-15-1,-5 1,34-9,-28 9,59-14,-56 12,29-5,-1 0,-25 4,31-6,-1 0,-30 6,29-6,1-1,-31 5,26-4,-1 0,-29 6,48-18,-52 21,26-18,-28 15,11-9,-14 9,6-4,-9 4,9-6,-7 6,8-6,-6 6,7-5,-8 4,12-9,-12 11,11-12,-10 12,8-13,-8 13,6-10,-8 11,7-8,-9 6,11-5,-8 4,8-5,-6 8,6-5,-8 5,8-3,-9 1,8-1,-6 3,3-6,-3 6,8-7,-9 4,8-2,-11 3,7-1,-3 1,4-4,-2 4,1-4,-3 4,4-3,-4 3,-1-2,2 1,-5-2,5 1,-19 23,11-11,-14 15,15-16,-3-1,0 7,1-4,-3 3,3-3,-1-1,-3 8,4-5,-9 8,10-10,-12 11,12-11,-8 8,7-8,-3 6,1-8,-1 10,3-10,-6 8,6-9,-5 1,1-2,0-1,-2 3,4 0,-3 1,2 2,0-3,-1 1,2-1,-3 1,3-1,-4 1,2-1,-8 5,6-6,-15 11,18-10,-20 13,21-13,-16 10,15-11,-5 4,7-3,-3-2,0 3,-2-1,2-1,-14 7,13-8,-47 22,42-20,-26 12,1 0,24-12,-45 18,48-19,-39 10,37-10,-44 7,46-9,-44 5,45-3,-49 7,47-6,-41 10,43-12,-34 10,33-11,-36 11,40-8,-36 6,36-7,-33 5,30-7,-20 5,23-5,-16 5,16-3,-19 7,18-6,-19 8,20-11,-22 13,21-12,-16 10,18-11,-13 9,12-8,-15 8,15-7,-18 5,18-5,-20 7,19-6,-18 8,19-6,-18 10,18-11,-16 15,19-16,-21 17,20-17,-18 10,19-11,-8 4,9-3,-4 1,-1 1,2-3,-2 3,-3 1,7-2,-12 6,12-8,-17 9,14-10,-16 12,17-13,-13 9,13-9,-11 7,11-7,-6 7,7-7,-10 9,8-8,-13 10,13-11,-14 9,15-9,-13 7,13-7,-8 5,8-5,-5 3,4-4,0 2,-1 0,1-1,0 3,-2-4,2 2,-2 0,-4-1,5 1,-9 0,11-2,-9 2,10-2,24 2,-12-1,21 1,-23-2,-1 0,7-2,-5 1,4-1,-5 2</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1T13:51:48.934"/>
    </inkml:context>
    <inkml:brush xml:id="br0">
      <inkml:brushProperty name="width" value="0.2" units="cm"/>
      <inkml:brushProperty name="height" value="0.4" units="cm"/>
      <inkml:brushProperty name="color" value="#FF8517"/>
      <inkml:brushProperty name="tip" value="rectangle"/>
      <inkml:brushProperty name="rasterOp" value="maskPen"/>
    </inkml:brush>
  </inkml:definitions>
  <inkml:trace contextRef="#ctx0" brushRef="#br0">0 0,'0'20,"0"-4,0-11,0 1,2 3,-1 5,1-4,2 8,-3-11,5 9,-4-12,1 4,-1 0,-2-2,0 7,2-8,0 3,5-3,0 0,2-3,-2 0,7-2,-7 2,15-4,-15 2,14-4,-17 1,8 1,-7-2,2 3,1-5,-5 1,-1-4,-6 0,1 2,-5 2,3 1,-2 2,-2-3,2 3,0 0,-2 2,2-4,0 1,1-4,15 25,-6-13,12 15,-7-12,-4-5,24 22,-23-17,51 31,-45-30,25 11,-1-4,-7-4,10 4,5 0,-35-12,38 12,-39-12,38 12,-36-14,31 14,-31-12,25 13,-26-13,23 12,-24-14,24 18,-23-17,10 9,5-2,0-2,3 4,10-2,-27-7,36 5,-35-5,24 3,-29-3,7-1,-6 2,0-3,4 5,-3-3,0 1,4 2,-4-5,14 9,-11-8,4 6,10-2,0 2,4-1,-3-1,-22-4,11 3,-10-1,13 5,-11-6,14 11,-13-12,26 16,-24-15,29 15,-29-16,23 12,-24-13,12 9,-14-9,8 9,-8-8,11 10,-11-11,14 11,-13-8,16 6,-17-7,7 3,-9-5,1 5,1-1,-1 0,2 3,-3-5,3 3,0-1,0-3,1 4,-3-5,4 5,-2-3,-2 1,5 1,-7-1,6 1,-3-1,-1 3,2-2,-3 1,3-1,-2-1,3 1,-3-1,4-1,-2-1,2-2,0 0,-2 0,1-2,7-1,-6 1,18-6,-20 6,18-8,-19 7,15-3,-15 3,17-3,-16 5,11-5,-12 5,2-3,1 4,-4-2,6 0,-4 1,0-1,3 2,-4 0,4 2,-3-1,0 1,4-2,-6 0,-20 8,9-6,-19 6,21-8,-1 0,-5 0,4 0,-5 0,4 0,0 0,-2 0,0 0,-14 4,12-3,-19 7,23-7,-12 7,15-5,-4 1,4 4,1-4,-3 6,5-3,-3 0,-9-14,6 6,-7-11,-5-1,11 10,-47-27,39 26,-21-12,1-1,21 12,-54-22,55 22,-50-21,51 22,-18-10,25 12,3-1,-8-1,6-1,-10-3,7 4,-19-12,20 12,-39-21,37 19,-48-22,46 24,-48-24,49 23,-52-28,51 24,-46-24,47 26,-33-20,35 20,-33-20,31 22,-28-19,29 21,-23-15,26 14,-23-11,24 12,-23-11,19 11,-25-15,25 14,-28-15,29 13,-35-15,35 14,-29-13,32 16,-21-13,20 13,-16-10,18 10,-15-12,12 14,-15-19,15 17,-14-11,17 10,-16-8,15 9,-16-12,15 12,-9-8,12 7,-7-4,7 4,-6-4,4 6,-2-3,-1 4,2-1,-2-3,1 5,2-5,-3 4,19 19,-10-14,16 19,-1-11,-8-5,36 21,-32-19,54 20,-53-21,49 14,-51-17,43 14,-43-16,44 18,-45-17,41 17,-43-16,46 19,-45-18,54 19,-53-19,54 19,-54-19,50 17,-49-19,44 19,-45-19,19 11,-5-4,0 5,4-3,10 10,-28-17,34 19,-34-19,38 19,-39-19,39 16,-41-15,26 6,-29-7,18 6,-19-6,21 8,-19-10,22 11,-20-12,26 12,-27-10,28 8,-28-8,23 8,-22-11,15 11,-15-8,17 6,-16-5,22 6,-22-8,15 5,-18-7,2 3,3-2,2 5,0-4,13 7,-18-9,18 9,-19-9,17 7,-16-7,11 3,-14-2,6-1,-3 3,2-4,0 4,2-3,-8 3,17-2,-14 1,20 1,-19-4,14 4,-15-3,10 5,-10-5,7 5,-8-4,3 3,-1-1,2 1,-2-3,2 4,-4-5,3 3,1-6,-3-2,2-1,-6-4,1 2,-1 0,-2 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14:00:27.555"/>
    </inkml:context>
    <inkml:brush xml:id="br0">
      <inkml:brushProperty name="width" value="0.35" units="cm"/>
      <inkml:brushProperty name="height" value="2.1" units="cm"/>
      <inkml:brushProperty name="color" value="#333333"/>
      <inkml:brushProperty name="inkEffects" value="pencil"/>
    </inkml:brush>
  </inkml:definitions>
  <inkml:trace contextRef="#ctx0" brushRef="#br0">28 9 16383,'-15'-4'0,"3"-1"0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01.927"/>
    </inkml:context>
    <inkml:brush xml:id="br0">
      <inkml:brushProperty name="width" value="0.2" units="cm"/>
      <inkml:brushProperty name="height" value="1.2" units="cm"/>
      <inkml:brushProperty name="inkEffects" value="pencil"/>
    </inkml:brush>
  </inkml:definitions>
  <inkml:trace contextRef="#ctx0" brushRef="#br0">437 1 16383,'-8'7'0,"1"0"0,4-4 0,3 4 0,-4-4 0,1 1 0,2 3 0,-2-4 0,0 1 0,2 3 0,-2-4 0,0 1 0,2 2 0,-2-2 0,0 0 0,2 2 0,-2-2 0,0 0 0,2 2 0,-2-2 0,0 0 0,2 2 0,-5-2 0,5 3 0,-5 0 0,5 0 0,-5 0 0,5 0 0,-5-3 0,5 2 0,-5-2 0,5 3 0,-5 0 0,5 0 0,-5 0 0,5 0 0,-5 0 0,2 6 0,-3-5 0,0 9 0,3-10 0,-2 4 0,2-1 0,0-3 0,-2 0 0,5 3 0,-6-6 0,4 6 0,-1-3 0,1 0 0,-1 0 0,1 3 0,-5-2 0,5 2 0,-4-3 0,7 0 0,-7 0 0,6 3 0,-5-2 0,5 2 0,-5-3 0,5 0 0,-5 0 0,5 0 0,-5 3 0,2 1 0,-3 3 0,0-3 0,3-1 0,1-3 0,0 0 0,2 0 0,-5 0 0,5 0 0,-2 3 0,0-3 0,-1 3 0,0-3 0,1 0 0,0 0 0,2 0 0,-5 10 0,5-8 0,-5 7 0,5-9 0,-5 0 0,5 0 0,-5 0 0,5 3 0,-5-5 0,5 7 0,-2-7 0,0 5 0,2-3 0,-2 0 0,0 3 0,2-2 0,-2 2 0,3-3 0,-4 3 0,4-3 0,-3 4 0,-1-4 0,4 3 0,-3-3 0,3 3 0,-4-3 0,4 0 0,-4 3 0,4-2 0,-3 2 0,3 0 0,-4-2 0,4 2 0,-3-3 0,3 3 0,-4-2 0,4 5 0,-3-5 0,3 2 0,-4 0 0,1-2 0,2 2 0,-2-3 0,3 0 0,0 3 0,-3-2 0,2 2 0,-2-3 0,3 6 0,-3-5 0,2 5 0,-2-6 0,3 3 0,-3-2 0,2 2 0,-2-3 0,3 0 0,0 0 0,0 0 0,-3 0 0,2 0 0,-2 0 0,3 0 0,0 0 0,0 3 0,0-2 0,-3 2 0,2 0 0,-2-2 0,3 2 0,0-3 0,-3 0 0,2 0 0,-2 0 0,3 0 0,0 0 0,0 0 0,0 0 0,0 0 0,0 0 0,0 0 0,0-1 0,0 1 0,0 0 0,0 0 0,0 0 0,3 0 0,-2 0 0,2 0 0,-3 0 0,0 0 0,3-3 0,-2 2 0,2-2 0,0 0 0,-2 2 0,5-5 0,-5 5 0,5-2 0,-5 3 0,5-3 0,-5 2 0,5-5 0,-2 5 0,3-2 0,0 3 0,0-3 0,-3 2 0,2-2 0,-2 0 0,0 2 0,2-5 0,-2 2 0,0 0 0,2-2 0,-2 2 0,3 0 0,0-2 0,0 5 0,0-5 0,0 2 0,-4 0 0,7-2 0,-6 2 0,3 0 0,-1-2 0,-2 2 0,3-3 0,-3 3 0,2-2 0,-2 2 0,3-3 0,3 0 0,-5 3 0,7-2 0,-7 2 0,5-3 0,-3 0 0,0 0 0,0 3 0,0-2 0,0 2 0,0-3 0,0 0 0,3 0 0,-2 0 0,2 0 0,-3 0 0,0 0 0,0 0 0,0 0 0,0 0 0,0 0 0,0 0 0,0 0 0,0 0 0,0 0 0,-1 0 0,1 0 0,0 0 0,0 0 0,0 0 0,3 0 0,-2 0 0,2 0 0,-3-3 0,0 2 0,0-2 0,0 3 0,0 0 0,0 0 0,0 0 0,0-4 0,0 4 0,0-3 0,3 3 0,-2 0 0,5 0 0,-5 0 0,2 0 0,-3-4 0,0 4 0,0-3 0,0 3 0,0 0 0,0 0 0,0 0 0,3 0 0,-3 0 0,3 0 0,-3 0 0,0 0 0,0-4 0,0 4 0,0-4 0,0 4 0,0 0 0,0 0 0,0 0 0,0 0 0,0 0 0,0 0 0,0-3 0,0 3 0,0-4 0,0 4 0,0 0 0,0 0 0,0 0 0,0 0 0,0-3 0,0 3 0,0-4 0,0 4 0,6 0 0,-4-3 0,4 2 0,-6-2 0,0 0 0,0 2 0,0-2 0,0 0 0,-1 2 0,1-2 0,13-3 0,-10 4 0,9-7 0,-12 8 0,0-2 0,-3 0 0,2 2 0,-2-5 0,3 5 0,3-2 0,-5 0 0,4 2 0,-5-2 0,3 3 0,-3-3 0,2 2 0,-5 4 0,2 2 0,-3 5 0,0-3 0,0 0 0,0-3 0,0-1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12.311"/>
    </inkml:context>
    <inkml:brush xml:id="br0">
      <inkml:brushProperty name="width" value="0.2" units="cm"/>
      <inkml:brushProperty name="height" value="1.2" units="cm"/>
      <inkml:brushProperty name="inkEffects" value="pencil"/>
    </inkml:brush>
  </inkml:definitions>
  <inkml:trace contextRef="#ctx0" brushRef="#br0">0 1 16383,'7'7'0,"0"0"0,0-7 0,-3 3 0,2-2 0,-2 2 0,3-3 0,0 0 0,-3 3 0,2-2 0,-2 2 0,3-3 0,0 0 0,0 0 0,0 0 0,0 0 0,0 0 0,0 0 0,0 0 0,0 0 0,0 0 0,3 0 0,-2 0 0,2 0 0,-3 0 0,0 3 0,0-3 0,-1 4 0,1-4 0,0 0 0,0 0 0,0 0 0,3 0 0,-2 0 0,2 0 0,-3 0 0,0 0 0,0 0 0,0 0 0,0 0 0,0 0 0,0 0 0,0 0 0,0 0 0,0 0 0,0 0 0,0 0 0,0 0 0,0 0 0,0 0 0,0 0 0,0 0 0,0 0 0,0 0 0,0 0 0,0 0 0,0-4 0,0 4 0,0-3 0,0 3 0,0 0 0,0 0 0,-1 0 0,1 0 0,0 0 0,0 0 0,0 0 0,0 0 0,0 0 0,0 0 0,0 0 0,0 0 0,0 0 0,0 0 0,0 0 0,0 0 0,0-4 0,0 4 0,0-3 0,0 3 0,0 0 0,0 0 0,0 0 0,0 0 0,0 0 0,0 0 0,0 0 0,0 0 0,0 0 0,0 0 0,0 0 0,0 0 0,0 0 0,0 0 0,3 0 0,-3 0 0,4 0 0,-5 0 0,1 0 0,0 0 0,0 0 0,0 0 0,0 0 0,0 0 0,0 0 0,0 0 0,0 0 0,0 0 0,0 0 0,0 0 0,0 0 0,0 0 0,0 0 0,0 0 0,0 0 0,0 0 0,0 0 0,0 0 0,0 0 0,0 0 0,0 0 0,-3 3 0,-1-3 0,-3 3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3:17.940"/>
    </inkml:context>
    <inkml:brush xml:id="br0">
      <inkml:brushProperty name="width" value="0.2" units="cm"/>
      <inkml:brushProperty name="height" value="1.2" units="cm"/>
      <inkml:brushProperty name="inkEffects" value="pencil"/>
    </inkml:brush>
  </inkml:definitions>
  <inkml:trace contextRef="#ctx0" brushRef="#br0">1623 113 16383,'-11'-8'0,"4"-1"0,0 8 0,3-2 0,1 0 0,-7 2 0,9-5 0,-9 5 0,6-2 0,-3 0 0,0 2 0,0-2 0,3 0 0,-2 2 0,2-2 0,-3 0 0,0 2 0,0-2 0,0 3 0,0-3 0,0 2 0,0-2 0,0 3 0,0 0 0,0-3 0,0 2 0,0-2 0,0 3 0,0-3 0,0 2 0,-1-2 0,1 3 0,-3-3 0,3 2 0,-4-2 0,1 3 0,2 0 0,-2-3 0,3 2 0,-3-2 0,2 3 0,-2 0 0,0 0 0,2-3 0,-2 2 0,-3-2 0,4 3 0,-7 0 0,8 0 0,-5 0 0,2 0 0,0 0 0,1-3 0,0 2 0,2-2 0,-5 3 0,5 0 0,-5 0 0,2 0 0,0 0 0,-2 0 0,2 0 0,-3 0 0,3 0 0,-3-3 0,4 2 0,-1-2 0,-3 3 0,3 0 0,-3 0 0,0 0 0,4 0 0,-4 0 0,3 0 0,-3 0 0,0 0 0,0 0 0,0 0 0,3 0 0,-2 0 0,2 0 0,-3 0 0,0 0 0,0 0 0,0 0 0,0 0 0,3 0 0,-2 0 0,2 0 0,0 0 0,-2 0 0,2 0 0,-3 0 0,3 0 0,-8 0 0,6 0 0,-4 0 0,7 0 0,0 0 0,-1 0 0,0 0 0,-2 0 0,2 0 0,0 0 0,-2 0 0,5 0 0,-5 0 0,5 0 0,-5 0 0,5 0 0,-2 0 0,0 0 0,2 0 0,-6 0 0,7 0 0,-7 3 0,7-2 0,-4 2 0,1-3 0,3 0 0,-4 0 0,4 3 0,-3-2 0,2 2 0,-2-3 0,3 0 0,-3 0 0,2 3 0,-2-3 0,3 4 0,-3-4 0,2 0 0,-5 3 0,5-3 0,-2 4 0,3-4 0,0 3 0,0-3 0,0 4 0,0-4 0,0 3 0,0-3 0,0 7 0,0-7 0,0 3 0,0 1 0,-1-4 0,1 3 0,0 1 0,0-4 0,0 7 0,0-7 0,0 6 0,0-5 0,0 5 0,0-5 0,3 5 0,-2-5 0,2 5 0,-3-5 0,3 5 0,-2-5 0,5 5 0,-5-5 0,5 5 0,-5-5 0,2 5 0,-3-2 0,0 3 0,3 0 0,-2-3 0,2 2 0,0-2 0,-2 0 0,5 2 0,-6-2 0,7 3 0,-7-3 0,7 2 0,-7-2 0,7 3 0,-4 0 0,1-3 0,3 2 0,-4-2 0,4 3 0,0 0 0,0 0 0,-3-3 0,3 2 0,-4-2 0,4 3 0,0 0 0,0 0 0,0 0 0,0 0 0,4-4 0,-4 4 0,3-4 0,-3 4 0,3 0 0,-2 0 0,5-3 0,-5 2 0,2-2 0,0 0 0,-2 2 0,5-2 0,-2 3 0,0 0 0,2-3 0,-5 2 0,5-5 0,-2 5 0,3-2 0,0 3 0,0-3 0,-3 2 0,2-5 0,-2 5 0,3-5 0,0 5 0,0-5 0,-3 5 0,5-5 0,-4 5 0,5-5 0,-3 5 0,0-5 0,0 5 0,3-5 0,-2 2 0,2 0 0,-3 1 0,0 0 0,3-1 0,-3 0 0,3-2 0,-3 5 0,4-5 0,-4 2 0,6 0 0,-5-2 0,2 5 0,0-5 0,1 2 0,0 0 0,-1-2 0,-3 2 0,3-3 0,1 3 0,0-2 0,2 2 0,-5-3 0,5 3 0,-5-2 0,2 2 0,0-3 0,1 0 0,-1 0 0,4 3 0,-3-3 0,-1 4 0,0-4 0,7 3 0,-8-3 0,10 4 0,-11-4 0,5 0 0,-2 0 0,0 0 0,2 0 0,-5 0 0,5 3 0,-2-3 0,3 4 0,-3-4 0,-1 0 0,0 0 0,1 0 0,0 0 0,2 0 0,-2 0 0,2 0 0,-2 0 0,2 0 0,-2 0 0,3 0 0,-3 0 0,2 0 0,-5 0 0,5 0 0,-2 0 0,0 0 0,2 0 0,-2 0 0,0 0 0,2 0 0,-2 0 0,0 0 0,2 0 0,-5 0 0,5-4 0,-2 4 0,-1-3 0,4 3 0,-7 0 0,6 0 0,-5 0 0,2 0 0,0 0 0,-2 0 0,2 0 0,3 0 0,-4 0 0,4 0 0,-6 0 0,3 0 0,-2 0 0,2 0 0,-3 0 0,0 0 0,0 0 0,0 0 0,3-4 0,-2 4 0,2-4 0,-3 4 0,9 0 0,-7 0 0,8 0 0,-11 0 0,1 0 0,0 0 0,-3-3 0,2 3 0,-2-4 0,3 4 0,0 0 0,0 0 0,0 0 0,0 0 0,0 0 0,0 0 0,0 0 0,-3-3 0,2 3 0,-2-4 0,3 4 0,0 0 0,0 0 0,0 0 0,0 0 0,-3-3 0,2 2 0,-2-2 0,3 3 0,-3-3 0,2 2 0,-2-2 0,0 0 0,2 2 0,-5-5 0,5 5 0,-5-5 0,5 5 0,-5-5 0,5 2 0,-2-3 0,0 0 0,2 0 0,-5 0 0,2 0 0,-3 0 0,3 3 0,-3-2 0,4 2 0,-4-3 0,0 0 0,3 3 0,-3-2 0,4 2 0,-4-3 0,3 0 0,-3 0 0,4 0 0,-4-1 0,3 5 0,-3-4 0,3 3 0,1 0 0,-4-2 0,3 2 0,1 0 0,-4-2 0,7 5 0,-7-5 0,3 2 0,1 0 0,-4-2 0,6 5 0,-5-5 0,5 2 0,-5-3 0,5 3 0,-5-2 0,2 2 0,0 0 0,-2-2 0,2 2 0,0 0 0,-2-2 0,2 2 0,0 0 0,-2-2 0,2 2 0,0 0 0,-2-2 0,2 2 0,-3-3 0,0 0 0,3 3 0,-2-3 0,2 4 0,-3-5 0,0 1 0,3 4 0,-2-4 0,2 0 0,-3-1 0,0-2 0,0 9 0,0 11 0,-3 0 0,2 6 0,-2-12 0,3-1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3:19.120"/>
    </inkml:context>
    <inkml:brush xml:id="br0">
      <inkml:brushProperty name="width" value="0.2" units="cm"/>
      <inkml:brushProperty name="height" value="1.2" units="cm"/>
      <inkml:brushProperty name="inkEffects" value="pencil"/>
    </inkml:brush>
  </inkml:definitions>
  <inkml:trace contextRef="#ctx0" brushRef="#br0">0 53 16383,'11'4'0,"-1"-1"0,-3-3 0,0 0 0,0 0 0,-3-3 0,2 2 0,-2-2 0,6 0 0,-2 2 0,2-2 0,-3 3 0,0 0 0,0 0 0,6 0 0,-4-3 0,4 2 0,-6-2 0,0 3 0,0 0 0,0 0 0,0 0 0,0 0 0,12 0 0,-9 0 0,9 0 0,-12 0 0,0 0 0,0 0 0,0 0 0,0 0 0,0 0 0,0 0 0,0 0 0,16 0 0,-12 0 0,11 0 0,-15 0 0,0 0 0,0 0 0,3 0 0,-2 0 0,2 0 0,-3 0 0,0 0 0,0 3 0,3-2 0,7 2 0,-2-3 0,6 0 0,-11 0 0,0 0 0,-3 3 0,0-2 0,0 2 0,3-3 0,-2 0 0,5 0 0,-5 3 0,2-2 0,-3 2 0,19 0 0,-15-2 0,15 2 0,-16-3 0,-2 0 0,2 0 0,-3 0 0,3 0 0,-2 0 0,2 0 0,-3 0 0,0 3 0,3-2 0,-3 2 0,3-3 0,-3 0 0,0 0 0,0 0 0,0 0 0,0 0 0,0 0 0,0 0 0,0 0 0,0 0 0,0 0 0,0 0 0,0 0 0,0 0 0,0 0 0,0 0 0,0 0 0,0 0 0,0 0 0,-3 3 0,-1 1 0,-3 3 0,0 0 0,0 0 0,0 0 0,0 0 0,0 0 0,0 0 0,0 0 0,0 0 0,0 0 0,0 0 0,0 0 0,0 0 0,3-3 0,-2 2 0,2-2 0,-3 3 0,3 0 0,-2 0 0,2 0 0,0-4 0,-2 4 0,2-3 0,0 2 0,-2 1 0,2 0 0,0-3 0,-2 2 0,2-2 0,0 0 0,-2 2 0,2-2 0,0 0 0,-2 2 0,2-2 0,0 0 0,-2 2 0,5-2 0,-2 3 0,0 0 0,2-3 0,-5 2 0,5-5 0,-2 5 0,3-5 0,-4 5 0,4-5 0,-3 2 0,2 0 0,1-2 0,0 5 0,0-5 0,0 2 0,0 0 0,0-2 0,0 2 0,0-3 0,0 0 0,0 3 0,0-2 0,0 2 0,0-3 0,0 0 0,0 0 0,0 3 0,0-2 0,0 2 0,3-3 0,-2 0 0,2 0 0,-3 0 0,0 0 0,0 0 0,3 3 0,1-2 0,0 2 0,2-3 0,-6 0 0,7 0 0,-7 0 0,3 0 0,1 0 0,-4 0 0,6 0 0,-5 3 0,5-2 0,-5 2 0,5-3 0,-5 0 0,5 0 0,-2 0 0,0 0 0,2 0 0,-5 0 0,5 0 0,-2 0 0,0 0 0,2 0 0,-2 0 0,0 0 0,2 0 0,-2 0 0,-1 0 0,4 0 0,-7 0 0,6 0 0,-2 0 0,0 0 0,2 0 0,-5-3 0,5 2 0,-5-2 0,2 3 0,0 0 0,1 0 0,0 0 0,-1 0 0,0-3 0,1 2 0,0-2 0,-1 0 0,0 2 0,4-2 0,-3 3 0,6-3 0,-10 2 0,3-2 0,1 3 0,-4 0 0,3 0 0,-3-3 0,3 2 0,1-2 0,0 3 0,-1-3 0,-3 2 0,3-2 0,1-1 0,0 4 0,-1-3 0,-3 3 0,0 0 0,3-4 0,-2 4 0,2-3 0,-3 3 0,0-4 0,0 4 0,0-4 0,0 4 0,0 0 0,-4-3 0,13 3 0,-13-7 0,13 7 0,-13-4 0,4 4 0,0-3 0,0 2 0,0-2 0,0 3 0,0-6 0,0 5 0,0-6 0,-3 4 0,2 2 0,-2-5 0,3 5 0,-3-5 0,2 5 0,-5-5 0,5 5 0,-2-5 0,0 2 0,2 0 0,-5-2 0,5 2 0,-5-3 0,5 0 0,-5 0 0,2 0 0,-3 0 0,0 0 0,0 0 0,0 0 0,0 0 0,0 0 0,0 0 0,-3 3 0,2-6 0,-5 9 0,5-9 0,-5 10 0,5-7 0,-2 3 0,0 0 0,-1-2 0,0 2 0,-12-6 0,13 2 0,-13 1 0,13 1 0,-1 2 0,-3 0 0,3 1 0,-3 0 0,0 2 0,0-5 0,0 5 0,0-5 0,-15-1 0,11-1 0,-12 1 0,16 4 0,-3 0 0,2 2 0,-2-2 0,3 3 0,0-3 0,-3 2 0,2-2 0,-2 0 0,-13-1 0,9 0 0,-9 1 0,12 3 0,1 0 0,3 0 0,-4-3 0,4 2 0,-3-2 0,2 3 0,-5 0 0,5 0 0,-2 0 0,-16 0 0,15 0 0,-15 0 0,16 0 0,2 0 0,-5 0 0,2 0 0,0 0 0,-2 0 0,5 0 0,-2 0 0,-19 3 0,16-2 0,-15 2 0,17-3 0,4 0 0,-4 0 0,4 0 0,0 0 0,-3 0 0,2 3 0,-2-3 0,-3 4 0,4-4 0,-4 0 0,6 0 0,0 3 0,0-3 0,0 4 0,0-4 0,0 0 0,0 0 0,0 0 0,0 0 0,0 3 0,0-3 0,0 4 0,0-4 0,0 0 0,0 0 0,0 0 0,-1 3 0,1-3 0,0 3 0,0-3 0,0 0 0,0 0 0,0 0 0,3 4 0,-2-4 0,2 3 0,-3-3 0,0 0 0,0 0 0,0 0 0,0 0 0,0 0 0,3 4 0,-2-4 0,2 3 0,-3-3 0,0 0 0,0 0 0,0 0 0,0 4 0,0-4 0,0 3 0,0-3 0,-1 0 0,-2 0 0,3 4 0,-4-4 0,4 3 0,0-3 0,0 0 0,0 0 0,0 0 0,0 0 0,0 0 0,0 0 0,3 3 0,-12-2 0,10 2 0,-10-3 0,9 0 0,0 0 0,0 0 0,0 0 0,0 0 0,0 0 0,0 0 0,-1 0 0,1 0 0,-12 0 0,9 0 0,-10 3 0,13-2 0,0 2 0,0-3 0,0 0 0,0 0 0,0 0 0,0 0 0,0 0 0,-3 0 0,2 0 0,-2 0 0,3 0 0,0 0 0,0 0 0,0 0 0,-1 0 0,8 3 0,0 1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3:20.728"/>
    </inkml:context>
    <inkml:brush xml:id="br0">
      <inkml:brushProperty name="width" value="0.2" units="cm"/>
      <inkml:brushProperty name="height" value="1.2" units="cm"/>
      <inkml:brushProperty name="inkEffects" value="pencil"/>
    </inkml:brush>
  </inkml:definitions>
  <inkml:trace contextRef="#ctx0" brushRef="#br0">0 113 16383,'0'-15'0,"3"5"0,-2 4 0,5 5 0,-5-5 0,5 5 0,-2-2 0,0 0 0,2 2 0,-2-2 0,0 0 0,2 2 0,-5-5 0,8 5 0,-4-5 0,5 5 0,-3-2 0,0 0 0,0 2 0,0-2 0,0 0 0,0 2 0,0-2 0,-3 0 0,2 2 0,-2-2 0,3 3 0,0 0 0,-4-3 0,4 2 0,-3-2 0,2 3 0,1 0 0,4-3 0,-4 2 0,3-2 0,-3 3 0,0 0 0,0 0 0,0 0 0,0 0 0,0 0 0,0-3 0,0 2 0,0-2 0,0 3 0,0 0 0,0 0 0,0 0 0,0 0 0,0 0 0,0 0 0,0 0 0,0 3 0,0-3 0,3 4 0,-2-4 0,2 0 0,-3 3 0,0-3 0,3 4 0,-3-4 0,0 3 0,0-3 0,-3 4 0,2-4 0,1 0 0,0 0 0,0 3 0,0-3 0,0 3 0,0 1 0,0-4 0,0 3 0,0-3 0,0 4 0,0-4 0,0 3 0,0-3 0,3 4 0,1-4 0,0 3 0,-1-3 0,-6 3 0,2-2 0,-2 2 0,3-3 0,0 0 0,0 0 0,0 3 0,0-2 0,0 2 0,0-3 0,0 0 0,0 0 0,0 0 0,0 0 0,0 0 0,0 0 0,0 3 0,-1-2 0,1 2 0,0-3 0,0 0 0,0 0 0,0 0 0,0 0 0,0 0 0,0 0 0,0 0 0,0 0 0,0 0 0,0 0 0,-3 3 0,-1 1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3:21.369"/>
    </inkml:context>
    <inkml:brush xml:id="br0">
      <inkml:brushProperty name="width" value="0.2" units="cm"/>
      <inkml:brushProperty name="height" value="1.2" units="cm"/>
      <inkml:brushProperty name="inkEffects" value="pencil"/>
    </inkml:brush>
  </inkml:definitions>
  <inkml:trace contextRef="#ctx0" brushRef="#br0">1 2 16383,'0'14'0,"0"0"0,0-7 0,0 0 0,0 0 0,0 0 0,0-1 0,0 1 0,0 0 0,0 0 0,0 0 0,0 0 0,0 0 0,0 0 0,0 0 0,3-3 0,-2 2 0,2-2 0,-3 3 0,3-3 0,-2 2 0,5-5 0,-2 5 0,3-5 0,0 2 0,0-3 0,-1 0 0,1 0 0,-3 3 0,3-2 0,-4 2 0,4-3 0,0 0 0,0 0 0,0 3 0,0-2 0,0 2 0,0-3 0,0 0 0,0 0 0,0 0 0,0 0 0,0 0 0,0 0 0,-3-3 0,2 2 0,-5-5 0,5 5 0,-2-5 0,0 2 0,-1-3 0,0 3 0,-2-2 0,2 2 0,0-6 0,-2 2 0,2-2 0,-3 3 0,0 0 0,0 0 0,3-4 0,-2 4 0,2-4 0,-3 4 0,3 3 0,-2-2 0,2 2 0,-3-3 0,0 0 0,0 0 0,3 3 0,-2-2 0,2 2 0,-3 16 0,0-9 0,0 17 0,0-13 0,3 0 0,-2 0 0,5-3 0,-5 2 0,2-2 0,-3 0 0,0-1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3:22.528"/>
    </inkml:context>
    <inkml:brush xml:id="br0">
      <inkml:brushProperty name="width" value="0.2" units="cm"/>
      <inkml:brushProperty name="height" value="1.2" units="cm"/>
      <inkml:brushProperty name="inkEffects" value="pencil"/>
    </inkml:brush>
  </inkml:definitions>
  <inkml:trace contextRef="#ctx0" brushRef="#br0">0 0 16383,'15'0'0,"-2"0"0,-6 0 0,0 0 0,0 0 0,0 0 0,0 0 0,0 0 0,0 3 0,0-2 0,0 2 0,0-3 0,0 0 0,0 0 0,0 0 0,0 0 0,0 0 0,0 0 0,-3 3 0,2-2 0,1 2 0,1-3 0,2 0 0,-3 0 0,0 0 0,0 0 0,0 0 0,0 0 0,0 0 0,0 0 0,0 0 0,-4 3 0,4-2 0,-4 2 0,4-3 0,0 0 0,0 0 0,0 0 0,0 0 0,0 0 0,0 0 0,0 0 0,0 0 0,0 0 0,-3 3 0,2-2 0,-2 2 0,3-3 0,0 0 0,0 0 0,0 0 0,0 0 0,0 0 0,0 0 0,0 0 0,0 3 0,0-2 0,0 2 0,0-3 0,0 0 0,0 0 0,0 0 0,0 0 0,0 0 0,0 0 0,0 0 0,0 0 0,0 0 0,0 0 0,-1 0 0,-2 3 0,-1 1 0,-3 3 0,0 0 0,0 0 0,0 0 0,-3 0 0,3 0 0,-7 0 0,7 0 0,-4 0 0,1-3 0,2 2 0,-2-2 0,0 0 0,2 2 0,-5-5 0,5 5 0,-2-2 0,0 0 0,2 2 0,-5-5 0,5 5 0,-5-6 0,5 7 0,-5-7 0,5 7 0,-5-7 0,2 4 0,0-1 0,-2-3 0,2 4 0,-3-4 0,0 3 0,0-3 0,0 3 0,0-3 0,0 0 0,3 4 0,-2-4 0,2 3 0,-3-3 0,0 0 0,0 0 0,0 0 0,-1 0 0,1 0 0,0 0 0,0 0 0,0 0 0,0 0 0,3-3 0,-2 3 0,2-4 0,0 1 0,-2 3 0,2-4 0,0 1 0,-2 2 0,5-5 0,-5 5 0,2-5 0,-3 5 0,3-5 0,-2 5 0,2-2 0,0 0 0,-2 2 0,2-2 0,0 0 0,1-1 0,3-3 0,0 0 0,0 0 0,0 0 0,0 0 0,0 0 0,0 0 0,3 3 0,-2-2 0,2 2 0,-3-3 0,0 0 0,3 3 0,-2-2 0,2 2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22.017"/>
    </inkml:context>
    <inkml:brush xml:id="br0">
      <inkml:brushProperty name="width" value="0.2" units="cm"/>
      <inkml:brushProperty name="height" value="1.2" units="cm"/>
      <inkml:brushProperty name="inkEffects" value="pencil"/>
    </inkml:brush>
  </inkml:definitions>
  <inkml:trace contextRef="#ctx0" brushRef="#br0">1 633 16383,'3'11'0,"1"-1"0,-4-3 0,0 0 0,3 0 0,-3 0 0,4 0 0,-4 0 0,0 0 0,0 0 0,3-3 0,-3 2 0,4-2 0,-4 3 0,0 0 0,3 0 0,-3 0 0,4 0 0,-4 0 0,0 0 0,3 0 0,-3 0 0,3-1 0,-3 1 0,0 0 0,0 0 0,4 0 0,-4 0 0,3 0 0,-3 0 0,0 0 0,0 0 0,4 3 0,-4-2 0,3 2 0,-3-3 0,0 3 0,4 1 0,-4 0 0,3-1 0,-3-3 0,3 0 0,-2 0 0,2 3 0,-3-2 0,0 2 0,0-3 0,0 9 0,3-4 0,-2 5 0,2-7 0,-3-3 0,0 0 0,0 4 0,0-4 0,0 3 0,0 0 0,3-2 0,-2 2 0,2 0 0,-3-2 0,0 2 0,0 0 0,0-2 0,0 2 0,3 0 0,-2-2 0,2 2 0,-3 0 0,0-2 0,0 2 0,3 0 0,-2-2 0,2 2 0,-3 0 0,0-3 0,0 4 0,0-1 0,3-3 0,-2 7 0,2-7 0,0 3 0,-2 0 0,2-2 0,-3 2 0,0 0 0,3-2 0,-2 5 0,2-5 0,-3 2 0,3-3 0,-2 3 0,5-2 0,-5 2 0,2-3 0,0 6 0,-2-4 0,2 7 0,0-8 0,-2 2 0,2-3 0,0 0 0,-2 0 0,2 3 0,-3-3 0,3 3 0,-2-3 0,5 0 0,-5 0 0,2 3 0,-3-2 0,3 2 0,-2-3 0,2 0 0,0 0 0,-2 0 0,2 0 0,0 0 0,-2 0 0,2 0 0,0 0 0,-2 0 0,2 0 0,-3 0 0,3 0 0,-2 0 0,2 0 0,-3 0 0,0 0 0,3-3 0,-2 5 0,2-4 0,-3 5 0,3-3 0,-2 0 0,2 0 0,-3 0 0,0 0 0,3-4 0,-2 4 0,2-4 0,-3 8 0,3-4 0,-2 3 0,2-3 0,-3 0 0,3 0 0,-2 0 0,2 0 0,-3 0 0,0 0 0,3 0 0,-2 0 0,2 0 0,-3 0 0,0 0 0,0 0 0,3 0 0,-2 0 0,2 0 0,0 0 0,-2 0 0,2 0 0,-3 0 0,3 0 0,-3 0 0,4 0 0,-4 0 0,3-3 0,-3 2 0,4-2 0,-4 3 0,3-4 0,-3 7 0,4-6 0,-1 7 0,-3-5 0,7 1 0,-7 0 0,3 0 0,1 0 0,-4 0 0,7 0 0,-7 0 0,3 0 0,1 0 0,-4 0 0,6 0 0,-5 0 0,2 0 0,0 0 0,-2 0 0,2 0 0,0-3 0,-2 2 0,5-2 0,-5 3 0,2 0 0,0 0 0,-2 0 0,2 0 0,0 0 0,-2 0 0,5 0 0,-5 0 0,5 0 0,-5 0 0,2 0 0,0 0 0,-2 0 0,5 0 0,-5 0 0,5 0 0,-5-1 0,2 1 0,0 0 0,-2 0 0,5 0 0,-5 0 0,2 0 0,0-3 0,-2 2 0,2-2 0,0 0 0,-2 2 0,5-2 0,-5 3 0,2 0 0,-3 0 0,3 0 0,1 0 0,0 0 0,-1 0 0,0-3 0,-2 2 0,2-2 0,0 0 0,-2 2 0,5-2 0,-5 3 0,2 0 0,0 0 0,-2 0 0,5-3 0,-5 2 0,2-2 0,-3 3 0,3-3 0,-2 2 0,5-2 0,-5 3 0,5 0 0,-5 0 0,2 0 0,0-1 0,-2 1 0,5-3 0,-5 3 0,2-4 0,0 4 0,-3 0 0,7-3 0,-7 2 0,4-2 0,-4 3 0,0 0 0,3-3 0,-3 2 0,4-2 0,-4 3 0,3-3 0,-3 2 0,3-2 0,1 3 0,-4 0 0,3 0 0,1 0 0,-4 0 0,3 0 0,1 0 0,-4 0 0,3 0 0,-3 0 0,4 0 0,-4 0 0,3 0 0,-3 0 0,3 0 0,-2 0 0,5-3 0,-5 2 0,2-2 0,-3 3 0,3 0 0,-2 0 0,2-1 0,0-2 0,-2 3 0,2-4 0,-3 4 0,3-3 0,-2 2 0,2-2 0,0 3 0,-2 0 0,2 0 0,0 0 0,-2 0 0,5 0 0,-5 0 0,5 0 0,-5 0 0,5 0 0,-5 0 0,2 0 0,0 0 0,1 0 0,0 0 0,-1 0 0,0 0 0,1 0 0,3 6 0,-3-4 0,2 1 0,-5-4 0,5-2 0,-5 3 0,2 0 0,0-3 0,1 2 0,0-2 0,2 3 0,1 3 0,-2-3 0,4 3 0,-8-3 0,5 0 0,-2 0 0,0 0 0,2 0 0,-5 0 0,5-3 0,-2 9 0,3-11 0,0 10 0,-4-8 0,4 0 0,-7 2 0,4-2 0,-1 0 0,-3 2 0,10 1 0,-9 1 0,9-1 0,-10-1 0,7-5 0,-7 5 0,6-5 0,-5 5 0,5-2 0,1 6 0,-2-2 0,4 2 0,-5-3 0,3 0 0,-3 0 0,2-3 0,-5 2 0,5-5 0,1 8 0,-2-5 0,4 3 0,-5-3 0,0-1 0,2-3 0,-5 7 0,5-7 0,-5 7 0,5-7 0,-2 7 0,6 0 0,-2-3 0,-1 5 0,-1-8 0,-5 5 0,5-5 0,-2 5 0,3-5 0,-3 5 0,2-5 0,4 12 0,-2-11 0,6 7 0,-11-6 0,4-2 0,-7 5 0,7-5 0,-4 5 0,4-5 0,0 5 0,0-5 0,7 8 0,-6-7 0,5 7 0,-6-8 0,-3 5 0,2-5 0,-2 5 0,3-5 0,0 2 0,0 0 0,3 1 0,-2 0 0,-1 2 0,-1-5 0,-2 2 0,3 0 0,0 1 0,0 0 0,0 2 0,0-5 0,0 2 0,6 3 0,-5-5 0,6 9 0,-7-9 0,0 5 0,0-5 0,0 2 0,0 0 0,3-3 0,-6 7 0,6-7 0,-7 7 0,14-3 0,-8 3 0,7-4 0,-9 0 0,0 1 0,0-4 0,0 3 0,3 1 0,-2-1 0,2 1 0,-3-1 0,12 1 0,-9-1 0,10 1 0,-13-1 0,0-3 0,0 0 0,0 3 0,0-2 0,0 2 0,0-3 0,0 0 0,0 3 0,0-2 0,-1 2 0,1-3 0,0 0 0,0 0 0,0 0 0,0 0 0,0 0 0,0 0 0,0 0 0,0 0 0,0 0 0,0 0 0,0 0 0,0 0 0,0 0 0,0 0 0,0 0 0,0 0 0,0 0 0,0 0 0,0 0 0,0 0 0,0 0 0,0 0 0,0 0 0,0 0 0,0 0 0,3 0 0,-2-3 0,2 2 0,-3-2 0,0 3 0,0 0 0,0 0 0,0-3 0,-1 2 0,1-2 0,0 3 0,0 0 0,0 0 0,0 0 0,-3-3 0,2 2 0,-2-2 0,3 3 0,0 0 0,0 0 0,0 0 0,6-3 0,-4 2 0,4-2 0,-6 3 0,0 0 0,0 0 0,0 0 0,-3-3 0,2 2 0,-2-2 0,6 3 0,-2 0 0,2 0 0,-6-3 0,2 2 0,-2-2 0,3 3 0,0 0 0,-3-3 0,2 2 0,4-5 0,-2 2 0,5-3 0,-6 3 0,0 1 0,-3 0 0,2 2 0,-5-5 0,5 5 0,-5-5 0,12-1 0,-8-1 0,8 1 0,-9 1 0,2 2 0,-2-3 0,0 0 0,2 3 0,-2-3 0,3 3 0,-3-3 0,2 4 0,4-13 0,-1 10 0,4-8 0,-9 8 0,2 2 0,-2-3 0,3 0 0,0 3 0,0-2 0,-3 2 0,2 0 0,-2-2 0,9-4 0,-5 1 0,6-1 0,-11 4 0,4 2 0,-3 0 0,3-2 0,-1 2 0,1 0 0,-3-3 0,3 7 0,-4-7 0,14-3 0,-8 2 0,7-3 0,-9 5 0,0 5 0,0-5 0,0 2 0,0 0 0,0-2 0,0 2 0,0-3 0,12-6 0,-9 7 0,10-6 0,-13 8 0,0-3 0,0 3 0,0-2 0,0 2 0,0 0 0,0-2 0,0 5 0,6-8 0,-5 4 0,5-2 0,-9 1 0,3 5 0,-4-6 0,4 7 0,0-7 0,-3 4 0,2-1 0,-2-3 0,3 7 0,0-7 0,9-3 0,-6 5 0,3-8 0,-7 12 0,-2-5 0,3 2 0,0 0 0,0-2 0,0 2 0,0-3 0,0 3 0,0-2 0,9-4 0,-7 1 0,8-4 0,-10 9 0,-3-2 0,2 2 0,-2 0 0,3-2 0,0 2 0,-1 0 0,1-2 0,0 2 0,-3-3 0,6 0 0,-6 0 0,6-1 0,-3 5 0,0-4 0,-3 3 0,2-3 0,-2 3 0,3-2 0,0 2 0,0-3 0,0 3 0,3-2 0,-2 2 0,2-3 0,0-3 0,-2 2 0,2 1 0,-3 1 0,0 2 0,0-3 0,0 0 0,0 3 0,0-2 0,3 2 0,-6-3 0,6 0 0,-6 3 0,3-2 0,0 2 0,0-3 0,3 0 0,-3 0 0,3-1 0,-3 1 0,0 4 0,0-4 0,0 3 0,0 0 0,0-2 0,0 2 0,0-3 0,0 0 0,0 3 0,0-2 0,0 2 0,0 0 0,9-11 0,-6 8 0,6-9 0,-9 9 0,12-6 0,-9 4 0,7-4 0,-11 6 0,4-7 0,-2 6 0,6-6 0,-8 7 0,1 4 0,0-4 0,-3 3 0,3-3 0,-4 3 0,1-2 0,6 2 0,-9-3 0,8 0 0,-5 3 0,3-2 0,-3 2 0,2-3 0,-2 0 0,3 3 0,-3-2 0,2 2 0,-2-3 0,3 0 0,0 0 0,0 0 0,0 0 0,-3 0 0,2 0 0,-2 0 0,3 3 0,-3-3 0,2 4 0,-2-4 0,3-1 0,-3 1 0,2 4 0,-5-4 0,5 3 0,-2-3 0,3 0 0,0 0 0,0 0 0,-3 0 0,2 0 0,-2 0 0,3 0 0,0 0 0,0 0 0,-4 0 0,4 0 0,-7 0 0,7 3 0,-4-2 0,1 2 0,3-3 0,-4 0 0,4 0 0,-3 0 0,2 0 0,-5 0 0,5-1 0,-2 5 0,0-4 0,2 3 0,-5-3 0,5 3 0,-5-5 0,5 8 0,-5-9 0,5 6 0,-5-3 0,5 3 0,-5-2 0,5 2 0,-5-3 0,5 3 0,-5-2 0,5 2 0,-5-3 0,5 0 0,-2 0 0,0 0 0,2 0 0,-5 0 0,5 0 0,-5 0 0,5 0 0,-2 0 0,0 0 0,2 3 0,-5-3 0,2 4 0,0-5 0,-2 1 0,5 4 0,-5-4 0,2 3 0,-3-3 0,3 0 0,1 0 0,0 0 0,2 0 0,-5 0 0,5 0 0,-5 0 0,5 0 0,-5 0 0,2 0 0,0 0 0,-3 0 0,7 0 0,-3-3 0,3-1 0,-4 0 0,4 1 0,-7 3 0,7 0 0,-7 0 0,7 0 0,-7 0 0,7-1 0,-7 1 0,6 0 0,-5-3 0,5 2 0,-5-2 0,5 3 0,-5 0 0,5 0 0,-5 0 0,5-3 0,-5 2 0,5-2 0,-5 3 0,5 0 0,-5 0 0,5-3 0,-5 2 0,5-2 0,-5 3 0,2 0 0,0 0 0,-2 0 0,5 0 0,-5 0 0,5-4 0,-5 4 0,2-3 0,0 3 0,-2-1 0,5 1 0,-5-3 0,5-1 0,-5 0 0,2 1 0,0 3 0,1 0 0,0 0 0,-1 0 0,-3 0 0,3 0 0,-2 0 0,2 0 0,0 0 0,-2-3 0,2 2 0,0-5 0,-2 5 0,5-2 0,-5 3 0,2 0 0,0 0 0,-2 0 0,2 0 0,0-4 0,-2 1 0,5-1 0,-5 0 0,2 4 0,0 0 0,-2 0 0,2 0 0,-3 0 0,0 0 0,0 0 0,3 0 0,-2 0 0,5 0 0,-5 0 0,2 0 0,-3 0 0,0 0 0,3 3 0,-2-2 0,2 2 0,0-6 0,-3 2 0,4-2 0,-4 3 0,0 0 0,3 0 0,-3 0 0,4-1 0,-4 1 0,0 0 0,3 0 0,-3 0 0,4-3 0,-4 2 0,3-2 0,-3 3 0,4 0 0,-4 0 0,0 0 0,3 0 0,-3 0 0,3 0 0,-3 0 0,0 0 0,0 0 0,0 0 0,4 3 0,-4-2 0,3 2 0,-3-3 0,0 0 0,0 0 0,0 0 0,0 0 0,4 0 0,-4-1 0,3 1 0,-3 0 0,0 0 0,0 0 0,0 0 0,0 0 0,0 0 0,4 0 0,-4 0 0,3 0 0,-3 0 0,0 0 0,3 0 0,-2 0 0,2 0 0,-3 0 0,0 0 0,3 0 0,-2 0 0,2 0 0,-3 0 0,0 0 0,0 0 0,3 3 0,-2-3 0,2 3 0,-3-3 0,0 0 0,0 0 0,0 0 0,0 0 0,0 0 0,0 0 0,0 0 0,0 0 0,0 0 0,0 0 0,3 0 0,-2 0 0,2 0 0,-3 0 0,0 0 0,0 0 0,0 0 0,0 0 0,0 0 0,0 0 0,0 0 0,0-4 0,0 4 0,0-4 0,3 4 0,-2 0 0,2 0 0,-3 0 0,0-3 0,0 2 0,0-2 0,0 3 0,0 0 0,0 0 0,0 0 0,3 0 0,-2 0 0,2 0 0,-3 0 0,0 0 0,0 0 0,0 0 0,0 0 0,0 0 0,0 0 0,0 0 0,0 0 0,0 0 0,0 0 0,0-1 0,0 1 0,3 0 0,-2 0 0,2 0 0,-3 0 0,0 0 0,0 0 0,0 0 0,0 0 0,0 0 0,0 0 0,0 0 0,0 0 0,0 0 0,0 0 0,0 0 0,0 0 0,3-3 0,-2 2 0,2-2 0,-3 3 0,0 0 0,0 0 0,0-1 0,0-2 0,0 3 0,0-4 0,0 4 0,0 0 0,0 0 0,0 0 0,0 0 0,3-3 0,-2 2 0,2-2 0,-3 3 0,0 0 0,0 0 0,0 0 0,0 0 0,0 0 0,0-3 0,0 2 0,0-2 0,0 3 0,0 0 0,0-1 0,0 1 0,0 0 0,0 0 0,0 0 0,0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23.094"/>
    </inkml:context>
    <inkml:brush xml:id="br0">
      <inkml:brushProperty name="width" value="0.2" units="cm"/>
      <inkml:brushProperty name="height" value="1.2" units="cm"/>
      <inkml:brushProperty name="inkEffects" value="pencil"/>
    </inkml:brush>
  </inkml:definitions>
  <inkml:trace contextRef="#ctx0" brushRef="#br0">0 761 16383,'0'-15'0,"0"1"0,0 7 0,0 0 0,0 0 0,0-3 0,0 2 0,0-2 0,0 3 0,0 0 0,0 0 0,0-6 0,3 7 0,-2-6 0,2 8 0,-3-3 0,3 0 0,-2 0 0,2-3 0,0 2 0,-2-2 0,5 3 0,-5-1 0,2 1 0,-3 0 0,3 0 0,-2 0 0,5 3 0,-5-2 0,2 2 0,0 0 0,-2-2 0,2 2 0,0-3 0,1 0 0,0 0 0,-1 0 0,0 3 0,-2-2 0,2 2 0,0 0 0,-2-2 0,5 5 0,-5-5 0,5 2 0,-5-3 0,5 3 0,-5-2 0,5 2 0,-2-3 0,0 0 0,2 3 0,-5-3 0,5 4 0,-2-5 0,3 1 0,-3 0 0,2 0 0,-5 0 0,5 0 0,-2 0 0,3 3 0,-3-2 0,2 2 0,-2-3 0,-1 0 0,4 3 0,-3-2 0,-1 2 0,4 0 0,-4-2 0,4 2 0,-3-3 0,3 3 0,-7-2 0,6 5 0,-2-5 0,0 2 0,2 0 0,-2-2 0,3 2 0,0-3 0,0 3 0,-3-2 0,2 5 0,-2-6 0,0 4 0,2-1 0,-2-3 0,0 3 0,2 1 0,-2-4 0,3 7 0,0-7 0,0 3 0,0-3 0,0 0 0,3 0 0,-2 3 0,-1-2 0,-1 5 0,-2-5 0,3 5 0,0-5 0,0 2 0,0 0 0,-3-2 0,2 5 0,-2-5 0,3 5 0,-4-5 0,4 5 0,-3-5 0,3 5 0,-4-5 0,4 5 0,-4-2 0,1 0 0,3 2 0,-4-2 0,1 0 0,2 2 0,-2-2 0,3 0 0,0 2 0,-3-5 0,5 5 0,-4-2 0,2 0 0,-1 2 0,-2-2 0,3 0 0,0 2 0,0-6 0,0 7 0,0-7 0,0 7 0,3-3 0,-5-1 0,4 4 0,-5-7 0,3 7 0,0-4 0,0 1 0,0 3 0,0-4 0,0 1 0,0 3 0,-3-7 0,2 6 0,-2-2 0,-1 6 0,1 1 0,-4 3 0,0 0 0,0 0 0,3-3 0,-3 2 0,4-2 0,-4 3 0,0 0 0,0 0 0,3 0 0,-3-3 0,4-1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27.664"/>
    </inkml:context>
    <inkml:brush xml:id="br0">
      <inkml:brushProperty name="width" value="0.2" units="cm"/>
      <inkml:brushProperty name="height" value="1.2" units="cm"/>
      <inkml:brushProperty name="inkEffects" value="pencil"/>
    </inkml:brush>
  </inkml:definitions>
  <inkml:trace contextRef="#ctx0" brushRef="#br0">1 1113 16383,'14'0'0,"-1"-4"0,-6 4 0,0-4 0,0 4 0,0 0 0,-3-3 0,2 3 0,-2-4 0,3 4 0,0 0 0,0 0 0,-3-3 0,2 3 0,-2-4 0,3 4 0,9-3 0,-6-1 0,6 0 0,-9 1 0,-3 0 0,2 2 0,-2-2 0,3 0 0,0 2 0,0-2 0,0 0 0,9-4 0,-7 2 0,8-4 0,-10 8 0,0-5 0,-1 5 0,1-5 0,0 2 0,0 0 0,0-2 0,0 2 0,0 0 0,0-2 0,0 5 0,0-5 0,0 2 0,0 0 0,0-2 0,0 2 0,0 0 0,0-2 0,0 2 0,0 0 0,-3-3 0,2 7 0,-5-7 0,8 7 0,-7-7 0,7 4 0,-5-5 0,3 1 0,0 0 0,0 3 0,-3-2 0,2 2 0,-5-3 0,5 3 0,-5-2 0,5 2 0,-5-3 0,5 3 0,-5-2 0,5 5 0,-5-5 0,5 2 0,-6-3 0,7 3 0,-7-2 0,7 2 0,-7-3 0,4 0 0,-1 3 0,-3-2 0,3 2 0,1 0 0,-4-2 0,7 2 0,-7-3 0,3 0 0,-3 0 0,4 3 0,-4-3 0,7 3 0,-7-3 0,3 0 0,-3 0 0,0 0 0,0 0 0,3 0 0,-2-3 0,2 2 0,-3-2 0,0 3 0,3 0 0,-2 0 0,2 0 0,-3 0 0,0 0 0,0 0 0,0 0 0,0 0 0,0 0 0,0-3 0,0-1 0,0 0 0,0 1 0,0 3 0,0-4 0,0 4 0,0-4 0,0 4 0,0 0 0,0 0 0,-3 0 0,2-3 0,-2 2 0,3-2 0,-3 3 0,2 0 0,-2 0 0,3 0 0,-3 0 0,2-3 0,-5 2 0,5-2 0,-2 3 0,0 0 0,2 0 0,-2-3 0,0 2 0,2-2 0,-2 3 0,0 0 0,2-1 0,-5 1 0,5 0 0,-5 0 0,5 0 0,-2 0 0,0 3 0,2-2 0,-2 2 0,0-3 0,-1 0 0,0 0 0,-2 0 0,5 0 0,-5 0 0,5 0 0,-5 0 0,5 0 0,-2 0 0,0 3 0,2-2 0,-5 2 0,5-3 0,-5 3 0,5-2 0,-6 2 0,7-3 0,-7 3 0,7-3 0,-3 4 0,-1-1 0,4-3 0,-7 7 0,7-7 0,-4 3 0,1-6 0,-1 6 0,1-6 0,-4 6 0,3-3 0,0 0 0,-2 3 0,5-2 0,-5 5 0,5-5 0,-5 5 0,5-5 0,-5 5 0,5-5 0,-5 5 0,5-5 0,-5 5 0,5-5 0,-5 5 0,5-5 0,-5 5 0,2-2 0,0 0 0,-2 2 0,5-5 0,-5 5 0,2-5 0,-3 5 0,3-5 0,-2 5 0,2-5 0,-3 5 0,0-2 0,3 0 0,1 2 0,3-2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34.331"/>
    </inkml:context>
    <inkml:brush xml:id="br0">
      <inkml:brushProperty name="width" value="0.2" units="cm"/>
      <inkml:brushProperty name="height" value="1.2" units="cm"/>
      <inkml:brushProperty name="inkEffects" value="pencil"/>
    </inkml:brush>
  </inkml:definitions>
  <inkml:trace contextRef="#ctx0" brushRef="#br0">33 1 16383,'0'14'0,"0"-1"0,0-6 0,0 0 0,0 0 0,0 0 0,0 0 0,0 0 0,0 0 0,0 0 0,0 0 0,0 0 0,0 0 0,0 0 0,0 0 0,0 0 0,3 0 0,-3 0 0,4 3 0,-4-2 0,0 2 0,0-3 0,0 18 0,0-13 0,3 17 0,-3-22 0,4 7 0,-4-7 0,0 7 0,0-4 0,0 1 0,0 2 0,0-5 0,3 5 0,-3-5 0,4 21 0,-4-15 0,0 13 0,0-14 0,3-2 0,-3 3 0,3-3 0,-3 2 0,4-2 0,-4 3 0,3-4 0,-3 4 0,0-4 0,0 26 0,4-17 0,-4 17 0,3-22 0,-3 0 0,4 0 0,-4 0 0,3-3 0,-3 2 0,0-2 0,4 3 0,-4 0 0,3 0 0,0 24 0,-2-18 0,5 19 0,-5-25 0,2 0 0,-3 0 0,3 0 0,-2 0 0,2 0 0,-3 0 0,0 0 0,3 0 0,-2 7 0,5 7 0,-5-3 0,2 1 0,-3-12 0,0 0 0,0 7 0,0-5 0,0 13 0,0-13 0,0 13 0,3-13 0,-2 13 0,2-14 0,-3 14 0,-3-7 0,2 9 0,-2-2 0,3-5 0,0 4 0,0-4 0,-3-1 0,2-2 0,-2 1 0,3 1 0,0 34 0,-3-27 0,2 25 0,-2-26 0,3 4 0,0-4 0,0 0 0,0-13 0,0 13 0,0-13 0,0 5 0,0 16 0,0-18 0,0 18 0,0-16 0,0-5 0,0 13 0,0-13 0,-4 13 0,2-13 0,-2 5 0,4 0 0,0 3 0,0-1 0,-3-2 0,2-7 0,-2 8 0,0-6 0,2 13 0,-2-14 0,-2 14 0,4-13 0,-4 5 0,5-7 0,-4 8 0,3 7 0,-7-4 0,7 3 0,-2-7 0,3-5 0,-3 5 0,2 1 0,-2-6 0,0 5 0,2-7 0,-2 8 0,3-7 0,-3 7 0,2-8 0,-2 7 0,0-5 0,2 5 0,-2-7 0,3 8 0,0-6 0,-3 5 0,2-7 0,-2 0 0,3 0 0,-3 0 0,2 0 0,-2 0 0,3 0 0,-3-1 0,2 1 0,-2 0 0,3 0 0,0 0 0,0-3 0,0 2 0,0-2 0,0 3 0,-3 0 0,2-3 0,-2 2 0,3-2 0,0 0 0,0 2 0,0-5 0,0 5 0,0-5 0,0 5 0,0-6 0,0 4 0,0 2 0,0-5 0,0 5 0,0-3 0,0-2 0,0 2 0,0-3 0,0 0 0,0 0 0,0 0 0,0 0 0,0 0 0,0 0 0,0 0 0,0 0 0,0 0 0,0 0 0,0 0 0,0 0 0,0 0 0,0 0 0,0 0 0,0 0 0,0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35.640"/>
    </inkml:context>
    <inkml:brush xml:id="br0">
      <inkml:brushProperty name="width" value="0.2" units="cm"/>
      <inkml:brushProperty name="height" value="1.2" units="cm"/>
      <inkml:brushProperty name="inkEffects" value="pencil"/>
    </inkml:brush>
  </inkml:definitions>
  <inkml:trace contextRef="#ctx0" brushRef="#br0">1 0 16383,'0'15'0,"0"-2"0,0-6 0,0 0 0,0 0 0,0 0 0,0 0 0,3 0 0,-3 0 0,3 0 0,-3 0 0,0 0 0,0 0 0,0 0 0,0 0 0,0 0 0,0 0 0,0 0 0,0 0 0,0 0 0,0 0 0,0 3 0,0 1 0,4-1 0,-4 0 0,3-3 0,-3 4 0,0-4 0,0 3 0,0-3 0,0 3 0,0-2 0,0 2 0,0-3 0,0 3 0,0-2 0,0 2 0,0 0 0,0-2 0,0 2 0,0 0 0,0-2 0,0 2 0,0-3 0,0 3 0,0-2 0,0 5 0,0-5 0,0 2 0,0-3 0,0 3 0,4-3 0,-4 3 0,3 1 0,-3-4 0,0 3 0,0-3 0,0 3 0,0-2 0,0 2 0,0-3 0,0 3 0,0-2 0,4 5 0,-4-5 0,3 2 0,-3-3 0,0 0 0,0 3 0,0-2 0,0 2 0,0 3 0,0-4 0,3 7 0,-2-8 0,2 2 0,-3 0 0,0-3 0,0 4 0,3-5 0,-2 5 0,2-4 0,-3 3 0,0-3 0,0 3 0,3-2 0,-2 2 0,2 3 0,-3-4 0,0 7 0,3-5 0,-2 0 0,2-1 0,-3 0 0,0-2 0,0 2 0,0 0 0,0-2 0,0 2 0,0 0 0,0-2 0,3 5 0,-2 7 0,2-7 0,-3 6 0,0-9 0,0-2 0,0 2 0,0 0 0,0-2 0,0 2 0,0-3 0,0 0 0,0 3 0,0-2 0,0 5 0,0-2 0,0 0 0,0-1 0,0-3 0,0 0 0,0 0 0,0 3 0,0-2 0,3 2 0,-2-3 0,2 0 0,-3 0 0,0 0 0,0 0 0,0 0 0,0-1 0,0 1 0,0 0 0,0 0 0,0 0 0,0 3 0,0-2 0,0 2 0,0-3 0,0 0 0,0 0 0,0 0 0,0 0 0,0 0 0,0 0 0,0 0 0,0 0 0,0 0 0,0 0 0,0 0 0,0 0 0,0 0 0,0 0 0,0 0 0,0 0 0,3 0 0,-2 0 0,2 0 0,-3 0 0,0 0 0,0 0 0,0 0 0,0 0 0,0 0 0,0-1 0,0 1 0,0 0 0,0 0 0,0 0 0,0-3 0,0-1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37.032"/>
    </inkml:context>
    <inkml:brush xml:id="br0">
      <inkml:brushProperty name="width" value="0.2" units="cm"/>
      <inkml:brushProperty name="height" value="1.2" units="cm"/>
      <inkml:brushProperty name="inkEffects" value="pencil"/>
    </inkml:brush>
  </inkml:definitions>
  <inkml:trace contextRef="#ctx0" brushRef="#br0">1063 0 16383,'-15'4'0,"5"2"0,4-5 0,2 2 0,0 0 0,-2-2 0,2 5 0,-3-2 0,0 0 0,3 2 0,-2-5 0,2 5 0,-3-5 0,3 5 0,-2-2 0,2 0 0,-3 2 0,0-2 0,-1 3 0,1-3 0,0 2 0,0-2 0,0 0 0,3 2 0,-2-2 0,2 0 0,-3 2 0,0-2 0,0 3 0,0-4 0,0 4 0,0-3 0,0-1 0,0 7 0,0-9 0,0 9 0,0-7 0,0 4 0,0-3 0,0 2 0,0-2 0,0 3 0,0 0 0,0-3 0,-1 5 0,1-7 0,0 7 0,-3-2 0,2-2 0,-2 4 0,3-5 0,0 3 0,0 0 0,0-3 0,-3 2 0,5-2 0,-7 3 0,7 0 0,-5 0 0,3-3 0,0 2 0,0-2 0,0 3 0,0-3 0,0 2 0,0-2 0,0 3 0,0 0 0,0 0 0,0-3 0,0 2 0,-1-2 0,1 3 0,0 0 0,0-4 0,0 4 0,0-4 0,0 4 0,0 0 0,0 0 0,0 0 0,0 0 0,0-3 0,0 2 0,0-2 0,0 3 0,0 0 0,0 0 0,0 0 0,0 0 0,0 0 0,0 0 0,3 0 0,-6 0 0,6 0 0,-6 0 0,-1 3 0,4-2 0,-4 2 0,8-3 0,-7 0 0,6 0 0,-7 0 0,4 0 0,0 0 0,0 0 0,0 0 0,0 0 0,0 3 0,0-3 0,0 4 0,-3-5 0,2 1 0,-2 0 0,3 0 0,0 3 0,0-2 0,0 2 0,0-3 0,-3 3 0,2-2 0,-2 2 0,6-3 0,-6 0 0,6 0 0,-6 0 0,3 0 0,0 0 0,3 0 0,-3 0 0,3 0 0,-3 3 0,0-2 0,0 2 0,0-3 0,3 0 0,-2 0 0,2-3 0,0 5 0,-2-8 0,2 9 0,0-6 0,-2 3 0,2 0 0,0 0 0,-5 3 0,7-3 0,-7 3 0,5-3 0,0 0 0,-2 0 0,2-3 0,0 2 0,-2-2 0,5 3 0,-5-3 0,5-1 0,-2-3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39.002"/>
    </inkml:context>
    <inkml:brush xml:id="br0">
      <inkml:brushProperty name="width" value="0.2" units="cm"/>
      <inkml:brushProperty name="height" value="1.2" units="cm"/>
      <inkml:brushProperty name="inkEffects" value="pencil"/>
    </inkml:brush>
  </inkml:definitions>
  <inkml:trace contextRef="#ctx0" brushRef="#br0">395 211 16383,'-11'4'0,"1"2"0,3-5 0,0 5 0,0-5 0,3 5 0,-3-5 0,4 5 0,-4-5 0,-1 5 0,1-5 0,4 5 0,-4-5 0,3 5 0,-3-5 0,0 5 0,0-5 0,3 5 0,-2-5 0,2 5 0,-3-5 0,0 5 0,0-2 0,0 3 0,0-3 0,3 2 0,-2-5 0,-1 5 0,-1-2 0,-2 0 0,6 2 0,-2-5 0,2 5 0,-3-2 0,0 0 0,3 2 0,-3-5 0,7 5 0,-7-5 0,4 5 0,-5-2 0,1 0 0,4 2 0,-4-5 0,6 5 0,-5-6 0,5 7 0,-5-7 0,5 7 0,-5-7 0,5 7 0,-5-3 0,2 2 0,0 1 0,-2 0 0,2 0 0,-3 0 0,3 0 0,-2 0 0,5 0 0,-5-3 0,5 2 0,-5-2 0,2 6 0,0-2 0,-2-1 0,5-1 0,-2-2 0,0 0 0,2 2 0,-2-2 0,3 3 0,-3-3 0,2 2 0,-2-2 0,3 3 0,-3 0 0,2 0 0,-2 0 0,3 0 0,0 0 0,-3-3 0,2 2 0,-2-2 0,3 3 0,0 0 0,0 0 0,0 0 0,0 0 0,0 0 0,0 0 0,0 0 0,3-1 0,-2 1 0,2 0 0,-3 0 0,3-3 0,-2 2 0,2-2 0,0 3 0,-2 0 0,2 0 0,0 0 0,-3 0 0,7-3 0,-7 2 0,4-2 0,-4 3 0,3 0 0,-3 0 0,7 0 0,-7 0 0,7 0 0,-7 0 0,7-3 0,-7 2 0,3-2 0,1 0 0,-4 2 0,7-2 0,-7 3 0,6-3 0,-5 2 0,2-2 0,0 3 0,1 0 0,0 0 0,2-3 0,-5 2 0,5-5 0,-5 5 0,2-2 0,0-1 0,-2 4 0,5-7 0,-5 7 0,5-3 0,-2 2 0,3 1 0,0-3 0,-3 3 0,2-4 0,-2 4 0,6 3 0,-2-2 0,2-1 0,-3-1 0,0-2 0,0 0 0,-3 2 0,2-2 0,-2 3 0,3-3 0,0 2 0,0-2 0,0 0 0,0 2 0,0-2 0,0 0 0,0 2 0,0-2 0,0 0 0,-1 2 0,1-5 0,0 5 0,0-5 0,0 5 0,0-5 0,0 5 0,0-5 0,0 5 0,0-5 0,0 5 0,0-5 0,3 5 0,-2-5 0,2 5 0,-3-5 0,0 5 0,0-5 0,0 5 0,3-5 0,-2 2 0,2 0 0,-3-2 0,0 5 0,0-5 0,0 2 0,6 0 0,-5 1 0,6-1 0,-4 1 0,1-1 0,-1-3 0,0 4 0,-3-4 0,3 3 0,-2-3 0,5 7 0,-5-7 0,2 3 0,0 1 0,-2-4 0,5 7 0,-2-7 0,0 3 0,-1 1 0,0-4 0,1 6 0,0-5 0,2 2 0,-2 0 0,3-2 0,-3 2 0,2 0 0,-2-2 0,2 2 0,1 0 0,-3-2 0,2 2 0,-2 0 0,3-2 0,0 2 0,0-3 0,0 3 0,0-2 0,0 2 0,0 0 0,0-2 0,0 2 0,-3-3 0,2 3 0,-2-2 0,3 2 0,0-3 0,7 5 0,-8-4 0,14 3 0,-8-4 0,3 0 0,0 4 0,-8-4 0,7 3 0,-5-3 0,5 0 0,-7 3 0,0-2 0,8 2 0,-6-3 0,5 0 0,0 0 0,-5 0 0,6 0 0,-8 0 0,7 0 0,-8 0 0,15 0 0,-15 0 0,8 0 0,-7 0 0,0 0 0,7 0 0,-5 0 0,6 0 0,-9 0 0,1 0 0,0 0 0,8 0 0,-9 0 0,15 0 0,-16 0 0,10 0 0,-8 0 0,7 0 0,-5 0 0,5 0 0,-7 0 0,0 0 0,0 0 0,0 0 0,8 0 0,-10 0 0,16 0 0,-15 0 0,9 0 0,-9 0 0,28 0 0,-21 0 0,20 0 0,-26 0 0,0-3 0,0 2 0,0-2 0,0 3 0,0 0 0,0 0 0,0 0 0,7 0 0,-8-3 0,7 2 0,16-2 0,-16 3 0,19-3 0,-28 2 0,2-2 0,-2 3 0,3 0 0,-4-3 0,11 2 0,-11-2 0,7 3 0,-7 0 0,23-6 0,-17 4 0,16-7 0,-22 8 0,-2-2 0,5 0 0,-5 2 0,2-2 0,-3 0 0,0 2 0,3-2 0,-2 0 0,17-4 0,-14 2 0,11-1 0,-15 3 0,0 2 0,3-2 0,-5 0 0,7 2 0,-7-5 0,5 5 0,-3-5 0,0 5 0,0-5 0,12-1 0,-8-1 0,11 1 0,-17 0 0,4 7 0,-5-7 0,3 7 0,0-3 0,0-1 0,0 0 0,9-9 0,-7 5 0,8-3 0,-11 5 0,1 5 0,-3-5 0,3 2 0,-4 0 0,4-2 0,0 5 0,-3-5 0,2 2 0,8-12 0,-5 6 0,7-6 0,-9 9 0,-3 0 0,2 3 0,-2-2 0,0 2 0,2 0 0,-2-2 0,0 2 0,2-3 0,4-7 0,-1 6 0,1-6 0,-4 10 0,-5-2 0,5 5 0,-2-5 0,0 2 0,2-3 0,-2 3 0,3-2 0,-3 2 0,8-9 0,-7 4 0,5-4 0,-3 9 0,-7-2 0,7 2 0,-3-3 0,-1 0 0,4 3 0,-7-2 0,3 2 0,7-10 0,-8 6 0,10-2 0,-11 3 0,2 3 0,0 1 0,1-4 0,0 3 0,-1-3 0,0 3 0,-2-2 0,5 2 0,-5-3 0,8-6 0,-4 7 0,2-6 0,-1 8 0,-5-3 0,5 0 0,-5 0 0,5 0 0,-2 0 0,3 0 0,-3 0 0,-1 0 0,3-3 0,-4 2 0,7-2 0,-5 6 0,0-3 0,-1 3 0,0 1 0,-2-4 0,5 3 0,-2-3 0,0 0 0,-1 0 0,3-6 0,-1 4 0,5-4 0,-3 6 0,-3 0 0,-1 0 0,0 0 0,-2 0 0,8-6 0,-8 4 0,6-4 0,-4 6 0,-3 0 0,7 0 0,-7 0 0,4 0 0,-4-1 0,0 1 0,0 0 0,0 0 0,0 0 0,0 0 0,0 0 0,0 0 0,0 0 0,-4-6 0,1 4 0,-1-4 0,0 6 0,1 3 0,3-2 0,-4 2 0,4-3 0,-3 3 0,3-2 0,-7-1 0,6-1 0,-5-2 0,5 3 0,-5 3 0,5-3 0,-5 7 0,5-7 0,-5 3 0,2-3 0,-3 4 0,3-4 0,-2 6 0,5-5 0,-5 5 0,2-5 0,-3 5 0,0-5 0,0 5 0,3-5 0,-2 5 0,2-2 0,0 0 0,-2 2 0,2-5 0,-6 2 0,2 0 0,-2 1 0,6 0 0,-3 2 0,4-5 0,-5 5 0,1-2 0,4 0 0,-4 2 0,0-5 0,-1 5 0,1-5 0,1 5 0,2-2 0,0 0 0,-2 2 0,2-2 0,0 0 0,-2 2 0,2-2 0,0 0 0,-2 2 0,2-2 0,-3 3 0,3-3 0,-2 2 0,2-2 0,-3 3 0,0-3 0,0 2 0,0-2 0,0 3 0,3-3 0,-3 2 0,4-2 0,-11-1 0,6 4 0,-6-3 0,10-1 0,-2 4 0,2-3 0,-3 3 0,0-4 0,-9 1 0,6-1 0,-6 0 0,9 1 0,0 3 0,0-4 0,0 4 0,0 0 0,-6-3 0,4 3 0,-4-7 0,6 6 0,0-2 0,-1 3 0,5-3 0,-4 2 0,3-2 0,-9 3 0,5 0 0,-6-3 0,7 2 0,0-2 0,0 3 0,0 0 0,-3 0 0,2 0 0,4 0 0,5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39.780"/>
    </inkml:context>
    <inkml:brush xml:id="br0">
      <inkml:brushProperty name="width" value="0.2" units="cm"/>
      <inkml:brushProperty name="height" value="1.2" units="cm"/>
      <inkml:brushProperty name="inkEffects" value="pencil"/>
    </inkml:brush>
  </inkml:definitions>
  <inkml:trace contextRef="#ctx0" brushRef="#br0">0 0 16383,'8'7'0,"1"-3"0,-8 2 0,5-5 0,-5 5 0,5-5 0,-5 5 0,5-5 0,-2 5 0,3-2 0,0 3 0,3 0 0,-5 0 0,4-3 0,-5 2 0,3-2 0,0 0 0,0 2 0,0-2 0,0 3 0,0-3 0,0 2 0,-1-2 0,5 3 0,-4 0 0,3-3 0,4 5 0,-6-5 0,5 7 0,-3-5 0,-2 1 0,5 0 0,-5 0 0,5 0 0,-2 0 0,0 0 0,2 0 0,-2 3 0,0-2 0,2 2 0,-2-3 0,0 0 0,8 6 0,-7-4 0,16 5 0,-12-6 0,2 3 0,-5-3 0,6 4 0,-7-2 0,9-1 0,-10 1 0,10 3 0,-8-4 0,15 10 0,-18-11 0,18 11 0,-16-7 0,16 5 0,-5 0 0,-1-3 0,0 0 0,-9-1 0,1-2 0,0 0 0,0 2 0,0-5 0,8 8 0,-7-5 0,7 6 0,-8-6 0,0 2 0,0-2 0,6 6 0,-5-2 0,13 5 0,-12-9 0,5 6 0,-7-7 0,0 1 0,8 5 0,-7-4 0,7 5 0,-8-6 0,7 5 0,-5-5 0,13 9 0,-13-8 0,5 4 0,7 4 0,-11-4 0,18 10 0,-19-11 0,13 4 0,-13-7 0,5 4 0,1-2 0,-7 0 0,7 3 0,-8-3 0,7 3 0,-5-2 0,5 2 0,-7-3 0,8 3 0,-6-3 0,5 3 0,-7-3 0,0 0 0,0 0 0,0 0 0,7 3 0,-5-3 0,5 3 0,-7-3 0,0 0 0,0 0 0,0 0 0,0 0 0,16 15 0,-13-11 0,19 18 0,-20-21 0,4 5 0,-6-6 0,0 0 0,7 3 0,-5-2 0,5 2 0,-7-3 0,0 0 0,0 0 0,0 0 0,0-1 0,7 4 0,-5-2 0,6 2 0,4 9 0,-9-9 0,9 7 0,-9-4 0,-2-7 0,2 8 0,-3-10 0,3 10 0,-3-12 0,0 12 0,-1-10 0,-2 3 0,3 0 0,-3-3 0,2 2 0,-2-2 0,0 3 0,2-4 0,-5 4 0,5-4 0,-6 4 0,7-3 0,-7 2 0,7-2 0,-7 0 0,6 2 0,-5-2 0,5 0 0,-5 2 0,2-5 0,0 5 0,-2-5 0,2 2 0,-3 0 0,3 1 0,-2 0 0,2-1 0,-3 0 0,3 1 0,-2-1 0,2 1 0,-3-1 0,0-3 0,0 7 0,0-7 0,0 3 0,3 0 0,-2-2 0,2 2 0,-3 0 0,0-2 0,-1 5 0,1-5 0,0 2 0,-3 0 0,3-2 0,-4 2 0,4-3 0,0 0 0,0 3 0,0-2 0,0 2 0,-3-3 0,2 0 0,-2 3 0,3-2 0,0 2 0,0-3 0,-3 0 0,2 3 0,-2-6 0,0 9 0,2-9 0,-2 6 0,0-3 0,2 0 0,-5 0 0,5 0 0,-5 0 0,5 0 0,-2 0 0,0 0 0,2 0 0,-2 0 0,0 0 0,-1 0 0,0 0 0,-2 0 0,5 0 0,-5 0 0,2 0 0,0-3 0,-2 2 0,2-2 0,-3 3 0,-7-16 0,3 6 0,-6-13 0,3 9 0,3 0 0,-3 3 0,7-3 0,-7 7 0,7-7 0,-7 3 0,3 0 0,-3-2 0,3 2 0,-2 0 0,5-2 0,-5 5 0,5-5 0,-5 5 0,2-5 0,-3 2 0,0 0 0,3-2 0,-2 5 0,5-2 0,-2 3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41.207"/>
    </inkml:context>
    <inkml:brush xml:id="br0">
      <inkml:brushProperty name="width" value="0.2" units="cm"/>
      <inkml:brushProperty name="height" value="1.2" units="cm"/>
      <inkml:brushProperty name="inkEffects" value="pencil"/>
    </inkml:brush>
  </inkml:definitions>
  <inkml:trace contextRef="#ctx0" brushRef="#br0">1544 0 16383,'-11'4'0,"4"2"0,0-2 0,3 3 0,-3 0 0,3 0 0,-2-3 0,5 2 0,-5-2 0,2 3 0,-3 0 0,3 0 0,1 0 0,0-3 0,2 2 0,-5-2 0,2 3 0,-3 0 0,3 0 0,-2 0 0,2 0 0,-3 3 0,0-3 0,3 3 0,-2-3 0,2 0 0,-3 0 0,3 0 0,-2 0 0,2 3 0,-3-2 0,0 2 0,0-3 0,-4 3 0,4-2 0,-3 5 0,-1-5 0,-3 11 0,3-9 0,-6 9 0,6-8 0,-3 3 0,3 0 0,-2-3 0,-1 9 0,0-7 0,-3 8 0,3-7 0,0 0 0,-3 8 0,2-7 0,-2 7 0,-12 7 0,11-11 0,-12 12 0,13-9 0,3-5 0,-19 21 0,15-19 0,-11 11 0,12-8 0,-5-2 0,0 11 0,0-12 0,2 11 0,5-13 0,-2 6 0,-12 7 0,11-11 0,-16 25 0,16-18 0,-9 7 0,11-10 0,-5-5 0,7 5 0,0-7 0,-6 14 0,5-13 0,0 13 0,4-13 0,0 5 0,0-7 0,-2 8 0,-3 1 0,3 0 0,-10 12 0,10-17 0,-3 9 0,6-13 0,1 8 0,-5-6 0,5 5 0,-1-7 0,0 0 0,2 0 0,-2 0 0,1 7 0,2-5 0,-2 5 0,2-7 0,0 0 0,0 0 0,0 0 0,0 0 0,-1 8 0,0-7 0,0 7 0,1-8 0,0 0 0,3 0 0,-3 0 0,4 0 0,-8-1 0,7 1 0,-6 0 0,6 0 0,-3 0 0,4 0 0,-4 0 0,3 0 0,-3 0 0,3 0 0,-2-3 0,2 2 0,-3-2 0,0 3 0,3 0 0,-2-3 0,5 2 0,-5-2 0,5 3 0,-5-4 0,2 4 0,0-4 0,-2 7 0,2-2 0,0-1 0,-2-4 0,5 0 0,-5-2 0,5 5 0,-5-5 0,5 5 0,-2-5 0,0 5 0,-1-5 0,0 5 0,1-5 0,3 2 0,-3-3 0,2 0 0,-2 0 0,0 0 0,2 0 0,-6 3 0,7-3 0,-3 3 0,-1-3 0,4 0 0,-3 0 0,-1 0 0,4 0 0,-4 0 0,1 0 0,3 0 0,-4 0 0,1 0 0,3 0 0,-4 0 0,1-3 0,2 2 0,-2-2 0,3 3 0,0 0 0,0 0 0,-3-3 0,2 2 0,-2-2 0,6 0 0,-2 2 0,2-2 0,-3 3 0,0-3 0,0-1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50.346"/>
    </inkml:context>
    <inkml:brush xml:id="br0">
      <inkml:brushProperty name="width" value="0.2" units="cm"/>
      <inkml:brushProperty name="height" value="1.2" units="cm"/>
      <inkml:brushProperty name="inkEffects" value="pencil"/>
    </inkml:brush>
  </inkml:definitions>
  <inkml:trace contextRef="#ctx0" brushRef="#br0">507 0 16383,'0'15'0,"0"-2"0,0-6 0,0 0 0,0 0 0,0 0 0,0 0 0,0 0 0,0 0 0,-3 0 0,2 0 0,-2 0 0,0 0 0,2 0 0,-2 0 0,3 0 0,0 0 0,-3 0 0,2-1 0,-2 1 0,0 0 0,2 0 0,-2 0 0,0-3 0,2 2 0,-2-2 0,3 3 0,-3-3 0,2 2 0,-2-2 0,0 3 0,2 0 0,-5 0 0,5 0 0,-2 0 0,0-3 0,2 2 0,-5-2 0,5 3 0,-2 0 0,0-3 0,2 2 0,-5-2 0,2 3 0,0 0 0,-3 0 0,4 0 0,-5 3 0,1-2 0,0 2 0,0-3 0,0 0 0,0 0 0,3 0 0,-2 0 0,5 0 0,-8 0 0,7-1 0,-7 1 0,5 0 0,0 0 0,-2 0 0,-1 3 0,2-2 0,-4 2 0,5-3 0,-3 0 0,0 0 0,0 0 0,3 0 0,-2 0 0,2 0 0,-3 0 0,3 0 0,-2 0 0,2 0 0,-3 0 0,0 0 0,0 0 0,3 0 0,-3 0 0,3 0 0,-3 0 0,0 0 0,3 0 0,-2 0 0,5 0 0,-5-3 0,2 2 0,0-2 0,-2-1 0,5 4 0,-5-3 0,5 3 0,-5-1 0,5 1 0,-5 0 0,5 0 0,-5 0 0,2 0 0,0 0 0,-2 0 0,5 0 0,-5 0 0,5 0 0,-5 0 0,5 0 0,-5 0 0,5 0 0,-2 0 0,0-3 0,2 2 0,-2-2 0,0 3 0,2 0 0,-2 0 0,0 0 0,2 0 0,-5 0 0,5 0 0,-2 0 0,0 0 0,2 0 0,-2 0 0,-1 0 0,4 0 0,-3 0 0,-1 0 0,4 0 0,-3 0 0,-1 0 0,4-1 0,-3 1 0,3 0 0,0 0 0,-4 0 0,4 0 0,-4 0 0,1 0 0,3 0 0,-4 0 0,4 0 0,0 0 0,-3 0 0,3 0 0,-4 0 0,4 0 0,0 0 0,-3 0 0,2 0 0,-2 0 0,3 3 0,0 1 0,-3-3 0,2 4 0,-2-7 0,3 5 0,0 0 0,0-2 0,0 2 0,0 0 0,0-3 0,0 3 0,0-3 0,0 0 0,0 0 0,0 0 0,0 0 0,0 0 0,0 0 0,0 0 0,0 0 0,0 0 0,0 0 0,0 0 0,0 0 0,0 0 0,0 0 0,0 0 0,0 0 0,0 0 0,0 0 0,0 0 0,0 0 0,0 0 0,0 0 0,0 0 0,0 0 0,3 0 0,-2 0 0,2 0 0,-3 0 0,0 0 0,0 0 0,3 0 0,-2 0 0,2 0 0,-3 0 0,3 3 0,-2-3 0,5 3 0,-5 0 0,5-5 0,-5 4 0,2-5 0,-3 6 0,3-2 0,-2 2 0,2-3 0,0 0 0,-2 0 0,5 0 0,-5 0 0,5 3 0,-5 1 0,5-3 0,-5 4 0,5-7 0,-5 5 0,5 0 0,-5-2 0,2 2 0,0-6 0,-2 2 0,2-2 0,0 3 0,-2 0 0,5 0 0,-5 0 0,2 0 0,-3-1 0,3-2 0,-2 3 0,2-4 0,0 4 0,-2 0 0,2 0 0,0-3 0,-2 2 0,5-2 0,-5 3 0,2 0 0,0 0 0,-2 0 0,5 0 0,-5 0 0,5-3 0,-5 2 0,2-2 0,0 3 0,1 0 0,0 0 0,2 0 0,-2 0 0,-1 0 0,1 0 0,-1-3 0,-3 2 0,7-5 0,-7 5 0,4-2 0,-1 0 0,-3 2 0,4-2 0,-1 0 0,-3 2 0,3-2 0,-3 3 0,0-3 0,0-1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51.509"/>
    </inkml:context>
    <inkml:brush xml:id="br0">
      <inkml:brushProperty name="width" value="0.2" units="cm"/>
      <inkml:brushProperty name="height" value="1.2" units="cm"/>
      <inkml:brushProperty name="inkEffects" value="pencil"/>
    </inkml:brush>
  </inkml:definitions>
  <inkml:trace contextRef="#ctx0" brushRef="#br0">71 0 16383,'0'15'0,"0"-2"0,0-6 0,0 7 0,0-6 0,0 5 0,0-6 0,0 0 0,0 0 0,0 0 0,0 9 0,0-6 0,0 6 0,0-9 0,0 0 0,0 0 0,0 0 0,0 0 0,0 0 0,0 0 0,3 0 0,-2 9 0,2-7 0,-3 8 0,0-10 0,0 3 0,0-3 0,0 3 0,0-3 0,0 0 0,-3 10 0,2-8 0,-2 7 0,3-9 0,-3 0 0,2 0 0,-2 0 0,0 3 0,2-2 0,-2 2 0,3-3 0,-4-3 0,4 2 0,-7 1 0,7 1 0,-7-1 0,7-1 0,-7-5 0,7 5 0,-7-2 0,7 3 0,-7 0 0,7 0 0,-7-3 0,6 2 0,-2-2 0,0-1 0,2 4 0,-2-3 0,3 3 0,0-1 0,0 1 0,3 0 0,1 0 0,0 0 0,-1-3 0,-3-1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16.012"/>
    </inkml:context>
    <inkml:brush xml:id="br0">
      <inkml:brushProperty name="width" value="0.2" units="cm"/>
      <inkml:brushProperty name="height" value="1.2" units="cm"/>
      <inkml:brushProperty name="inkEffects" value="pencil"/>
    </inkml:brush>
  </inkml:definitions>
  <inkml:trace contextRef="#ctx0" brushRef="#br0">42 0 16383,'-15'0'0,"2"0"0,9 4 0,-2-4 0,5 7 0,-2-4 0,3 4 0,0 0 0,3-3 0,-2 2 0,5-5 0,-5 5 0,5-5 0,-2 2 0,3-3 0,-3 3 0,2-2 0,-2 2 0,3-3 0,-3 3 0,2-2 0,-2 2 0,0 0 0,2-2 0,-2 2 0,3-3 0,0 3 0,0-2 0,-3 5 0,2-5 0,-2 2 0,3-3 0,-4-3 0,1-1 0,-4-3 0,0 0 0,0 0 0,0 0 0,0 0 0,0 0 0,0 0 0,0 0 0,-4 3 0,0 1 0,1 0 0,-1-1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17.941"/>
    </inkml:context>
    <inkml:brush xml:id="br0">
      <inkml:brushProperty name="width" value="0.2" units="cm"/>
      <inkml:brushProperty name="height" value="1.2" units="cm"/>
      <inkml:brushProperty name="inkEffects" value="pencil"/>
    </inkml:brush>
  </inkml:definitions>
  <inkml:trace contextRef="#ctx0" brushRef="#br0">63 1 16383,'-14'0'0,"0"0"0,7 0 0,0 0 0,0 0 0,3 3 0,-2-3 0,5 7 0,-2-4 0,3 4 0,3-3 0,1-1 0,0 1 0,2-4 0,-2 3 0,0 1 0,2-4 0,-2 3 0,0 0 0,2-2 0,-2 2 0,3-3 0,0 3 0,0-2 0,0 2 0,0-3 0,-3 3 0,2-2 0,-2 2 0,3-3 0,0 0 0,0 0 0,0 0 0,0 0 0,-16-6 0,6 4 0,-14-4 0,13 3 0,-2 2 0,5-5 0,-5 5 0,2-5 0,-3 5 0,3-5 0,-2 5 0,2-2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20.248"/>
    </inkml:context>
    <inkml:brush xml:id="br0">
      <inkml:brushProperty name="width" value="0.2" units="cm"/>
      <inkml:brushProperty name="height" value="1.2" units="cm"/>
      <inkml:brushProperty name="inkEffects" value="pencil"/>
    </inkml:brush>
  </inkml:definitions>
  <inkml:trace contextRef="#ctx0" brushRef="#br0">0 64 16383,'11'-4'0,"-1"1"0,-3 3 0,-3-4 0,2 4 0,-2-3 0,0-1 0,2 4 0,-2-3 0,3 3 0,-3-4 0,2 4 0,-2-4 0,3 4 0,0 0 0,0-3 0,0 3 0,0-4 0,0 4 0,-4-3 0,4 3 0,-3-4 0,2 4 0,1 0 0,0 0 0,-3-3 0,2 3 0,-2-4 0,3 4 0,0 0 0,0 0 0,0 0 0,0 0 0,0 0 0,0 0 0,0-3 0,0 2 0,0-2 0,0 3 0,0 0 0,3 0 0,-2 0 0,2 0 0,-3 0 0,0 0 0,0 0 0,0 0 0,0-3 0,0 2 0,0-2 0,0 3 0,0 0 0,0 0 0,0 0 0,0 0 0,0 0 0,0 0 0,0 0 0,-1 0 0,1 0 0,0 0 0,0 0 0,0 0 0,0 0 0,0 0 0,0 0 0,0 0 0,0 0 0,0 0 0,0 0 0,0 0 0,0 0 0,0 0 0,0 0 0,0 0 0,0 0 0,0 0 0,0 0 0,0 0 0,0 0 0,0 0 0,0 0 0,0 0 0,0 0 0,0 0 0,0 0 0,0 0 0,0 0 0,0 0 0,0 0 0,0 0 0,0 0 0,0 0 0,-4 3 0,4-2 0,-4 2 0,4-3 0,0 0 0,0 0 0,-3 3 0,2-2 0,-2 2 0,3-3 0,0 0 0,0 3 0,0-2 0,0 2 0,0-3 0,-3 3 0,2-2 0,-2 2 0,3-3 0,0 0 0,0 0 0,0 3 0,0-2 0,0 2 0,0-3 0,0 0 0,0 0 0,-3 3 0,2-2 0,-2 2 0,3-3 0,0 0 0,0 0 0,0 0 0,0 0 0,-3 3 0,-1-2 0,-3 2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25.937"/>
    </inkml:context>
    <inkml:brush xml:id="br0">
      <inkml:brushProperty name="width" value="0.2" units="cm"/>
      <inkml:brushProperty name="height" value="1.2" units="cm"/>
      <inkml:brushProperty name="inkEffects" value="pencil"/>
    </inkml:brush>
  </inkml:definitions>
  <inkml:trace contextRef="#ctx0" brushRef="#br0">0 8 16383,'11'-4'0,"-1"1"0,-3 3 0,0 0 0,0 0 0,0 0 0,0 0 0,-3 3 0,2 1 0,-2 0 0,0 2 0,2-6 0,-5 7 0,5-7 0,-5 7 0,5-3 0,-5 2 0,5-2 0,-5 3 0,2-4 0,-3 4 0,3-3 0,-2 2 0,2-2 0,-3 3 0,0 0 0,3-3 0,-2 2 0,2-2 0,-3 3 0,3 0 0,-2 0 0,2 0 0,-3 0 0,3-3 0,-2 2 0,2-2 0,0 3 0,-2 0 0,2 0 0,0-3 0,-2 2 0,2-2 0,0 0 0,-2 2 0,2-5 0,-3 2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26.743"/>
    </inkml:context>
    <inkml:brush xml:id="br0">
      <inkml:brushProperty name="width" value="0.2" units="cm"/>
      <inkml:brushProperty name="height" value="1.2" units="cm"/>
      <inkml:brushProperty name="inkEffects" value="pencil"/>
    </inkml:brush>
  </inkml:definitions>
  <inkml:trace contextRef="#ctx0" brushRef="#br0">155 0 16383,'-8'7'0,"-1"-3"0,5-1 0,0 0 0,-2-2 0,5 5 0,-2-2 0,0 0 0,2 2 0,-2-2 0,0 0 0,2 2 0,-2-2 0,0 0 0,2 2 0,-2-2 0,0 0 0,2 2 0,-2-2 0,0 0 0,2 2 0,-2-2 0,0 0 0,2 2 0,-5-6 0,5 7 0,-5-7 0,5 7 0,-2-3 0,0-1 0,2 4 0,-5-7 0,5 7 0,-6-7 0,7 7 0,-7-7 0,7 7 0,-7-7 0,7 6 0,-7-2 0,7 3 0,-7-3 0,3 2 0,0-2 0,-2 0 0,5 2 0,-2-5 0,3 2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28.438"/>
    </inkml:context>
    <inkml:brush xml:id="br0">
      <inkml:brushProperty name="width" value="0.2" units="cm"/>
      <inkml:brushProperty name="height" value="1.2" units="cm"/>
      <inkml:brushProperty name="inkEffects" value="pencil"/>
    </inkml:brush>
  </inkml:definitions>
  <inkml:trace contextRef="#ctx0" brushRef="#br0">15 0 16383,'-4'11'0,"1"-1"0,3-3 0,0 0 0,0 0 0,-4 0 0,4 0 0,-3 0 0,3 0 0,0 0 0,0 0 0,0 0 0,0 0 0,0 0 0,0 0 0,0 0 0,0 0 0,0 0 0,0 0 0,0 0 0,0 0 0,0 0 0,0 0 0,0 0 0,0 0 0,0 0 0,0 0 0,3-4 0,-3 4 0,3-4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29.308"/>
    </inkml:context>
    <inkml:brush xml:id="br0">
      <inkml:brushProperty name="width" value="0.2" units="cm"/>
      <inkml:brushProperty name="height" value="1.2" units="cm"/>
      <inkml:brushProperty name="inkEffects" value="pencil"/>
    </inkml:brush>
  </inkml:definitions>
  <inkml:trace contextRef="#ctx0" brushRef="#br0">50 0 16383,'-11'4'0,"4"2"0,1-5 0,5 5 0,-5-5 0,5 5 0,-2-2 0,3 3 0,0 0 0,0 0 0,0 0 0,-3 0 0,2 0 0,-2 0 0,3 0 0,0 0 0,0 0 0,0 0 0,0 0 0,0 0 0,0 0 0,0-1 0,0 1 0,0 0 0,-3-3 0,2 2 0,-2-2 0,3 3 0,0-3 0,0-1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01.744"/>
    </inkml:context>
    <inkml:brush xml:id="br0">
      <inkml:brushProperty name="width" value="0.2" units="cm"/>
      <inkml:brushProperty name="height" value="1.2" units="cm"/>
      <inkml:brushProperty name="inkEffects" value="pencil"/>
    </inkml:brush>
  </inkml:definitions>
  <inkml:trace contextRef="#ctx0" brushRef="#br0">1333 12 16383,'-13'-3'0,"2"0"0,2 3 0,5-2 0,-4 1 0,4-2 0,-2 3 0,0 0 0,0 0 0,0 0 0,0 0 0,0 0 0,0 0 0,-8 0 0,6 0 0,-6 0 0,8 0 0,0 0 0,-1 0 0,1 0 0,0 0 0,0 3 0,0-3 0,0 3 0,0-3 0,0 0 0,-5 0 0,3 0 0,-6 0 0,7 3 0,-1-3 0,2 3 0,0-3 0,0 0 0,-1 0 0,-1 0 0,1 0 0,-2 0 0,3 3 0,0-3 0,-8 6 0,6-6 0,-6 3 0,8-3 0,0 0 0,0 0 0,0 3 0,-3-3 0,2 3 0,-1-3 0,1 0 0,1 3 0,0-3 0,0 3 0,0-3 0,-3 3 0,3-3 0,-3 3 0,3-3 0,0 3 0,-3-3 0,2 6 0,-1-6 0,2 3 0,0-3 0,0 3 0,-1-3 0,1 6 0,-5-6 0,4 6 0,-5-6 0,6 3 0,3 0 0,-3-3 0,3 3 0,-3-3 0,0 3 0,0-3 0,0 3 0,0 0 0,0-3 0,0 3 0,2 0 0,-7-3 0,4 3 0,-2 0 0,1-3 0,4 6 0,-2-6 0,0 3 0,0 0 0,0-3 0,0 3 0,0 0 0,0-3 0,0 3 0,0 0 0,0-3 0,0 3 0,0-3 0,-1 3 0,1-3 0,0 3 0,3 0 0,-2-3 0,1 3 0,-2 0 0,0-3 0,0 3 0,-3 0 0,3-3 0,-3 6 0,3-6 0,0 3 0,0-3 0,0 0 0,2 3 0,-1-3 0,2 3 0,-4 0 0,1-3 0,-2 6 0,1-6 0,-2 3 0,3-3 0,0 3 0,0-3 0,0 3 0,0 0 0,0-3 0,0 3 0,0 0 0,0-3 0,-3 6 0,2-6 0,-2 3 0,3-3 0,0 3 0,0-3 0,0 6 0,0-6 0,0 3 0,0 0 0,0-3 0,0 6 0,0-6 0,0 3 0,2 0 0,-1-3 0,2 3 0,-3-3 0,2 3 0,-1-3 0,2 6 0,-4-6 0,4 6 0,-2-6 0,1 3 0,-2 0 0,0-3 0,3 6 0,-3-6 0,3 6 0,-3-6 0,0 6 0,0-6 0,3 6 0,-3-6 0,3 3 0,-1 0 0,-1-3 0,2 3 0,-3 0 0,2 0 0,-1 0 0,4 3 0,-4-6 0,2 3 0,-1 0 0,-1-3 0,1 6 0,-2-6 0,3 6 0,-2-6 0,4 6 0,-4-6 0,4 6 0,-5-6 0,6 6 0,-6-6 0,3 6 0,-3-6 0,0 6 0,0-3 0,0 3 0,0 0 0,0-3 0,0 3 0,0-3 0,0 3 0,-1-3 0,4 3 0,-2-3 0,1 3 0,-2 0 0,0-3 0,3 3 0,-2-3 0,1 3 0,-2 0 0,3 0 0,-3-3 0,6 3 0,-6-3 0,3 3 0,0 0 0,-3-3 0,5 3 0,-1-3 0,-1 3 0,2 0 0,-1 0 0,2 0 0,0 0 0,0 0 0,-3-3 0,2 3 0,-1-3 0,2 3 0,0 0 0,0 0 0,0 0 0,0 0 0,2-3 0,-1 3 0,2-3 0,-3 3 0,0 0 0,0 0 0,0 0 0,0 0 0,0 0 0,0 0 0,0 0 0,0 0 0,0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19.830"/>
    </inkml:context>
    <inkml:brush xml:id="br0">
      <inkml:brushProperty name="width" value="0.2" units="cm"/>
      <inkml:brushProperty name="height" value="1.2" units="cm"/>
      <inkml:brushProperty name="color" value="#E71224"/>
      <inkml:brushProperty name="inkEffects" value="pencil"/>
    </inkml:brush>
  </inkml:definitions>
  <inkml:trace contextRef="#ctx0" brushRef="#br0">0 0 16383,'3'13'0,"-3"-2"0,6-5 0,-6 0 0,3 0 0,0-3 0,-3 3 0,3-3 0,0 3 0,-3 0 0,3 0 0,0-3 0,-3 3 0,6-3 0,-6 3 0,3 0 0,0-3 0,-3 3 0,6-3 0,-6 3 0,6 0 0,-6 0 0,3 0 0,0 0 0,-3 0 0,6-3 0,-6 3 0,6-3 0,-6 3 0,6-3 0,-6 3 0,3-3 0,0 3 0,-3 0 0,3 0 0,0-3 0,-3 3 0,3-3 0,0 0 0,-3 3 0,3-3 0,0 3 0,-3 0 0,6 0 0,-6 0 0,3 0 0,0-3 0,-3 3 0,3-3 0,-3 3 0,3-3 0,-3 3 0,6-3 0,-6 3 0,3 0 0,0-3 0,-3 3 0,3-3 0,-3 3 0,3-3 0,-3 3 0,3-3 0,0 3 0,-3 0 0,3 0 0,0-3 0,-3 3 0,3-3 0,0 3 0,-3 0 0,3 0 0,-3 0 0,0 0 0,3 0 0,-3 0 0,3 0 0,-3 0 0,3 0 0,-3 0 0,3 0 0,-3 0 0,3-3 0,-3 3 0,3-3 0,-3 3 0,0 0 0,0 0 0,3-3 0,-3 3 0,3-3 0,-3 3 0,0 0 0,3-3 0,-3 3 0,3-3 0,0 3 0,-3 0 0,3 0 0,-3 0 0,0 0 0,3-3 0,-3 3 0,3-3 0,0 3 0,-3 0 0,3 0 0,-3 0 0,0 0 0,3 0 0,-3 0 0,3 0 0,0 0 0,-3 0 0,6-3 0,-6 3 0,3-3 0,-3 3 0,3-3 0,-3 3 0,3-3 0,0 3 0,-3 0 0,6-3 0,-6 3 0,3-3 0,-3 3 0,3-3 0,-3 3 0,3-3 0,-3 3 0,3 0 0,-3 0 0,6-3 0,-6 3 0,3-3 0,-3 3 0,3-3 0,-8-13 0,6 3 0,-6-9 0,2 10 0,3 0 0,-3-1 0,3 1 0,0 0 0,0 0 0,0 0 0,0 3 0,0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20.931"/>
    </inkml:context>
    <inkml:brush xml:id="br0">
      <inkml:brushProperty name="width" value="0.2" units="cm"/>
      <inkml:brushProperty name="height" value="1.2" units="cm"/>
      <inkml:brushProperty name="color" value="#E71224"/>
      <inkml:brushProperty name="inkEffects" value="pencil"/>
    </inkml:brush>
  </inkml:definitions>
  <inkml:trace contextRef="#ctx0" brushRef="#br0">0 0 16383,'4'13'0,"1"-5"0,-4-2 0,1-3 0,-2 3 0,3-3 0,-2 5 0,1-4 0,-2 5 0,3-6 0,-2 3 0,1-3 0,-2 3 0,3-3 0,-2 3 0,1-3 0,1 3 0,-2 0 0,1 0 0,1 0 0,-2 0 0,4 0 0,-4 0 0,1 0 0,1 0 0,-2 0 0,1 0 0,1-3 0,-2 3 0,1-3 0,-2 3 0,3 0 0,-2 0 0,1 0 0,1 0 0,-2 0 0,1 0 0,1 0 0,-2 0 0,1 0 0,1 0 0,-2 0 0,1 0 0,1 0 0,-2 0 0,1 0 0,1 0 0,-2 0 0,1 0 0,1 0 0,-2 0 0,1 0 0,-2 0 0,0 0 0,0 0 0,3 0 0,-2 0 0,1 0 0,-2 0 0,3 0 0,-2 3 0,4-5 0,-4 4 0,1-5 0,-2 3 0,3-3 0,-2 3 0,1-3 0,-2 3 0,3-3 0,-2 3 0,1-3 0,-2 3 0,3 0 0,-2 0 0,1 0 0,-2 0 0,3 0 0,-2 0 0,1 0 0,-2 0 0,0 0 0,3 0 0,-2 0 0,1 0 0,-2 0 0,0 0 0,3-3 0,-2 3 0,1-3 0,-2 3 0,3-3 0,-2 3 0,1-3 0,-2 3 0,0 0 0,3-3 0,-2 3 0,1-3 0,-2 3 0,3 0 0,-2 0 0,1 0 0,1-3 0,-2 3 0,1-3 0,-2 3 0,0 0 0,3-3 0,-2 3 0,1-3 0,-2 3 0,0 0 0,0 0 0,3-3 0,-2 3 0,1-3 0,-2 3 0,0 0 0,3-3 0,-2 3 0,1-3 0,1 3 0,-2 0 0,1 0 0,1-3 0,-2 3 0,1-3 0,1 0 0,-2 3 0,1-3 0,-2 3 0,0 0 0,3-3 0,-2 3 0,1-3 0,1 0 0,-2 3 0,1-3 0,-2 3 0,3 0 0,-2 0 0,1 0 0,-2 0 0,3-3 0,-2 3 0,1-3 0,-2 3 0,0 0 0,3-3 0,-2 3 0,1-3 0,1 0 0,-2 3 0,1-3 0,-2 3 0,3-3 0,-2 3 0,1-3 0,-2 3 0,0 0 0,0 0 0,3-3 0,-2 3 0,1-3 0,-2 3 0,0 0 0,3-3 0,-2 3 0,1-3 0,-2 3 0,0 0 0,3-3 0,-2 3 0,1-3 0,1 0 0,-2 3 0,1-3 0,1 0 0,-2 3 0,1-19 0,-2 9 0,-2-10 0,1 9 0,-2 2 0,1-1 0,-2 2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22.281"/>
    </inkml:context>
    <inkml:brush xml:id="br0">
      <inkml:brushProperty name="width" value="0.2" units="cm"/>
      <inkml:brushProperty name="height" value="1.2" units="cm"/>
      <inkml:brushProperty name="color" value="#E71224"/>
      <inkml:brushProperty name="inkEffects" value="pencil"/>
    </inkml:brush>
  </inkml:definitions>
  <inkml:trace contextRef="#ctx0" brushRef="#br0">0 0 16383,'3'13'0,"-2"-2"0,1-5 0,1 0 0,-2 0 0,1 0 0,1-3 0,-2 3 0,1-3 0,1 3 0,-2 0 0,1 0 0,-2 0 0,3-3 0,-2 3 0,1-3 0,-2 6 0,3-5 0,-2 4 0,1-5 0,1 3 0,-2 0 0,1 0 0,1 0 0,-2 0 0,4 3 0,-4-3 0,4 3 0,-4-3 0,1 0 0,1 0 0,-2 0 0,1 0 0,1 0 0,-2 0 0,1 0 0,1 0 0,-2 0 0,1 0 0,4 8 0,-5-6 0,4 6 0,-2-8 0,-2 0 0,1 0 0,1 0 0,0 0 0,1 0 0,-2 0 0,1 0 0,-2 0 0,4 0 0,-4 0 0,1 0 0,1 0 0,-2 0 0,4 0 0,-4 0 0,4 0 0,-4 0 0,1 0 0,1 0 0,-2 0 0,4 0 0,-4 0 0,4 0 0,-4 0 0,4 0 0,-4 0 0,4 0 0,-4 0 0,4 0 0,-4 0 0,4 3 0,-2-3 0,1 3 0,-2-3 0,1-3 0,-2 3 0,1-3 0,1 0 0,-2 3 0,1-3 0,1 0 0,-2 3 0,1-3 0,1 0 0,-2 3 0,1-3 0,1 0 0,-2 3 0,1-3 0,1 3 0,-2 0 0,1 0 0,1 0 0,-2 0 0,1 0 0,1-3 0,-2 3 0,1-3 0,-2 3 0,3-3 0,-2 3 0,1-3 0,-2 3 0,0 0 0,3 0 0,-2 0 0,4 0 0,-4 0 0,1-3 0,-2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23.258"/>
    </inkml:context>
    <inkml:brush xml:id="br0">
      <inkml:brushProperty name="width" value="0.2" units="cm"/>
      <inkml:brushProperty name="height" value="1.2" units="cm"/>
      <inkml:brushProperty name="color" value="#E71224"/>
      <inkml:brushProperty name="inkEffects" value="pencil"/>
    </inkml:brush>
  </inkml:definitions>
  <inkml:trace contextRef="#ctx0" brushRef="#br0">1 0 16383,'6'10'0,"-3"1"0,0-8 0,-1 0 0,-1 3 0,4-3 0,-4 3 0,2 0 0,-1-3 0,-1 3 0,4-3 0,-4 3 0,2 0 0,-1 0 0,-1 0 0,4 0 0,-4 0 0,2 0 0,-1 0 0,-1 0 0,4 0 0,-4 0 0,2 3 0,-1-3 0,-1 3 0,4-3 0,-4 0 0,4 0 0,-4 0 0,2 0 0,-1 0 0,-1 0 0,4 0 0,-4 0 0,2 0 0,-1 0 0,2 3 0,-1-3 0,0 3 0,-1-3 0,2 0 0,-1 0 0,0 0 0,-3 0 0,2 0 0,-1 0 0,4 0 0,-4 0 0,4 0 0,-4 3 0,4-3 0,-1 8 0,-1-6 0,2 3 0,-4-5 0,2 0 0,-3 0 0,2 0 0,-1 0 0,2 0 0,-1-3 0,-1 5 0,4-4 0,-4 5 0,2-3 0,-1 0 0,2 5 0,2-3 0,-3 3 0,0-5 0,-3 0 0,2 0 0,-1 0 0,4 0 0,-4 0 0,4 0 0,-4 0 0,2 0 0,-3 0 0,2 3 0,-1-3 0,2 3 0,-1-3 0,-1 0 0,2 0 0,-1 0 0,-1 0 0,2 0 0,-1 0 0,-1 0 0,2 0 0,-1 0 0,-1 0 0,4 0 0,-4 0 0,2 0 0,-1 0 0,-1 0 0,2 0 0,-1 0 0,-1 0 0,2 0 0,-1 0 0,-1 0 0,4 0 0,-4 0 0,2 3 0,-3-3 0,2 0 0,-1 0 0,2-3 0,-1 3 0,-1 0 0,2 0 0,-1 0 0,-1 0 0,2 0 0,-1 0 0,-1 0 0,2 0 0,-1-3 0,-1 3 0,2-3 0,-3 3 0,2-3 0,-1 3 0,2-3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05.239"/>
    </inkml:context>
    <inkml:brush xml:id="br0">
      <inkml:brushProperty name="width" value="0.2" units="cm"/>
      <inkml:brushProperty name="height" value="1.2" units="cm"/>
      <inkml:brushProperty name="inkEffects" value="pencil"/>
    </inkml:brush>
  </inkml:definitions>
  <inkml:trace contextRef="#ctx0" brushRef="#br0">872 1 16383,'10'9'0,"1"-3"0,-8-3 0,0-1 0,3-1 0,-3 2 0,0-1 0,3-1 0,-3 4 0,3-4 0,0 2 0,-3-1 0,3-1 0,-3 4 0,3-4 0,0 2 0,-3-1 0,3-1 0,-3 2 0,0-1 0,3-1 0,-3 2 0,0-1 0,3-1 0,-3 4 0,3-4 0,-3 4 0,3-4 0,-6 4 0,6-1 0,-3-1 0,0 2 0,3-1 0,-6 2 0,6-3 0,-6 2 0,3-1 0,0-1 0,-3 2 0,6-1 0,-6 2 0,6 0 0,-6 0 0,6-3 0,-6 2 0,3-1 0,0-1 0,-3 2 0,3-1 0,0-1 0,-3 2 0,6-1 0,-6 2 0,3 0 0,0-3 0,-3 2 0,6 1 0,-3 1 0,0 2 0,0-3 0,0 0 0,-3 0 0,6-3 0,-6 2 0,3-1 0,-3 2 0,0 0 0,3 0 0,-3 0 0,3 0 0,-3 0 0,0 0 0,3 0 0,-3 0 0,3 0 0,-3 0 0,0 0 0,0 0 0,0 0 0,0 0 0,0 0 0,0 0 0,-3-3 0,3 2 0,-6-4 0,6 4 0,-6-4 0,3 2 0,0-1 0,-3-1 0,3 2 0,-1-1 0,-1-1 0,2 2 0,-3-3 0,2 2 0,-1-1 0,2 2 0,-4-3 0,4 2 0,-2-1 0,1 2 0,-2-3 0,0 2 0,0-1 0,0 2 0,0-1 0,0-1 0,0 2 0,3-1 0,-3-1 0,3 2 0,-3-1 0,0-1 0,0 2 0,0-3 0,2 2 0,-1-1 0,2 2 0,-4-3 0,1 0 0,0 0 0,3 2 0,-2-1 0,1 2 0,-2-3 0,0 0 0,0 0 0,0 0 0,0 0 0,0 0 0,0 0 0,0 0 0,0 0 0,2-3 0,-1 2 0,2-1 0,-3-1 0,-1 2 0,1-1 0,3-1 0,-2 2 0,1-1 0,-2-1 0,0 2 0,0-2 0,3 1 0,-3 1 0,3-2 0,-3 3 0,3-2 0,-3 1 0,3-2 0,-3 3 0,0 0 0,2-2 0,-1 1 0,2-2 0,-3 3 0,0-2 0,-1 1 0,1-2 0,0 3 0,0 0 0,0 0 0,-2 0 0,3-2 0,-3 1 0,5-2 0,-3 3 0,-3 0 0,3 0 0,-3 0 0,3 0 0,0 0 0,0 0 0,0 0 0,0 0 0,-1 0 0,1 0 0,0 0 0,0 0 0,0 0 0,0 0 0,0 0 0,0 0 0,0 0 0,0 0 0,0 0 0,0 0 0,0 0 0,0 0 0,0 0 0,0 0 0,0 0 0,0 0 0,-1 0 0,1 0 0,0 0 0,0 0 0,0 0 0,0 0 0,0 0 0,0 0 0,0 0 0,0 0 0,0 0 0,0 0 0,0 0 0,0 0 0,0 0 0,0 0 0,0 3 0,0-3 0,-1 3 0,1-3 0,0 0 0,-2 0 0,1 0 0,-2 0 0,3 0 0,0 0 0,3 3 0,-3-3 0,3 3 0,-3-3 0,0 0 0,0 0 0,0 0 0,0 0 0,0 3 0,0-3 0,-1 3 0,1-3 0,0 0 0,0 3 0,0-3 0,0 3 0,0-3 0,0 0 0,0 3 0,0-3 0,0 3 0,0-3 0,0 0 0,0 0 0,0 3 0,0-3 0,0 3 0,0-3 0,-1 0 0,1 3 0,0-3 0,0 3 0,0-3 0,0 3 0,0-3 0,0 3 0,0-3 0,0 3 0,0-3 0,0 3 0,0 0 0,0-3 0,0 6 0,0-6 0,0 3 0,-1-3 0,4 3 0,-2-3 0,1 3 0,-2 0 0,0-3 0,0 6 0,0-6 0,0 3 0,3 0 0,-3-3 0,3 3 0,0 0 0,-3-3 0,6 6 0,-6-6 0,5 6 0,-4-6 0,4 6 0,9-6 0,-2 3 0,8-3 0,-8 3 0,-3-3 0,0 3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06.305"/>
    </inkml:context>
    <inkml:brush xml:id="br0">
      <inkml:brushProperty name="width" value="0.2" units="cm"/>
      <inkml:brushProperty name="height" value="1.2" units="cm"/>
      <inkml:brushProperty name="inkEffects" value="pencil"/>
    </inkml:brush>
  </inkml:definitions>
  <inkml:trace contextRef="#ctx0" brushRef="#br0">775 0 16383,'10'6'0,"0"-2"0,-6-2 0,2-2 0,-3 3 0,2-2 0,-1 1 0,-1 1 0,2-2 0,-1 1 0,-1 1 0,2-2 0,-1 1 0,2-2 0,0 0 0,-3 3 0,2 0 0,-1 1 0,2-2 0,-3 1 0,2-2 0,-4 4 0,4-4 0,-4 4 0,4-4 0,-1 4 0,2-2 0,0 1 0,-3 1 0,2-4 0,-1 4 0,-1-2 0,2 1 0,-4 1 0,4-4 0,-1 4 0,2-2 0,0 3 0,-3 0 0,2-2 0,-4 1 0,4-4 0,-1 4 0,-1-2 0,2 3 0,-1 0 0,-1 0 0,2-2 0,-4 1 0,4-4 0,-4 4 0,2-2 0,-1 1 0,-1 1 0,2-2 0,-1 1 0,2 1 0,-1-2 0,2 3 0,-4 0 0,4-2 0,-4 1 0,4-2 0,-4 3 0,4-2 0,-4 1 0,2-2 0,-1 1 0,-1 1 0,2-2 0,-3 3 0,2-2 0,-1 1 0,2-2 0,-1 3 0,-1 0 0,2 0 0,-3 0 0,2-2 0,-1 1 0,2-2 0,-3 3 0,0 0 0,2-2 0,-1 1 0,2-2 0,-3 3 0,0 0 0,0 0 0,-3 0 0,2 0 0,-4-2 0,4 1 0,-4-4 0,4 4 0,-4-4 0,1 4 0,-2-4 0,3 4 0,-3-4 0,3 1 0,0 1 0,-3-2 0,3 1 0,-3-2 0,0 0 0,0 3 0,0-2 0,0 1 0,0-2 0,0 0 0,0 0 0,0 3 0,-1-2 0,1 1 0,0-2 0,0 0 0,0 0 0,-2 0 0,1 0 0,-2 0 0,3 0 0,0 0 0,0 0 0,0 0 0,0 0 0,-3 0 0,0 0 0,-3 0 0,0 0 0,2-2 0,1 1 0,3-2 0,0 3 0,0 0 0,0 0 0,0 0 0,0-2 0,0 1 0,0-2 0,0 3 0,0 0 0,0-3 0,0 3 0,0-3 0,0 3 0,-3-3 0,2 3 0,-2-3 0,1 3 0,1 0 0,-2-3 0,3 3 0,0-3 0,-3 0 0,0 3 0,-3-6 0,3 6 0,-3-6 0,5 6 0,-1-3 0,2 3 0,0 0 0,-1-3 0,1 2 0,0-4 0,0 4 0,0-1 0,0 2 0,0 0 0,0-3 0,0 2 0,0-1 0,0-1 0,0 2 0,0-1 0,0 2 0,0-3 0,0 2 0,0-1 0,0 2 0,-1-3 0,1 2 0,0-2 0,0 3 0,0 0 0,-3-2 0,3 1 0,-3-2 0,3 1 0,0 1 0,0-2 0,0 3 0,0-2 0,0 1 0,0-2 0,0 3 0,-3 0 0,5-2 0,-4 1 0,4-2 0,-2 3 0,0 0 0,3-2 0,-3 1 0,3-2 0,-3 3 0,0 0 0,0 0 0,0 0 0,0 0 0,0 0 0,0 0 0,0 0 0,0 0 0,0 0 0,-1 0 0,1 0 0,0 0 0,0 0 0,0 0 0,0 0 0,0 0 0,0 0 0,0 0 0,0 0 0,0 0 0,0 0 0,0 0 0,2 3 0,-1-2 0,2 1 0,-3-2 0,0 0 0,0 3 0,-1-2 0,1 1 0,0-2 0,0 0 0,3 3 0,-2-2 0,1 1 0,-2-2 0,3 3 0,-3-2 0,3 1 0,-3-2 0,0 0 0,3 3 0,-3-2 0,3 1 0,-3-2 0,0 0 0,2 3 0,-1-2 0,2 1 0,-6-2 0,2 3 0,-2-2 0,3 1 0,0-2 0,0 0 0,0 0 0,3 3 0,-3-2 0,16 4 0,-7-4 0,11 1 0,-11 1 0,0-2 0,-3 1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07.208"/>
    </inkml:context>
    <inkml:brush xml:id="br0">
      <inkml:brushProperty name="width" value="0.2" units="cm"/>
      <inkml:brushProperty name="height" value="1.2" units="cm"/>
      <inkml:brushProperty name="inkEffects" value="pencil"/>
    </inkml:brush>
  </inkml:definitions>
  <inkml:trace contextRef="#ctx0" brushRef="#br0">921 0 16383,'6'13'0,"2"-5"0,-7-2 0,2-3 0,-3 3 0,0 0 0,0 0 0,0 0 0,0 0 0,0 0 0,0 0 0,-3-3 0,2 3 0,-4-3 0,4 3 0,-4-3 0,4 3 0,-4-6 0,4 6 0,-4-6 0,4 6 0,-4-3 0,1 0 0,1 3 0,-2-3 0,1 0 0,-2 0 0,3 0 0,-3-3 0,3 6 0,-3-6 0,3 6 0,-3-6 0,3 3 0,-3 0 0,0-3 0,0 6 0,0-6 0,2 6 0,-1-6 0,1 3 0,-2-3 0,0 3 0,0-3 0,0 3 0,-5 0 0,3 0 0,-3 0 0,5 0 0,0-3 0,0 3 0,0-3 0,0 3 0,0-3 0,0 0 0,0 3 0,-3-3 0,2 3 0,-2-3 0,1 3 0,1-3 0,-2 3 0,3-3 0,0 0 0,-11 3 0,9-3 0,-9 3 0,8 0 0,2-3 0,-1 3 0,-1-3 0,2 0 0,-4 3 0,4-3 0,-2 3 0,0-3 0,3 0 0,-3 3 0,0-3 0,3 3 0,-3-3 0,3 0 0,0 0 0,0 0 0,-3 0 0,2 3 0,-1-3 0,-7 3 0,7-3 0,-3 3 0,3-3 0,4 3 0,-5-3 0,3 0 0,0 3 0,0-3 0,-3 3 0,3-3 0,-3 3 0,3-3 0,-3 3 0,2-3 0,-1 0 0,1 3 0,1-3 0,0 3 0,0-3 0,0 0 0,0 0 0,0 3 0,0-3 0,0 3 0,0-3 0,0 0 0,0 0 0,0 3 0,0-3 0,0 3 0,0-3 0,0 0 0,-1 0 0,1 3 0,0-3 0,0 3 0,0-3 0,0 0 0,0 0 0,-3 3 0,3-3 0,-3 3 0,3-3 0,0 0 0,0 0 0,2 3 0,-1-3 0,2 3 0,-3-3 0,0 0 0,-1 0 0,1 0 0,0 3 0,0-3 0,-2 3 0,1-3 0,-2 0 0,3 3 0,0-3 0,0 3 0,0-3 0,0 0 0,0 0 0,0 0 0,0 0 0,0 0 0,-1 0 0,1 0 0,19 0 0,-9 0 0,15-3 0,-13 3 0,0-3 0,0 3 0,0 0 0,0 0 0,0 0 0,0 0 0,0 0 0,0 0 0,0 0 0,0 0 0,0 0 0,0 0 0,0-3 0,0 3 0,0-3 0,0 3 0,0 0 0,0 0 0,0 0 0,0 0 0,0 0 0,0 0 0,0 0 0,-2 0 0,-2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07.990"/>
    </inkml:context>
    <inkml:brush xml:id="br0">
      <inkml:brushProperty name="width" value="0.2" units="cm"/>
      <inkml:brushProperty name="height" value="1.2" units="cm"/>
      <inkml:brushProperty name="inkEffects" value="pencil"/>
    </inkml:brush>
  </inkml:definitions>
  <inkml:trace contextRef="#ctx0" brushRef="#br0">509 7 16383,'12'-4'0,"0"2"0,-6 2 0,0 0 0,0 0 0,0 0 0,0 0 0,0 0 0,0 0 0,0 0 0,0 0 0,0 0 0,0 0 0,-3 2 0,2-1 0,-1 2 0,2-3 0,0 2 0,0-1 0,0 2 0,0-3 0,0 0 0,-3 2 0,2-1 0,-1 2 0,2-1 0,0-1 0,0 2 0,0-1 0,0-1 0,0 2 0,-3-1 0,2-1 0,-1 2 0,2-1 0,0-1 0,0 2 0,-3-1 0,2-1 0,-1 2 0,2-1 0,0-1 0,-3 4 0,2-4 0,-1 2 0,-1-1 0,2-1 0,-1 2 0,-1-1 0,2-1 0,-4 4 0,4-4 0,-4 4 0,4-4 0,-4 4 0,4-4 0,-4 4 0,4-1 0,-4 2 0,2 0 0,-1-3 0,-1 2 0,2-1 0,-3 2 0,0 0 0,0 0 0,0 0 0,0 0 0,0 0 0,0 0 0,0 0 0,0 0 0,0 0 0,0 0 0,0 0 0,0 0 0,-3 0 0,2 0 0,-1 0 0,-1-3 0,2 2 0,-4-1 0,4 2 0,-4 0 0,2-3 0,-1 2 0,-1-1 0,1 2 0,-2 0 0,0 0 0,0 0 0,0-3 0,3 2 0,-3-4 0,3 4 0,-3-1 0,0 2 0,0-3 0,3 2 0,-6-4 0,5 4 0,-4-4 0,2 4 0,0-4 0,-3 4 0,2-4 0,-2 4 0,3-4 0,0 4 0,0-4 0,0 2 0,0-1 0,0-1 0,-3 4 0,3-4 0,-6 2 0,5-1 0,-1-1 0,2 4 0,0-4 0,0 2 0,0-1 0,-1-1 0,1 2 0,0-1 0,-2-1 0,1 4 0,-2-4 0,0 4 0,0-4 0,0 2 0,0-1 0,3-1 0,0 4 0,-3-4 0,2 4 0,-1-4 0,2 2 0,-1-1 0,1-1 0,0 2 0,0-1 0,-2-1 0,1 2 0,-2-1 0,0-1 0,3 4 0,-3-4 0,3 2 0,0-1 0,0-1 0,0 4 0,0-4 0,-3 2 0,2-1 0,-1 2 0,1-1 0,-1 0 0,-2-1 0,1-1 0,0 2 0,6-1 0,-5-1 0,6 4 0,-6-4 0,5 2 0,-3-1 0,0-1 0,0 2 0,0-1 0,0-1 0,0 4 0,0-4 0,-3 2 0,5-1 0,-4-1 0,4 2 0,1-1 0,-2-1 0,1 2 0,-2-1 0,0-1 0,0 2 0,0-3 0,0 2 0,0-1 0,0 2 0,3-1 0,-3-1 0,3 2 0,-3-3 0,2 2 0,-1-1 0,2 2 0,-1-1 0,-1-1 0,2 2 0,-6-1 0,2-1 0,1 4 0,1-4 0,1 2 0,-2-3 0,3 2 0,-2-1 0,1 2 0,1-1 0,-3-1 0,3 2 0,-3-1 0,0-1 0,3 4 0,-3-4 0,5-6 0,1 3 0,1-7 0,2 9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09.338"/>
    </inkml:context>
    <inkml:brush xml:id="br0">
      <inkml:brushProperty name="width" value="0.2" units="cm"/>
      <inkml:brushProperty name="height" value="1.2" units="cm"/>
      <inkml:brushProperty name="inkEffects" value="pencil"/>
    </inkml:brush>
  </inkml:definitions>
  <inkml:trace contextRef="#ctx0" brushRef="#br0">1 0 16383,'3'13'0,"0"-2"0,-3-5 0,0 0 0,0 0 0,2 0 0,-1 0 0,1 0 0,-2 0 0,0 0 0,0 0 0,0 0 0,0 0 0,0 0 0,0 0 0,0 0 0,0 0 0,0 0 0,0 0 0,0 0 0,0 0 0,3 0 0,-2 0 0,1 0 0,-2 0 0,0 0 0,0 0 0,0 0 0,3 0 0,-2 0 0,1 0 0,-2 0 0,0 0 0,0 0 0,3 3 0,-2-2 0,4 1 0,-4 4 0,1-5 0,-2 4 0,3-5 0,-2 0 0,1 0 0,-2 0 0,3 0 0,-2 0 0,4 0 0,-4 0 0,1 0 0,1 0 0,-2 0 0,1 3 0,-2-2 0,3 4 0,0-4 0,1 4 0,1-4 0,-4 1 0,1-2 0,1 0 0,-2 0 0,4 0 0,-4 0 0,1 0 0,1 0 0,-2 0 0,1 0 0,-2 0 0,3 0 0,-2 0 0,4-2 0,-4 4 0,1-4 0,1 4 0,-2-2 0,1 0 0,-2 0 0,3 0 0,-2 0 0,4 0 0,-4 0 0,1 0 0,-2 3 0,3-5 0,-2 4 0,1-5 0,1 3 0,-2 0 0,1 0 0,-2 0 0,3 0 0,-2 0 0,1 0 0,1 0 0,-2 0 0,1 0 0,1 0 0,-2 3 0,4-5 0,-4 4 0,4-5 0,-4 3 0,1 0 0,1 0 0,-2 0 0,4 0 0,-4 0 0,4 0 0,-4 0 0,4 0 0,-2 0 0,1 0 0,1 0 0,-4 0 0,4 0 0,-4 0 0,4 0 0,-4 0 0,4 0 0,-2 0 0,1 0 0,1 0 0,-2 0 0,3 0 0,-2 0 0,-2 0 0,1 0 0,0 0 0,1 0 0,4 3 0,-4-2 0,4 1 0,-4-2 0,1 0 0,-2 0 0,1 0 0,1-2 0,-4 1 0,4-2 0,-2 3 0,1 0 0,1-2 0,-4 1 0,4-2 0,-2 3 0,3 0 0,-2 0 0,1-2 0,-4 1 0,4-2 0,-2 1 0,1 1 0,1-2 0,-2 1 0,1 1 0,1-4 0,-4 4 0,4-2 0,-2 3 0,3-2 0,0 1 0,0-2 0,-2 3 0,1-2 0,-2 1 0,3-2 0,0 3 0,0 0 0,0 0 0,0 0 0,0-2 0,3 1 0,-5-2 0,4 1 0,-5 1 0,3-4 0,0 4 0,-2-2 0,1 1 0,-2 1 0,3-4 0,0 4 0,0-4 0,-2 4 0,1-4 0,-2 4 0,3-4 0,0 4 0,0-4 0,0 4 0,0-4 0,-2 4 0,1-4 0,-2 1 0,1 1 0,1-2 0,-2 4 0,3-4 0,0 4 0,0-2 0,0 1 0,0 1 0,0-4 0,0 4 0,0-4 0,0 4 0,0-2 0,0 1 0,-2 1 0,1-4 0,-2 1 0,1 1 0,1-2 0,-4 4 0,4-4 0,-2 1 0,1 1 0,1-2 0,-2 4 0,3-4 0,0 4 0,0-4 0,0 4 0,0-4 0,0 1 0,0-2 0,-2 3 0,1-2 0,-2 1 0,3-2 0,0 0 0,0 0 0,0 0 0,-2 3 0,1-2 0,-2 1 0,3-2 0,0 0 0,0 0 0,0 0 0,3 0 0,-2 0 0,1 0 0,-2 0 0,0 0 0,0 0 0,0 0 0,0 0 0,0 0 0,0 0 0,0 0 0,0 0 0,0 0 0,0 0 0,0 0 0,0 0 0,0 0 0,0 0 0,0 0 0,0 0 0,0 0 0,0 0 0,3 0 0,-2 0 0,1 0 0,-2 0 0,0 0 0,0 0 0,0 0 0,0 0 0,0 0 0,0 0 0,0 0 0,0 0 0,3 0 0,-2-3 0,1 3 0,-2-3 0,0 3 0,0 0 0,0 0 0,0 0 0,0 0 0,0-3 0,0 3 0,0-3 0,0 3 0,0 0 0,0-3 0,0 3 0,0-3 0,0 3 0,0-3 0,0 3 0,0-3 0,0 3 0,0 0 0,0 0 0,-2-3 0,1 3 0,-2-3 0,3 3 0,0 0 0,-2-3 0,-2 0 0,-2-3 0,0 2 0,0 2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33.472"/>
    </inkml:context>
    <inkml:brush xml:id="br0">
      <inkml:brushProperty name="width" value="0.2" units="cm"/>
      <inkml:brushProperty name="height" value="1.2" units="cm"/>
      <inkml:brushProperty name="inkEffects" value="pencil"/>
    </inkml:brush>
  </inkml:definitions>
  <inkml:trace contextRef="#ctx0" brushRef="#br0">0 0 16383,'10'7'0,"-2"1"0,-2-7 0,-2 4 0,1-4 0,-4 4 0,4-4 0,-4 4 0,4-4 0,-4 4 0,4-4 0,-4 4 0,4-4 0,-4 4 0,4-2 0,-4 3 0,4 0 0,-4 0 0,4-2 0,-4 1 0,1-2 0,-2 3 0,3 0 0,-2 0 0,1 0 0,-2 0 0,3-2 0,-2 1 0,1-2 0,-2 3 0,0 0 0,3 0 0,-2 0 0,1 0 0,-2 0 0,0 0 0,0 0 0,0 0 0,0 0 0,0 0 0,0 0 0,0 0 0,0 0 0,0 3 0,0-2 0,0 1 0,0-2 0,0 0 0,0 0 0,0 0 0,0 0 0,0 0 0,0 0 0,0 0 0,0 0 0,0 0 0,0 0 0,0 3 0,0-2 0,0 1 0,0-2 0,0 0 0,0 3 0,0-2 0,0 1 0,0-2 0,0 0 0,0 0 0,0 3 0,0-2 0,0 1 0,0-2 0,0 0 0,-2 6 0,1-5 0,-2 4 0,3-5 0,0 3 0,0-2 0,0 1 0,0-2 0,0 0 0,0 3 0,0-2 0,0 4 0,0-4 0,0 1 0,0-2 0,-2 3 0,1 0 0,-2 3 0,3-2 0,0-2 0,-2-2 0,1 0 0,-2 3 0,3-2 0,0 1 0,0-2 0,0 3 0,0-2 0,0 1 0,0-2 0,-2 0 0,1 6 0,-2-5 0,3 4 0,0-5 0,0 0 0,0 0 0,-2 0 0,1 0 0,-2 3 0,3-2 0,0 1 0,0-2 0,-3 0 0,3 3 0,-3-2 0,3 1 0,-3-2 0,3 0 0,-3 0 0,3 0 0,0 0 0,-3 0 0,3 0 0,-3 0 0,3 0 0,0 0 0,0 0 0,0 0 0,0 0 0,-3-2 0,3 1 0,-3-2 0,3 3 0,0 0 0,0 0 0,0 0 0,-3 0 0,3 0 0,-6 0 0,6 0 0,-6-2 0,3-2 0,-1-2 0,2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34.926"/>
    </inkml:context>
    <inkml:brush xml:id="br0">
      <inkml:brushProperty name="width" value="0.2" units="cm"/>
      <inkml:brushProperty name="height" value="1.2" units="cm"/>
      <inkml:brushProperty name="inkEffects" value="pencil"/>
    </inkml:brush>
  </inkml:definitions>
  <inkml:trace contextRef="#ctx0" brushRef="#br0">1 0 16383,'10'9'0,"-2"0"0,-6-6 0,-1 3 0,4-6 0,-4 6 0,2-3 0,-1 3 0,-1 0 0,4-3 0,-4 3 0,2-3 0,-1 3 0,-1 0 0,2 0 0,-1-3 0,-1 3 0,4-3 0,-4 3 0,2 0 0,-1-3 0,-1 3 0,4-3 0,-4 3 0,4 0 0,-4 0 0,4 0 0,-4 0 0,4 0 0,-4 0 0,4 0 0,-4 0 0,2 0 0,-1 0 0,-1 0 0,2 0 0,-1-3 0,-1 3 0,2-3 0,-1 3 0,-1 0 0,2 0 0,-1 0 0,-1 0 0,2 0 0,-3 0 0,2-3 0,-1 3 0,2-3 0,-1 0 0,-1 3 0,2-3 0,-3 3 0,2 0 0,-1 0 0,2 0 0,-1 0 0,-1 0 0,2 0 0,-3 0 0,2-3 0,-1 3 0,2-3 0,-1 3 0,-1 0 0,2 0 0,-1 0 0,-1 0 0,2 0 0,-1 0 0,-1 0 0,2 0 0,-3 0 0,0 0 0,2-3 0,-1 3 0,2-3 0,-3 3 0,2 0 0,-1 0 0,2 0 0,-3 0 0,2 0 0,-1 0 0,2 0 0,-1 0 0,-1 0 0,2 0 0,-3 0 0,2-3 0,-1 3 0,2-3 0,-1 0 0,-1 5 0,2-4 0,-3 5 0,2-6 0,-1 3 0,2-3 0,-3 3 0,2 0 0,-1 0 0,4 0 0,-4 0 0,2 0 0,-1 0 0,-1 0 0,2 0 0,-3 0 0,0 0 0,0 0 0,0 0 0,0 0 0,0 0 0,2-3 0,-1 3 0,2-3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45.738"/>
    </inkml:context>
    <inkml:brush xml:id="br0">
      <inkml:brushProperty name="width" value="0.2" units="cm"/>
      <inkml:brushProperty name="height" value="1.2" units="cm"/>
      <inkml:brushProperty name="inkEffects" value="pencil"/>
    </inkml:brush>
  </inkml:definitions>
  <inkml:trace contextRef="#ctx0" brushRef="#br0">455 0 16383,'-3'13'0,"0"-2"0,3-5 0,0 0 0,0 0 0,0 0 0,-3-2 0,2 1 0,-1-2 0,2 3 0,0 0 0,0 0 0,-3 0 0,2 0 0,-1 0 0,2 0 0,-3 0 0,2 0 0,-1 0 0,2 0 0,-3 0 0,2 0 0,-1 0 0,2 0 0,-3-2 0,2 1 0,-1-2 0,2 3 0,-3-2 0,2 4 0,-4-4 0,4 4 0,-2-2 0,1-2 0,1 1 0,-2-2 0,1 3 0,1 0 0,-2 0 0,1-2 0,1 1 0,-4-2 0,4 3 0,-4 0 0,4 0 0,-2 0 0,0-2 0,3 1 0,-3-2 0,0 1 0,3 1 0,-3-2 0,0 1 0,3 1 0,-6-2 0,6 3 0,-6 0 0,3-2 0,0 1 0,0-2 0,0 3 0,0 0 0,-1 0 0,-1 0 0,2 0 0,-1 0 0,-1 0 0,2 0 0,-1 0 0,-1-2 0,4 1 0,-4-4 0,4 4 0,-4-2 0,1 1 0,1 1 0,-2-2 0,1 3 0,1 0 0,-3 0 0,6 0 0,-6-2 0,6 1 0,-6-2 0,3 3 0,0 0 0,-3-2 0,6 1 0,-6-2 0,3 1 0,-1 1 0,-1-2 0,4 3 0,-4-2 0,2 1 0,-1-2 0,-1 1 0,4 1 0,-4-4 0,4 4 0,-4-4 0,4 4 0,-4-2 0,1 1 0,1 1 0,-2-4 0,4 4 0,-4-4 0,1 4 0,-2-2 0,0 1 0,3 1 0,-3-4 0,6 4 0,-6-2 0,3 1 0,-3 1 0,2-2 0,-1 1 0,2 1 0,-3-2 0,0 3 0,0 0 0,-1 0 0,1 0 0,0 0 0,0 0 0,0 0 0,0 0 0,3 0 0,-3-2 0,6 1 0,-6-4 0,6 4 0,-6-2 0,6 3 0,-6-2 0,6 1 0,-3-2 0,0 1 0,3 1 0,-3-2 0,0 1 0,2 1 0,-1-2 0,2 3 0,-3-2 0,2 1 0,-1-2 0,-1 1 0,2 1 0,-4-4 0,4 4 0,-1-2 0,2 3 0,0-2 0,0-2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5:15.503"/>
    </inkml:context>
    <inkml:brush xml:id="br0">
      <inkml:brushProperty name="width" value="0.2" units="cm"/>
      <inkml:brushProperty name="height" value="1.2" units="cm"/>
      <inkml:brushProperty name="inkEffects" value="pencil"/>
    </inkml:brush>
  </inkml:definitions>
  <inkml:trace contextRef="#ctx0" brushRef="#br0">388 1 16383,'-9'6'0,"3"2"0,0-4 0,6 2 0,-6-3 0,6 2 0,-3-1 0,0 2 0,3 0 0,-6-3 0,5 2 0,-1-1 0,-1 2 0,2 0 0,-1 0 0,2 0 0,-3-3 0,2 2 0,-1-1 0,2 2 0,-3 0 0,2 0 0,-1 0 0,2 0 0,-3-3 0,2 2 0,-1-1 0,2 2 0,0 0 0,-3-3 0,2 2 0,-1-1 0,2 2 0,-3 0 0,2 0 0,-2 0 0,3 0 0,-2-3 0,1 2 0,-2-1 0,1 2 0,1 0 0,-2 0 0,3 0 0,-2-3 0,1 2 0,-2-1 0,3 2 0,-2-3 0,1 2 0,-2-1 0,1-1 0,1 2 0,-5-1 0,6 2 0,-6-3 0,6 2 0,-3-1 0,0-1 0,3 2 0,-6-1 0,3 2 0,0 0 0,-3-3 0,6 2 0,-6-4 0,5 4 0,-4-1 0,2 2 0,-1 0 0,-1-3 0,4 2 0,-7-1 0,7 2 0,-7 0 0,4 0 0,1 0 0,-2-3 0,1 2 0,1-1 0,-2-1 0,4 2 0,-5-4 0,3 4 0,-3-1 0,3 2 0,-3-3 0,6 2 0,-6-4 0,3 4 0,-3-4 0,2 4 0,-1-4 0,4 4 0,-4-4 0,4 4 0,-4-4 0,2 2 0,-1-1 0,-1-1 0,2 2 0,-1-1 0,-1-1 0,1 2 0,-2-3 0,0 2 0,0-1 0,0 2 0,0-3 0,0 0 0,0 0 0,0 0 0,0 0 0,3 2 0,-3-1 0,3 2 0,-3-3 0,2 2 0,-1-1 0,2 2 0,-1-1 0,2 2 0,2 2 0,0 0 0,0 0 0,2-3 0,-1 2 0,4-4 0,-4 4 0,2-1 0,-1-1 0,-1 2 0,2-1 0,-1-1 0,-1 2 0,2-1 0,-1-1 0,-1 2 0,4-1 0,-4 2 0,4-3 0,-4 2 0,2-1 0,-1-1 0,-1 2 0,4-1 0,-4 2 0,4 0 0,-1 0 0,2 0 0,-3 0 0,2 0 0,-4 0 0,4 0 0,-4 0 0,4-3 0,-4 2 0,4-1 0,-4 2 0,4-3 0,-4 2 0,4-1 0,-4 2 0,4-3 0,-4 2 0,4-1 0,-1 2 0,-1 0 0,2 0 0,-4 0 0,4-3 0,-4 2 0,2-1 0,-1-1 0,-1 2 0,4-1 0,-4 2 0,4 0 0,-1 0 0,-1 0 0,2 0 0,-4 0 0,4-3 0,-4 2 0,2-1 0,-1-1 0,-1 2 0,4-1 0,-4 2 0,2 0 0,-1-3 0,-1 2 0,4-4 0,-4 4 0,2-1 0,-1 2 0,-1 0 0,4-3 0,-4 2 0,2-1 0,-3 2 0,2-3 0,-1 2 0,4-1 0,-4 2 0,2 0 0,-1-3 0,-1 2 0,4-4 0,-4 4 0,4-4 0,-4 4 0,2-1 0,-1-1 0,-1 2 0,2-1 0,-1-1 0,-1 2 0,4-1 0,-4 2 0,4-3 0,-4 2 0,4-4 0,-4 4 0,4-1 0,-4 2 0,4-3 0,-4 2 0,4-1 0,-4 2 0,4-3 0,-4 2 0,2-1 0,-1-1 0,-1 2 0,2-1 0,-3 2 0,0 0 0,0 0 0,0 0 0,0 0 0,0 0 0,0 0 0,0 0 0,0 0 0,0 0 0,2 0 0,-1 0 0,4 0 0,-4 0 0,4-3 0,-4 2 0,2-1 0,-1 2 0,-1 0 0,2 0 0,-1-3 0,-1 2 0,1-1 0,-2 2 0,3 0 0,-2 0 0,1 0 0,-2 0 0,0 0 0,3-3 0,-2 2 0,1-1 0,-2 2 0,0 0 0,0 0 0,0 0 0,0 0 0,0 0 0,0 0 0,3-3 0,-2 2 0,1-1 0,1-1 0,-2 2 0,4-4 0,-4 4 0,4-4 0,1 2 0,1-1 0,1-1 0,-2 2 0,0-3 0,-2 2 0,4-1 0,-4 2 0,4-3 0,-2 0 0,0 0 0,0 0 0,0 0 0,0 0 0,0 0 0,0 0 0,0 0 0,0 0 0,0 0 0,0 0 0,0 0 0,0 0 0,0 0 0,0 0 0,0 0 0,0 0 0,0 0 0,0 0 0,0 0 0,0 0 0,0 0 0,0 0 0,0 0 0,0 0 0,0 0 0,0 0 0,0 0 0,0 0 0,0 0 0,0 0 0,0 0 0,0 0 0,0 0 0,0 0 0,0 0 0,0 0 0,-2 2 0,1-1 0,-2 2 0,3-3 0,0 0 0,0 0 0,0 0 0,0 0 0,0-3 0,0 2 0,0-2 0,0 3 0,0 0 0,0 0 0,0 0 0,0 0 0,0 0 0,0 0 0,0 0 0,0 0 0,0 0 0,0 0 0,0 0 0,0 0 0,0 0 0,0 0 0,0 0 0,0 0 0,0 0 0,0 0 0,0 0 0,0 0 0,0 0 0,0 0 0,0 0 0,0 0 0,0 0 0,-2-2 0,1 1 0,-4-4 0,1 1 0,-2-2 0,0 0 0,0 0 0,0 0 0,0 0 0,0 0 0,0 0 0,0 0 0,0 0 0,3 3 0,-2-3 0,1 3 0,-2-3 0,3 2 0,-2-1 0,1 2 0,1-1 0,-2-1 0,4 1 0,-4-2 0,4 3 0,-4-2 0,4 1 0,-4-2 0,1 0 0,1 3 0,-2-3 0,1 3 0,1 0 0,-2-3 0,4 3 0,-4-3 0,4 3 0,-4-3 0,4 3 0,-4-3 0,4 2 0,-4-1 0,4 2 0,-2-3 0,1 0 0,1 2 0,-4-1 0,4 4 0,-4-4 0,4 4 0,-4-4 0,4 4 0,-4-4 0,4 4 0,-4-4 0,4 4 0,-4-5 0,4 6 0,-4-6 0,4 6 0,-2-6 0,3 3 0,0 0 0,-2-3 0,1 6 0,-2-3 0,1 0 0,1 3 0,-2-3 0,1 0 0,1 2 0,-2-1 0,1-1 0,1 2 0,-2-1 0,3-1 0,0 2 0,-2-4 0,1 4 0,-2-1 0,3-1 0,0 2 0,0-1 0,0-1 0,0 2 0,0-4 0,0 4 0,0-2 0,0 1 0,0 1 0,0-4 0,0 4 0,0-4 0,0 4 0,0-4 0,0 4 0,0-4 0,0 4 0,-2-5 0,1 6 0,-2-6 0,3 6 0,-2-6 0,1 6 0,-4-6 0,4 6 0,-4-6 0,4 6 0,-4-6 0,4 5 0,-4-4 0,4 4 0,-4-4 0,4 4 0,-4-4 0,4 4 0,-2-4 0,3 2 0,-2-3 0,1 2 0,-2-1 0,1 1 0,1 1 0,-2-2 0,1 1 0,1 1 0,-2-2 0,3 4 0,-2-5 0,1 6 0,-4-6 0,4 6 0,-4-6 0,4 6 0,-4-6 0,4 6 0,-4-6 0,4 6 0,-4-6 0,4 6 0,-2-3 0,1 0 0,1 2 0,-4-4 0,4 4 0,-2-4 0,3 4 0,-2-4 0,1 4 0,-2-4 0,3 4 0,-2-4 0,1 4 0,-2-2 0,3 3 0,-2-2 0,1 1 0,-2-2 0,3 1 0,0 1 0,0-2 0,0 1 0,0 1 0,-2-4 0,1 4 0,-2-2 0,1 1 0,1 1 0,-2-2 0,1 1 0,1 1 0,-4-5 0,4 6 0,-2-6 0,3 6 0,-2-6 0,1 6 0,-4-6 0,4 6 0,-4-6 0,1 3 0,1-1 0,-2-1 0,1 2 0,-2-3 0,0 0 0,0 0 0,0 0 0,-2 2 0,1-1 0,-2 1 0,1-2 0,-2 3 0,1-2 0,-3 4 0,6-4 0,-6 4 0,0-7 0,0 4 0,-3-2 0,6 0 0,-3 6 0,3-3 0,-1 0 0,-1 3 0,2-3 0,-1 0 0,-1 3 0,2-3 0,-1 0 0,-1 2 0,1-1 0,1-1 0,-2 2 0,1-1 0,-2 2 0,3-3 0,-2 2 0,1-1 0,-2 2 0,3-3 0,-3 2 0,3-1 0,-3 2 0,3-3 0,-3 2 0,3-1 0,-3 2 0,0 0 0,0 0 0,0 0 0,2-3 0,-1 2 0,1-2 0,-2 3 0,3-2 0,-2 1 0,1-2 0,-2 3 0,3-2 0,-2 1 0,1-2 0,1 1 0,-3 1 0,6-4 0,-6 4 0,3-2 0,0 1 0,-3 1 0,3-4 0,-3 4 0,2-5 0,-1 6 0,4-6 0,-4 6 0,2-3 0,-1 0 0,2 0 0,-1 0 0,0 0 0,-1 0 0,-1 3 0,4-6 0,-4 5 0,4-4 0,-4 4 0,4-4 0,-4 4 0,4-4 0,-4 4 0,4-4 0,-5 4 0,3-4 0,0 2 0,-3-1 0,6-1 0,-3 1 0,0-2 0,3 0 0,-3 0 0,3 0 0,-3 3 0,3-3 0,-3 3 0,3-3 0,-3 3 0,3-3 0,-3 3 0,3-3 0,0 0 0,0 0 0,-3 2 0,2-1 0,-1 2 0,2-3 0,0-1 0,0 1 0,0 0 0,0 0 0,0 0 0,0 0 0,-3 0 0,2 0 0,-1 0 0,-1 3 0,2-3 0,-1 3 0,-1 0 0,2-3 0,-1 3 0,2-3 0,0 0 0,-3 0 0,2 0 0,-1 0 0,-1 2 0,2-1 0,-2 1 0,3-2 0,-2 0 0,1 0 0,-4 0 0,4 0 0,-2 0 0,3 0 0,0 0 0,-2 3 0,1-3 0,-2 3 0,3-3 0,-2 2 0,1-1 0,-2 2 0,1-1 0,1-1 0,-2 2 0,1-1 0,1-1 0,-5 1 0,6-2 0,-6 0 0,6 0 0,-6 3 0,6-2 0,-6 4 0,6-5 0,-6 6 0,6-6 0,-6 6 0,3-3 0,-1 0 0,-1 3 0,2-3 0,-1 0 0,-1 3 0,2-3 0,-1 0 0,-1 3 0,1-3 0,-2 6 0,0 0 0,3 0 0,0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56.076"/>
    </inkml:context>
    <inkml:brush xml:id="br0">
      <inkml:brushProperty name="width" value="0.2" units="cm"/>
      <inkml:brushProperty name="height" value="1.2" units="cm"/>
      <inkml:brushProperty name="inkEffects" value="pencil"/>
    </inkml:brush>
  </inkml:definitions>
  <inkml:trace contextRef="#ctx0" brushRef="#br0">0 563 16383,'0'-12'0,"0"0"0,0 6 0,0 0 0,0 0 0,0 0 0,0 0 0,0 0 0,3 3 0,0 0 0,0 0 0,3 2 0,-3-1 0,3-1 0,0 2 0,0-1 0,0 2 0,-3-3 0,3 2 0,-3-1 0,3 2 0,0-3 0,0 2 0,-3-4 0,5 4 0,-4-1 0,2-1 0,0 2 0,-3-2 0,3 3 0,-3-2 0,3 1 0,-3-2 0,0 1 0,3 1 0,-3-2 0,3 3 0,-3-2 0,3 1 0,0-4 0,0 4 0,3-4 0,-3 4 0,0-2 0,0 1 0,0 1 0,0-5 0,0 6 0,3-6 0,-3 6 0,3-6 0,-3 6 0,0-6 0,3 3 0,-3 0 0,6-3 0,-6 5 0,3-4 0,-3 4 0,3-4 0,0 2 0,0-1 0,0-1 0,-3 4 0,3-4 0,-3 4 0,3-4 0,-3 1 0,5 1 0,-3-2 0,3 4 0,-2-4 0,-3 4 0,3-4 0,0 4 0,-3-4 0,3 4 0,-3-5 0,0 3 0,3-3 0,-3 3 0,3-3 0,-3 6 0,3-6 0,-3 6 0,3-6 0,0 3 0,-3-3 0,3 2 0,-3-1 0,0 4 0,0-4 0,0 4 0,0-4 0,0 4 0,0-1 0,0-1 0,-3-1 0,5 1 0,-4-2 0,5 1 0,-3 1 0,-3-2 0,5 4 0,-6-4 0,6 4 0,-5-4 0,3 1 0,0-2 0,0 3 0,0-3 0,0 3 0,0 0 0,0-3 0,0 3 0,0-3 0,0 0 0,0 0 0,0 2 0,-3-1 0,3 2 0,-3-1 0,0-1 0,3 4 0,-3-4 0,3 1 0,0-2 0,0 3 0,-3-2 0,3 1 0,-3 1 0,0-3 0,3 6 0,-6-6 0,6 6 0,-6-6 0,6 6 0,-6-6 0,6 6 0,-6-6 0,6 3 0,-3 0 0,0-3 0,3 5 0,-6-4 0,6 4 0,-6-4 0,6 2 0,-3-3 0,0 0 0,3 2 0,-6-1 0,3 1 0,0 1 0,-3-2 0,3 1 0,-3-2 0,3 3 0,-3-2 0,3 1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57.101"/>
    </inkml:context>
    <inkml:brush xml:id="br0">
      <inkml:brushProperty name="width" value="0.2" units="cm"/>
      <inkml:brushProperty name="height" value="1.2" units="cm"/>
      <inkml:brushProperty name="inkEffects" value="pencil"/>
    </inkml:brush>
  </inkml:definitions>
  <inkml:trace contextRef="#ctx0" brushRef="#br0">697 521 16383,'-13'-3'0,"1"0"0,6 3 0,0-3 0,0 3 0,0-3 0,0 3 0,0 0 0,0-3 0,0 3 0,0-3 0,0 3 0,0 0 0,-3-3 0,2 2 0,-1-1 0,1 2 0,1 0 0,3-3 0,-5 2 0,4-1 0,-5 2 0,3-3 0,0 2 0,0-1 0,0 2 0,0 0 0,-6-3 0,5 2 0,-4-1 0,5-1 0,0 2 0,-1-1 0,1 2 0,0 0 0,0-3 0,0 2 0,0-2 0,-3 1 0,3 1 0,-6-4 0,6 4 0,-3-2 0,3 1 0,0 1 0,0-2 0,0 1 0,0 1 0,0-2 0,2 1 0,-1 1 0,1-2 0,-2 3 0,0-2 0,0 1 0,0-5 0,0 6 0,0-3 0,3 0 0,-3 3 0,3-3 0,0 0 0,-3 3 0,3-6 0,-3 6 0,0-6 0,0 3 0,0-1 0,2-1 0,-1 4 0,4-4 0,-4 4 0,1-4 0,-2 2 0,0-3 0,0 0 0,0-1 0,0 4 0,3-2 0,-3 1 0,3 1 0,-3 0 0,3 1 0,0-2 0,0-2 0,0 3 0,-1-3 0,-1 3 0,4-3 0,-4 0 0,2 3 0,-1-3 0,-1 3 0,4-3 0,-4 2 0,4-1 0,-1 2 0,-1-3 0,2 0 0,-4-1 0,4 1 0,-4 3 0,4-2 0,-4 1 0,1-4 0,-2 1 0,3-2 0,-3 3 0,6 0 0,-3 0 0,0 0 0,3 0 0,-6 0 0,6 0 0,-6 0 0,6 0 0,-6 0 0,3-1 0,0 1 0,0 0 0,0 0 0,0 0 0,-1 0 0,-1 0 0,4 0 0,-1 0 0,-1 3 0,2-3 0,-1 3 0,-1 0 0,2-3 0,-4 3 0,4-3 0,-4 2 0,4-1 0,-2 2 0,1-1 0,1-1 0,-4 2 0,4-4 0,-4 4 0,4-2 0,-2 1 0,1 1 0,1-2 0,-4 4 0,4-4 0,-2 1 0,3-2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5:11.485"/>
    </inkml:context>
    <inkml:brush xml:id="br0">
      <inkml:brushProperty name="width" value="0.2" units="cm"/>
      <inkml:brushProperty name="height" value="1.2" units="cm"/>
      <inkml:brushProperty name="inkEffects" value="pencil"/>
    </inkml:brush>
  </inkml:definitions>
  <inkml:trace contextRef="#ctx0" brushRef="#br0">1655 297 16383,'-22'0'0,"2"0"0,14 0 0,0 0 0,0 0 0,0 0 0,0 0 0,0 0 0,0 3 0,0-2 0,0 1 0,0-2 0,-3 0 0,2 0 0,1 3 0,1-2 0,1 1 0,-7-2 0,3 0 0,-3 3 0,5-2 0,0 1 0,0-2 0,0 0 0,-3 0 0,2 3 0,-1-2 0,-1 1 0,2-2 0,-2 3 0,1-2 0,1 1 0,-7 1 0,4-2 0,-2 1 0,0-2 0,3 3 0,0-2 0,0 1 0,0 1 0,0-2 0,-3 1 0,2-2 0,-1 3 0,2-2 0,-1 1 0,-1 1 0,1-2 0,-4 1 0,1 1 0,-2-2 0,3 1 0,3 1 0,-3-2 0,3 4 0,-3-4 0,0 4 0,0-4 0,0 1 0,2 1 0,-1-2 0,-5 5 0,5-5 0,-7 3 0,4-1 0,0 0 0,-3 1 0,7 1 0,-7-4 0,8 4 0,-9-4 0,9 4 0,-3-4 0,3 4 0,-3-4 0,3 4 0,-3-4 0,2 1 0,-1 1 0,-1 0 0,2 3 0,-4-2 0,4 1 0,1-4 0,0 4 0,3-4 0,-3 4 0,0-4 0,0 4 0,-3-4 0,6 1 0,-3 1 0,3-2 0,-3 4 0,2-4 0,-4 4 0,1-2 0,1 1 0,0 1 0,3-4 0,-2 1 0,1 1 0,-2-2 0,3 4 0,0-4 0,0 1 0,0 1 0,0 0 0,-3 1 0,2-2 0,-1 1 0,2-2 0,0 4 0,0-4 0,-1 4 0,1-4 0,0 4 0,0-4 0,0 4 0,0-4 0,0 1 0,0 1 0,0-2 0,0 1 0,0 1 0,0-2 0,0 4 0,-3-2 0,2 3 0,-1-2 0,2-2 0,-1 1 0,1-2 0,0 4 0,-2-2 0,1 1 0,-2 1 0,3-4 0,0 1 0,0 1 0,-3 0 0,3 1 0,-3 1 0,3-4 0,0 4 0,0-4 0,0 1 0,0-2 0,-1 3 0,1-2 0,0 4 0,0-4 0,0 1 0,0 1 0,0-2 0,0 1 0,3 1 0,-5-2 0,4 4 0,-5-4 0,3 1 0,0-2 0,0 3 0,0-2 0,0 1 0,0 1 0,-1-2 0,1 1 0,0 1 0,0-2 0,0 1 0,3 1 0,-2-2 0,1 1 0,-2-2 0,0 3 0,0-2 0,0 4 0,0-4 0,0 1 0,2 1 0,-1-2 0,2 1 0,-1 1 0,-1-2 0,4 4 0,-4-4 0,2 1 0,-4 1 0,1-2 0,0 4 0,0-2 0,0 1 0,3 1 0,-3-4 0,3 1 0,-3 1 0,0 0 0,0 1 0,3 1 0,-3-4 0,6 4 0,-6-4 0,3 1 0,-1 1 0,-1-2 0,2 4 0,-3-4 0,2 4 0,-1-4 0,1 1 0,1 1 0,-2-2 0,4 4 0,-4-4 0,4 4 0,-2-2 0,3 3 0,3-2 0,0 1 0,3-4 0,-2 4 0,1-4 0,-2 4 0,3-4 0,-2 4 0,1-4 0,-2 1 0,1 1 0,1-2 0,-2 4 0,3-4 0,0 1 0,-2 1 0,1-2 0,-2 4 0,3-4 0,0 1 0,-2 1 0,1-2 0,-2 4 0,3-4 0,0 1 0,0 1 0,0-2 0,0 1 0,0 1 0,0-2 0,0 1 0,0 1 0,0-2 0,0 1 0,0-2 0,-2 3 0,1-2 0,-2 1 0,3-2 0,0 0 0,-2 3 0,1-2 0,-2 1 0,3-2 0,0 3 0,0-2 0,0 1 0,0 1 0,0-2 0,0 1 0,0-2 0,0 3 0,0-2 0,3 1 0,-5 1 0,4-2 0,-5 1 0,3-2 0,0 0 0,0 3 0,0-2 0,0 1 0,0-2 0,0 0 0,0 3 0,0-2 0,3 4 0,-2-4 0,4 1 0,-4-2 0,1 3 0,-2-2 0,0 1 0,0-2 0,3 3 0,-2-2 0,1 1 0,-2-2 0,3 3 0,-2-2 0,1 1 0,1 1 0,-2-2 0,1 1 0,1-2 0,-2 3 0,1-2 0,1 1 0,-2 1 0,1-2 0,-2 1 0,3-2 0,-2 3 0,1-2 0,-2 1 0,3 1 0,-2-2 0,1 1 0,4-2 0,-5 3 0,4-2 0,-5 1 0,3 1 0,-2-2 0,1 1 0,-2-2 0,0 0 0,0 3 0,0-2 0,0 1 0,0-2 0,0 3 0,3-2 0,-2 1 0,4 1 0,-4-2 0,1 1 0,-2-2 0,0 0 0,0 3 0,0-2 0,0 1 0,0-2 0,0 0 0,0 0 0,3 3 0,-2-2 0,1 1 0,-2-2 0,0 3 0,0-2 0,0 1 0,0-2 0,0 0 0,0 0 0,0 0 0,0 0 0,0 0 0,0 0 0,0 3 0,0-2 0,0 1 0,3-2 0,0 0 0,-2 3 0,1-2 0,-5 1 0,3-2 0,0 0 0,0 0 0,0 0 0,0 0 0,0 3 0,3-2 0,-2 1 0,1-2 0,-2 3 0,0-2 0,0 1 0,0-2 0,0 0 0,0 0 0,0 0 0,0 3 0,0-2 0,0 1 0,0-2 0,0 0 0,-2 3 0,1-2 0,-2 1 0,3-2 0,0 0 0,0 0 0,0 3 0,3-2 0,-2 1 0,1-2 0,-2 0 0,3 3 0,-2-2 0,1 1 0,1-2 0,-2 0 0,1 0 0,-2 0 0,0 3 0,0-2 0,0 1 0,0-2 0,3 0 0,-2 0 0,1 0 0,-2 0 0,0 0 0,5 3 0,-3-2 0,3 1 0,-5-2 0,3 0 0,-3 0 0,3 0 0,0 0 0,-3 0 0,3 3 0,-3-2 0,3 1 0,-3-2 0,3 0 0,0 0 0,-3 0 0,6 0 0,-3 3 0,0-2 0,0 1 0,-3-2 0,3 0 0,-3 0 0,3 0 0,0 0 0,-3 0 0,6 0 0,-6 0 0,6 0 0,-6 0 0,3 0 0,2 0 0,-3 0 0,6 0 0,-8 0 0,6 0 0,-6 0 0,6 3 0,-6-2 0,6 1 0,-6-2 0,3 0 0,0 0 0,-3 0 0,6 0 0,-6 0 0,6 0 0,-3 0 0,3 0 0,-3 0 0,3 0 0,-6 0 0,6 0 0,-6 0 0,3 0 0,0 0 0,-3 0 0,6 0 0,-6 0 0,3 0 0,0 0 0,-3 0 0,6 0 0,-3 0 0,3 0 0,-3 0 0,3 0 0,-6 0 0,3 0 0,-3 0 0,3 0 0,-3 0 0,3 0 0,0 0 0,-3 0 0,3 0 0,0 0 0,-3 0 0,6 0 0,-3 0 0,3 0 0,-3 0 0,0 0 0,-3 0 0,3 0 0,-3 0 0,3 0 0,-3 0 0,0 0 0,3 0 0,-3 0 0,3 0 0,-3 0 0,3 0 0,3 0 0,-2 0 0,1 0 0,-5 0 0,3 0 0,-3 0 0,3 0 0,-3 0 0,3 0 0,-3 0 0,3 0 0,0 0 0,-3 0 0,6 3 0,-6-2 0,3 1 0,0-2 0,-3 0 0,6 0 0,-6 0 0,3 0 0,-3 0 0,3 0 0,-3 0 0,3 0 0,0 0 0,-3 0 0,3 3 0,-3-2 0,3 1 0,-3-2 0,8 0 0,-6 0 0,3 0 0,-5 0 0,3 0 0,-3 0 0,3 0 0,0 0 0,-3 0 0,3 0 0,-3 0 0,0 0 0,3 0 0,-3 0 0,3 0 0,0 0 0,3 0 0,-2 0 0,4 0 0,-8 3 0,3-2 0,-3 1 0,0-2 0,0 0 0,3 0 0,-3 0 0,3 0 0,-3 0 0,0 0 0,0 0 0,0 0 0,8 0 0,-6 0 0,6 0 0,-8 0 0,0 0 0,0 0 0,0 0 0,0 0 0,0 0 0,0 0 0,0 0 0,0 0 0,0 0 0,0 0 0,8 0 0,-6 0 0,9 0 0,-11 0 0,6 0 0,-6 0 0,3 0 0,-3 0 0,0 0 0,0 0 0,0 0 0,0 0 0,5 3 0,-3-2 0,3 1 0,-2-2 0,-3 0 0,3 0 0,-3 0 0,0 0 0,0 0 0,0 0 0,0 3 0,0-2 0,3 1 0,-3-2 0,3 0 0,-3 0 0,0 0 0,0 0 0,0 0 0,0 0 0,0 0 0,0 0 0,0 3 0,0-2 0,0 1 0,0-2 0,0 0 0,3 0 0,-3 0 0,3 0 0,-3 0 0,3 0 0,-3 0 0,3 0 0,0 0 0,-3 0 0,3 0 0,-3 0 0,3 0 0,0 0 0,0 0 0,0 0 0,-3 0 0,0 0 0,0 0 0,0 0 0,0 0 0,0 0 0,0 0 0,0 0 0,0 0 0,0 0 0,0 0 0,0 0 0,0 0 0,3 0 0,0 0 0,0 0 0,0 0 0,-3 0 0,0 0 0,0 0 0,3 0 0,-3 0 0,6 0 0,-6 0 0,6 0 0,-3 0 0,0 0 0,0 0 0,-3 0 0,0 0 0,0 0 0,0 0 0,0 0 0,0 0 0,0 0 0,0 0 0,0 0 0,0 0 0,0 0 0,0 0 0,0 0 0,3 0 0,-3 0 0,6 0 0,-6-2 0,3 1 0,-3-2 0,0 3 0,0 0 0,0 0 0,0 0 0,0 0 0,0 0 0,0 0 0,0 0 0,0 0 0,0-3 0,3 3 0,0-3 0,0 3 0,0 0 0,-3 0 0,0 0 0,0 0 0,0-3 0,0 3 0,0-3 0,0 3 0,0 0 0,0 0 0,0 0 0,0 0 0,3-3 0,-3 3 0,3-3 0,-3 3 0,0 0 0,3 0 0,-3 0 0,3-3 0,-3 3 0,0-3 0,0 3 0,0 0 0,0 0 0,0 0 0,3 0 0,-3 0 0,3-3 0,-3 3 0,0-3 0,0 3 0,0 0 0,0 0 0,0 0 0,0 0 0,0 0 0,0 0 0,-3-3 0,3 3 0,0-3 0,0 3 0,3 0 0,-3 0 0,0 0 0,0-3 0,0 2 0,0-1 0,0 2 0,0 0 0,0-3 0,0 2 0,0-1 0,0 2 0,0 0 0,0 0 0,0-3 0,0 2 0,0-1 0,0 2 0,0 0 0,0 0 0,0 0 0,0 0 0,3 0 0,-3 0 0,3 0 0,-3 0 0,0 0 0,0 0 0,0 0 0,0 0 0,0 0 0,0 0 0,0 0 0,0 0 0,0 0 0,3 0 0,-3 0 0,3 0 0,-3 0 0,0 0 0,0 0 0,3 0 0,-3 0 0,5 0 0,-4 0 0,2 0 0,-1 0 0,-1 0 0,2 0 0,-3 0 0,0 0 0,0 0 0,0 0 0,0 0 0,2 0 0,-1-3 0,2 2 0,-3-1 0,0 2 0,2 0 0,-1 0 0,2 0 0,-3 0 0,0 0 0,0 0 0,0 0 0,0 0 0,0 0 0,0-3 0,0 2 0,0-1 0,0 2 0,0 0 0,2 0 0,-1 0 0,4 0 0,-7-3 0,4 2 0,-4-2 0,2 3 0,0 0 0,0 0 0,0 0 0,0-2 0,0 1 0,0-2 0,0 3 0,2 0 0,-1-2 0,2 1 0,-3-2 0,0 3 0,0 0 0,2 0 0,-1 0 0,2 0 0,-3-2 0,2 1 0,-1-2 0,2 3 0,-1 0 0,-1 0 0,2 0 0,-3-2 0,0 1 0,0-2 0,2 3 0,2 0 0,-4-2 0,2 1 0,-4-2 0,2 3 0,0 0 0,0 0 0,0 0 0,0 0 0,0 0 0,0 0 0,0-3 0,0 3 0,0-3 0,0 3 0,0 0 0,0-3 0,0 3 0,0-3 0,2 3 0,-1-3 0,2 3 0,-3-3 0,0 3 0,0 0 0,0 0 0,0 0 0,0-3 0,0 3 0,0-3 0,2 3 0,-1-3 0,2 3 0,-3-3 0,0 3 0,0-3 0,0 3 0,0-3 0,2 3 0,-1 0 0,2 0 0,-3 0 0,0-3 0,2 2 0,-1-4 0,2 4 0,-3-1 0,0 2 0,0 0 0,0 0 0,0 0 0,0 0 0,0-3 0,0 2 0,0-1 0,0-1 0,0 2 0,0-1 0,0 2 0,0 0 0,-3-3 0,2 2 0,-1-1 0,2 2 0,0 0 0,0 0 0,0-3 0,0 2 0,0-1 0,0 2 0,0 0 0,0-3 0,0 2 0,0-2 0,-3 1 0,2 1 0,-1-2 0,2 3 0,0-2 0,0 1 0,0-2 0,0 3 0,0-2 0,0 1 0,0-4 0,0 4 0,0-2 0,0 1 0,0 1 0,-3-5 0,2 6 0,-1-3 0,-1 0 0,2 3 0,-1-6 0,2 6 0,-3-6 0,2 6 0,-1-3 0,-1 0 0,2 3 0,-4-6 0,4 6 0,-4-6 0,4 5 0,-4-4 0,4 4 0,-1-4 0,2 2 0,0-1 0,-3-1 0,2 4 0,-1-4 0,2 4 0,-3-4 0,2 4 0,-1-2 0,-1 1 0,2 1 0,-4-4 0,4 4 0,-1-2 0,-1 1 0,2 1 0,-4-4 0,4 4 0,-1-2 0,-1 1 0,2 1 0,-4-5 0,4 3 0,-4-3 0,2 0 0,-1 3 0,-1-3 0,2 3 0,-1-1 0,-1-1 0,2 2 0,-3-3 0,0 0 0,2 0 0,-1 0 0,2-1 0,-3 1 0,0 0 0,0 0 0,0 0 0,0 0 0,0 0 0,0 0 0,-3 3 0,2-3 0,-1 3 0,2-3 0,0 0 0,0 0 0,0 0 0,0 0 0,0 0 0,0 0 0,2-1 0,-1 1 0,2 0 0,-3 0 0,0 0 0,0 0 0,2 3 0,-1-3 0,2 3 0,-3-3 0,0 0 0,0 0 0,0 0 0,0 0 0,0 0 0,0 0 0,0 0 0,0 0 0,0 0 0,0-1 0,0 1 0,2 0 0,-1 0 0,2 0 0,-3 0 0,0 0 0,0 0 0,0 0 0,0 0 0,0 0 0,-3 3 0,2-3 0,-1 3 0,-1-1 0,0 2 0,-1-1 0,-1 2 0,4-4 0,-4 4 0,1-1 0,-2-1 0,0 2 0,0-4 0,0 4 0,0-2 0,0 1 0,0 1 0,0-2 0,0 3 0,0-2 0,0 1 0,0-2 0,0 1 0,0 1 0,-1-2 0,1 3 0,-2 0 0,1-2 0,-2 1 0,3-2 0,-3 3 0,3 0 0,-3-2 0,3 1 0,-3-2 0,2 3 0,-1 0 0,-1 0 0,2-2 0,-4 1 0,4-2 0,-7 0 0,7 3 0,-7-3 0,7 3 0,-4 0 0,4 0 0,-5 0 0,3-3 0,0 3 0,-3-3 0,3 0 0,-3 3 0,2-3 0,-1 3 0,4 0 0,-4 0 0,-4-3 0,2 3 0,-2-3 0,4 3 0,1 0 0,-2 0 0,3-3 0,-3 3 0,3-3 0,-3 3 0,0 0 0,0 0 0,0-3 0,2 2 0,-1-1 0,2 2 0,-3 0 0,-1 0 0,1 0 0,3-3 0,-9 2 0,7-1 0,-5 2 0,-1 0 0,8-3 0,-9 2 0,9-1 0,-3 2 0,0 0 0,0 0 0,2-3 0,-1 2 0,-4-1 0,2 2 0,-4 0 0,7 0 0,-1 0 0,1-3 0,-2 2 0,3-1 0,-2 2 0,1 0 0,-2 0 0,3 0 0,-3 0 0,3 0 0,0-3 0,-3 2 0,0-1 0,-1 2 0,-1 0 0,4 0 0,-1 0 0,1 0 0,1 0 0,-2-3 0,4 2 0,-4-2 0,4 3 0,-5 0 0,3 0 0,0 0 0,0 0 0,0-2 0,0 1 0,-1-2 0,-7 3 0,8 0 0,-6 0 0,6 0 0,0 0 0,0 0 0,-3 0 0,3 0 0,-3 0 0,2 0 0,-1-2 0,2 1 0,-1-2 0,1 3 0,-5 0 0,6 0 0,-8-2 0,6 1 0,-2-2 0,3 3 0,-3 0 0,6 0 0,-6 0 0,3 0 0,-1 0 0,-1 0 0,2-2 0,-3 1 0,2-2 0,-1 3 0,-1 0 0,-1 0 0,-2 0 0,6-2 0,-3 1 0,3-2 0,-3 3 0,3 0 0,-3 0 0,3 0 0,-1 0 0,-1 0 0,2 0 0,-3 0 0,0 0 0,2 0 0,-7-3 0,9 3 0,-8-3 0,6 3 0,-2 0 0,3 0 0,-3 0 0,3 0 0,-3 0 0,3 0 0,-3-3 0,3 3 0,-1-3 0,-1 3 0,4 0 0,-9 0 0,7 0 0,-7 0 0,9-3 0,-4 3 0,1-3 0,1 3 0,-3 0 0,6 0 0,-6 0 0,3 0 0,0 0 0,-3 0 0,5 0 0,-4-3 0,4 3 0,-7-3 0,7 0 0,-7 3 0,7-3 0,-4 3 0,4 0 0,-2 0 0,3 0 0,-3 0 0,3 0 0,-6-3 0,6 3 0,-6-3 0,5 3 0,-1 0 0,2-3 0,-3 2 0,2-1 0,-1 2 0,1 0 0,-1 0 0,1 0 0,-2 0 0,1-3 0,1 2 0,-2-1 0,0 2 0,3 0 0,-3 0 0,0 0 0,3 0 0,-3-3 0,-3 2 0,2-1 0,-2 2 0,4 0 0,1-3 0,-1 2 0,1-1 0,-4 2 0,1 0 0,1 0 0,-3 0 0,6-3 0,-6 2 0,6-1 0,-3 2 0,0 0 0,-3 0 0,-1 0 0,1-3 0,1 2 0,4-2 0,-4 3 0,4 0 0,-4 0 0,4 0 0,-2 0 0,0 0 0,0 0 0,0 0 0,-3 0 0,6 0 0,-3 0 0,0 0 0,0 0 0,-1 0 0,2 0 0,-1 0 0,2 0 0,-2 0 0,1 0 0,1 0 0,-4 0 0,4 0 0,-2 0 0,3 0 0,-3 0 0,3 0 0,-6 0 0,3 0 0,-1 0 0,-1 0 0,4 0 0,-1 0 0,-1 0 0,2 0 0,-2 0 0,3 0 0,0 0 0,-2 0 0,1 0 0,-2 0 0,3 0 0,0 0 0,0 0 0,-13 0 0,9 0 0,-9 0 0,13 0 0,-1 0 0,1 3 0,0-2 0,0 1 0,0-2 0,0 0 0,0 0 0,0 0 0,0 0 0,-13 0 0,9 0 0,-9 0 0,13 0 0,-1 0 0,1 3 0,0-2 0,0 1 0,-13-2 0,9 3 0,-9-2 0,13 1 0,0-2 0,0 0 0,0 0 0,-8 0 0,5 0 0,-5 3 0,8-2 0,0 1 0,0-2 0,0 0 0,0 0 0,0 0 0,0 0 0,0 0 0,0 0 0,0 0 0,0 0 0,0 0 0,0 0 0,-3 0 0,2 0 0,-2 0 0,3 0 0,0 0 0,0 0 0,0 0 0,0 0 0,0 0 0,0 0 0,0 0 0,0 0 0,0 0 0,0 0 0,0 0 0,0 0 0,0 0 0,-1 0 0,1 0 0,0 0 0,0 0 0,0 0 0,0 0 0,0 0 0,0 0 0,0 0 0,0 0 0,0 0 0,0 0 0,0 0 0,0 0 0,0 0 0,0 0 0,0 0 0,0 0 0,-1 0 0,1 0 0,0 0 0,0 0 0,0 3 0,-2-2 0,1 1 0,-5-2 0,6 0 0,-3 3 0,3-2 0,0 1 0,0-2 0,0 0 0,0 0 0,0 3 0,0-2 0,-1 1 0,1-2 0,0 0 0,0 3 0,0-2 0,0 1 0,0-2 0,0 0 0,0 0 0,0 3 0,0-2 0,0 1 0,0-2 0,0 0 0,0 0 0,0 0 0,0 0 0,-1 0 0,1 0 0,0 0 0,0 0 0,0 0 0,0 0 0,0 0 0,0 3 0,0-2 0,0 1 0,0-2 0,0 0 0,0 0 0,0 0 0,0 0 0,0 0 0,0 3 0,0-2 0,-1 1 0,1-2 0,0 0 0,0 0 0,0 0 0,3 3 0,0-10 0,3 5 0,0-10 0,0 6 0,0 0 0,0 0 0,0 0 0,0 0 0,0 0 0,-3-6 0,3 5 0,-3-4 0,3 5 0,0 0 0,0-1 0,0 1 0,0 0 0,-3 3 0,3-2 0,-3 1 0,3-2 0,0 0 0,-3 0 0,3 0 0,-3 0 0,3 0 0,-3 3 0,3-3 0,-3 3 0,3-3 0,-3 2 0,3-1 0,-3 2 0,3-3 0,-3 2 0,3-1 0,-6 1 0,5-2 0,-1 0 0,2 0 0,-3 3 0,2-2 0,-1 1 0,-1-2 0,2 0 0,-1 0 0,-1 3 0,2-3 0,4 3 0,1 0 0,5 0 0,-3 3 0,0-3 0,0 2 0,5-1 0,-4 2 0,5 0 0,-6 0 0,0 0 0,0 0 0,0 0 0,0 0 0,0 0 0,2 0 0,-1 0 0,31 0 0,-22 0 0,20 0 0,-25 0 0,-1 0 0,-1 0 0,2 0 0,-1 0 0,10 0 0,-6 0 0,6 0 0,-8 0 0,-3 0 0,2 0 0,-1 0 0,2 0 0,-3 0 0,2 0 0,-1 0 0,2 0 0,-3 0 0,2 0 0,-1 0 0,4 0 0,5 0 0,-5 0 0,4 0 0,-9 0 0,3 0 0,-3 0 0,3 0 0,3 0 0,-4 0 0,7 0 0,-9 0 0,3 0 0,-2 0 0,1 0 0,-4 0 0,9 0 0,-8 0 0,9 0 0,-8 0 0,3 0 0,-2 0 0,1 0 0,-2 0 0,1 0 0,1 0 0,-4-3 0,4 2 0,-4-1 0,4 2 0,-2 0 0,1 0 0,-2 0 0,1 0 0,0 0 0,1 0 0,-2 0 0,1 0 0,0 0 0,1 0 0,-2 0 0,1 0 0,-2 0 0,1 0 0,-2 0 0,3 0 0,0 0 0,1 0 0,4-3 0,-7 2 0,4-1 0,-2 2 0,-2 0 0,1 0 0,-2 0 0,3 0 0,-2 0 0,1 0 0,-2 0 0,3 0 0,-2 0 0,1 0 0,-2 0 0,0 0 0,6-3 0,-5 2 0,4-1 0,-5 2 0,0 0 0,0 0 0,0 0 0,0 0 0,3 0 0,-2 0 0,1 0 0,-2 0 0,3 0 0,-2 0 0,1 0 0,4 0 0,-5 0 0,4 0 0,-2 0 0,-2 0 0,1 0 0,-2 0 0,3 0 0,0 0 0,1 0 0,-2 0 0,-2 0 0,3 0 0,-2 0 0,1 0 0,1 0 0,0 0 0,3 0 0,-2 0 0,-2 0 0,-2 0 0,3 0 0,-2 0 0,1 0 0,1 0 0,-2 0 0,1 0 0,1 0 0,-2 0 0,4 0 0,-4 0 0,1 0 0,4 0 0,-5 0 0,4 0 0,-2 0 0,-2 0 0,4 0 0,-4 0 0,4 0 0,-4 0 0,1 0 0,1 0 0,0 0 0,1 0 0,-2 0 0,1 0 0,6 0 0,-2 0 0,2 0 0,-4 0 0,-4 0 0,4 0 0,-4 0 0,4 0 0,-4 0 0,1 0 0,1 0 0,-2 0 0,4 0 0,-4 0 0,4 0 0,1 0 0,-2 0 0,1 0 0,-2 0 0,0 0 0,1 0 0,1 0 0,-4 0 0,4 0 0,-4 0 0,4 0 0,-4 0 0,4 0 0,-4 0 0,4 0 0,-2 0 0,6 0 0,-5 0 0,4 0 0,-5 0 0,1 0 0,-2 0 0,1 0 0,0 0 0,1 0 0,1 0 0,-4 0 0,4 0 0,-2 0 0,1 0 0,1 0 0,-4 0 0,4 0 0,-4 0 0,4 0 0,-4 0 0,4 0 0,-4 0 0,1 0 0,1 0 0,0 0 0,1 0 0,-2 0 0,-2 0 0,3 0 0,0 0 0,1 0 0,-2 0 0,4 0 0,-2 0 0,4 0 0,-4 0 0,1 0 0,-4 0 0,4 0 0,-4 0 0,4 0 0,-4 0 0,4 0 0,-4 0 0,4 0 0,-2 0 0,1 0 0,-2 0 0,4 0 0,-5 0 0,7 0 0,-7 0 0,4 0 0,-4 0 0,1 0 0,-2 0 0,3 0 0,-2 0 0,1 0 0,1 0 0,-2 0 0,4 0 0,-2 0 0,1 0 0,1 0 0,-4 0 0,1 0 0,1 0 0,-2 0 0,1 0 0,-2 0 0,3 0 0,-2 0 0,1 0 0,-2 0 0,0 0 0,3 0 0,-2 0 0,1 0 0,4 0 0,-5 0 0,4 0 0,-5 0 0,3 0 0,-2 0 0,1 0 0,-2 0 0,3 0 0,-2 0 0,1 0 0,-2 0 0,0 0 0,0 2 0,3-1 0,0 2 0,6-3 0,-5 0 0,1 0 0,-5 0 0,3 0 0,-2 0 0,1 0 0,-2 0 0,3 0 0,-2 0 0,1 0 0,1 0 0,-2 2 0,1-1 0,1 2 0,-2-3 0,4 0 0,-4 2 0,1-1 0,-2 2 0,3-3 0,-2 0 0,1 0 0,-2 0 0,0 0 0,3 2 0,-2-1 0,1 2 0,1-3 0,-2 0 0,4 0 0,-2 0 0,1 2 0,-2-1 0,-2 2 0,3-3 0,-2 0 0,1 0 0,1 0 0,-2 2 0,1-1 0,1 2 0,-2-3 0,1 0 0,-2 0 0,3 2 0,0-1 0,3 2 0,-2-3 0,-2 0 0,-2 0 0,3 2 0,-2-1 0,1 2 0,1-3 0,-2 0 0,1 0 0,1 0 0,-2 2 0,1-1 0,1 2 0,-3-3 0,6 0 0,-3 0 0,0 2 0,3-1 0,-6 2 0,3-3 0,-3 0 0,3 0 0,-5 2 0,6-1 0,-6 2 0,8-3 0,-6 0 0,3 0 0,-3 2 0,5-1 0,-3 2 0,3-3 0,-5 0 0,0 0 0,0 0 0,3 0 0,-3 2 0,3-1 0,0 2 0,-3-3 0,3 0 0,-3 0 0,0 0 0,0 2 0,0-1 0,3 2 0,-3-3 0,3 0 0,-3 0 0,0 0 0,0 0 0,0 0 0,0 0 0,-3 2 0,3-1 0,-3 2 0,3-3 0,0 0 0,0 0 0,0 0 0,0 2 0,0-1 0,0 2 0,0-3 0,0 0 0,0 0 0,0 0 0,0 2 0,0-1 0,0 2 0,0-3 0,0 0 0,0 0 0,0 0 0,0 2 0,0-1 0,0 2 0,0-3 0,0 0 0,0 0 0,-3 2 0,3-1 0,-3 2 0,3-3 0,0 0 0,0 0 0,0 2 0,3-1 0,-3 2 0,3-3 0,-3 2 0,0-1 0,0 2 0,0-3 0,0 2 0,0-1 0,0 2 0,0-3 0,0 0 0,-3 2 0,3-1 0,-3 2 0,3-3 0,0 0 0,0 2 0,0-1 0,3 2 0,-3-3 0,3 0 0,-3 2 0,0-1 0,3 2 0,-3-1 0,3-1 0,-3 2 0,0-3 0,0 0 0,0 2 0,0-1 0,0 2 0,0-3 0,0 0 0,0 0 0,0 0 0,0 2 0,0-1 0,-3 4 0,0-1 0,-6 2 0,3 0 0,-6-3 0,6 2 0,-6-1 0,6 2 0,-6-3 0,3 2 0,-1-1 0,-1 2 0,2 0 0,-3 0 0,0 0 0,0 0 0,0 0 0,-1-3 0,4 2 0,-2-4 0,4 4 0,-4-1 0,1 2 0,-2-3 0,3 2 0,-3-4 0,3 4 0,-3-1 0,0 2 0,0 0 0,0-3 0,3 2 0,-3-1 0,3-1 0,-1 2 0,-1-4 0,4 4 0,-4-4 0,2 4 0,-3-1 0,-1 2 0,4 0 0,-2-3 0,4 2 0,-4-4 0,4 4 0,-4-4 0,4 4 0,-4-4 0,1 4 0,1-1 0,-3-1 0,3 5 0,-3-7 0,0 7 0,3-4 0,-3-1 0,3 2 0,-3-1 0,0-1 0,0 0 0,0-3 0,0 0 0,0-3 0,-1 2 0,1-2 0,3 1 0,-2 1 0,1-2 0,-2 3 0,3-2 0,-3 1 0,3-2 0,-3 3 0,0-2 0,3 1 0,0-2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5:12.366"/>
    </inkml:context>
    <inkml:brush xml:id="br0">
      <inkml:brushProperty name="width" value="0.2" units="cm"/>
      <inkml:brushProperty name="height" value="1.2" units="cm"/>
      <inkml:brushProperty name="inkEffects" value="pencil"/>
    </inkml:brush>
  </inkml:definitions>
  <inkml:trace contextRef="#ctx0" brushRef="#br0">0 1 16383,'13'0'0,"-2"0"0,-5 0 0,0 0 0,0 0 0,0 0 0,0 0 0,0 0 0,0 2 0,0-1 0,3 2 0,-3-3 0,3 0 0,-3 0 0,0 0 0,0 0 0,0 0 0,0 2 0,0-1 0,0 2 0,0-3 0,3 0 0,3 0 0,-2 0 0,1 0 0,-5 0 0,0 2 0,0-1 0,0 2 0,0-3 0,0 0 0,0 0 0,0 0 0,0 0 0,0 2 0,0-1 0,3 2 0,0-3 0,0 0 0,0 0 0,-3 0 0,0 2 0,0-1 0,0 2 0,0-3 0,0 0 0,0 0 0,0 0 0,3 0 0,-3 0 0,3 0 0,-3 2 0,3-1 0,5 2 0,-3-3 0,3 0 0,-5 0 0,-3 2 0,3-1 0,-3 2 0,3-3 0,-3 0 0,3 0 0,-3 0 0,0 0 0,0 0 0,0 0 0,8 2 0,-6-1 0,6 2 0,-8-3 0,0 0 0,0 0 0,0 0 0,0 0 0,0 0 0,0 0 0,0 0 0,5 0 0,-3 0 0,3 0 0,-5 0 0,0 0 0,0 0 0,0 0 0,-19-3 0,12 2 0,-15-1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5:19.120"/>
    </inkml:context>
    <inkml:brush xml:id="br0">
      <inkml:brushProperty name="width" value="0.2" units="cm"/>
      <inkml:brushProperty name="height" value="1.2" units="cm"/>
      <inkml:brushProperty name="inkEffects" value="pencil"/>
    </inkml:brush>
  </inkml:definitions>
  <inkml:trace contextRef="#ctx0" brushRef="#br0">1174 2122 16383,'-3'-13'0,"0"2"0,3 5 0,0 0 0,0-1 0,0 1 0,0 0 0,-3 0 0,3 0 0,-3 0 0,3 0 0,0 0 0,-3 3 0,3-3 0,-3 3 0,3-3 0,-3 3 0,3-3 0,-3 3 0,3-6 0,-3 2 0,3-1 0,-6 2 0,5-1 0,-4 1 0,4 0 0,-4 0 0,4 0 0,-1 0 0,-1 0 0,2 0 0,-4 0 0,2 0 0,-1-3 0,-1 2 0,1-1 0,1 2 0,-2 0 0,4 0 0,-4-1 0,1 1 0,1 0 0,-2 0 0,1 0 0,-2-2 0,3 1 0,-3-2 0,3 3 0,-3 0 0,0-3 0,0 2 0,0-4 0,2 4 0,-1-1 0,2-1 0,-3 2 0,0-2 0,-1 3 0,4-2 0,-5 1 0,7-2 0,-7 3 0,4 0 0,-2 0 0,-2-5 0,1 3 0,-2-3 0,3 7 0,0-4 0,0 4 0,0-4 0,-3-1 0,2 5 0,1-4 0,1 4 0,2-2 0,-3 0 0,-1 0 0,1 3 0,-2-5 0,4 4 0,-4-2 0,4 0 0,-2 3 0,0 0 0,0-3 0,0 3 0,0-3 0,0 3 0,0-3 0,0 3 0,0-1 0,0-1 0,0 2 0,-1-1 0,-1-4 0,1 7 0,-2-7 0,3 7 0,0-4 0,0 1 0,0 1 0,3-2 0,-5 1 0,4 1 0,-5-3 0,3 6 0,0-6 0,0 3 0,0 0 0,-3-5 0,2 6 0,-2-6 0,3 5 0,0-1 0,0 2 0,0-1 0,0 0 0,0-1 0,0-1 0,-3 2 0,3-1 0,-3-1 0,3 4 0,0-4 0,0 1 0,-3-2 0,0 0 0,-1 3 0,1-2 0,3 4 0,0-4 0,0 4 0,0-5 0,-3 3 0,3 0 0,-3-3 0,3 6 0,-3-6 0,5 3 0,-6 0 0,5-3 0,-6 3 0,2-3 0,-1 2 0,2-1 0,-1 4 0,5-4 0,-7 2 0,7-1 0,-5-1 0,1 4 0,1-4 0,-2 4 0,3-4 0,0 4 0,-3-4 0,0 1 0,-1 1 0,-1 0 0,7 1 0,-7 1 0,7-2 0,-4 0 0,2 3 0,-1-3 0,1 0 0,0 3 0,0-3 0,0 0 0,0 3 0,0-3 0,0 0 0,-3 3 0,3-3 0,-3 0 0,3 3 0,0-3 0,0 3 0,0 0 0,2-3 0,-1 3 0,1-3 0,-2 3 0,0 0 0,0-3 0,0 2 0,0-1 0,0 2 0,0 0 0,0 0 0,0-3 0,0 2 0,0-1 0,0 2 0,0 0 0,0 0 0,0 0 0,0 0 0,2-3 0,-1 2 0,1-1 0,-2 2 0,0 0 0,0 0 0,0 0 0,0 0 0,0 0 0,0 0 0,0 0 0,19 0 0,-9 0 0,12-3 0,-10 2 0,-3-1 0,3 2 0,0 0 0,0 0 0,0 0 0,0 0 0,0 0 0,0 0 0,0 0 0,0 0 0,3 0 0,-3 0 0,3 0 0,-3 0 0,0 0 0,0 0 0,0-3 0,3 2 0,-3-1 0,3 2 0,-3 0 0,3 0 0,-3 0 0,3 0 0,-3 0 0,0 0 0,0 0 0,3 0 0,0-3 0,0 2 0,3-1 0,-6 2 0,3 0 0,-3 0 0,0-3 0,3 2 0,3-2 0,-2 3 0,4-2 0,-8 1 0,6-2 0,-6 1 0,6 1 0,-3-2 0,0 1 0,0 1 0,0-2 0,0 3 0,0-2 0,3 1 0,-3-4 0,6 4 0,-3-5 0,3 6 0,-6-6 0,3 6 0,-6-3 0,6 3 0,-3-3 0,3 3 0,0-6 0,-3 6 0,3-6 0,-3 6 0,3-6 0,0 6 0,-3-6 0,8 3 0,-6-1 0,3-1 0,4 0 0,-10 2 0,10-1 0,-11 1 0,4 0 0,-2-1 0,1-1 0,1 4 0,-2-4 0,1 4 0,-2-4 0,1 4 0,0-4 0,6 1 0,-5-2 0,4 0 0,-7 3 0,4-2 0,-2 4 0,1-4 0,-2 4 0,1-5 0,-2 3 0,4 0 0,-4-3 0,1 3 0,1 0 0,0-3 0,1 3 0,-2-3 0,1 2 0,-2-1 0,1 4 0,1-4 0,-2 2 0,1-3 0,1 2 0,-2-1 0,1 1 0,-2 1 0,3-2 0,-2 1 0,1 1 0,-2-2 0,0 1 0,3-2 0,-2 0 0,4 0 0,-4 3 0,1-3 0,-2 3 0,0-3 0,0 0 0,0 2 0,0-1 0,0 2 0,0-1 0,0-4 0,0 7 0,0-7 0,3 5 0,-5-4 0,4 4 0,-5-2 0,3 1 0,0 1 0,0-2 0,-2 1 0,1-2 0,-2 3 0,3-3 0,-2 3 0,1 0 0,-2-3 0,1 3 0,1-3 0,-2 3 0,1-3 0,1 3 0,-2-1 0,3-1 0,-2 2 0,1-3 0,-2 0 0,3 0 0,0-1 0,0 1 0,0 0 0,0 0 0,0 0 0,0 0 0,-2 0 0,1 0 0,-2 0 0,3 0 0,0 0 0,-2 0 0,1 0 0,-2 0 0,1 0 0,1 2 0,-4-1 0,4 2 0,-2-4 0,3 1 0,0 0 0,-2 0 0,1 0 0,-4 0 0,4 0 0,-4 0 0,4 0 0,-2 0 0,3 0 0,-2 0 0,1 0 0,-4 0 0,4 0 0,-2 0 0,1 0 0,1 0 0,-2-3 0,3 5 0,-2-4 0,1 4 0,-4-2 0,4 0 0,-4 0 0,1 0 0,1 0 0,0 0 0,1 0 0,1 0 0,-4 0 0,4 0 0,-2-3 0,1 2 0,1-1 0,-4 2 0,4-1 0,-4 1 0,4-2 0,-2 1 0,1-2 0,1 3 0,-4 0 0,1 0 0,1 0 0,0-3 0,1 3 0,1-1 0,-4 2 0,4 2 0,-4-3 0,4 0 0,-4 0 0,4 2 0,-4-1 0,4 1 0,-4-2 0,1 0 0,1 0 0,-2 0 0,4 3 0,-4-3 0,4 3 0,-4-3 0,4 3 0,-4-3 0,4 3 0,-4-3 0,4 2 0,-4-1 0,4 2 0,-4-3 0,4 0 0,-4 0 0,4 2 0,-4-1 0,1 1 0,1 1 0,-2-2 0,1 1 0,-2-2 0,3 3 0,-2-2 0,4 4 0,-2-2 0,3 3 0,0 0 0,0-3 0,0 3 0,0-3 0,0 3 0,0 0 0,13 0 0,-9-3 0,9 3 0,-13-3 0,0 3 0,0 0 0,0 0 0,0 0 0,0-3 0,0 3 0,5-3 0,-3 3 0,3 0 0,-5-3 0,3 3 0,-3-3 0,3 3 0,-3 0 0,0-3 0,3 3 0,-3-3 0,6 3 0,-6-3 0,3 3 0,2-3 0,-3 3 0,6 0 0,-8-3 0,3 2 0,0-1 0,-3 2 0,6 0 0,-6-3 0,3 2 0,0-1 0,0 2 0,0 0 0,0 0 0,0 0 0,0 0 0,6-3 0,-3 2 0,0-1 0,0 2 0,-6-3 0,12 2 0,-10-1 0,10 2 0,-8 0 0,2-3 0,0 2 0,-3-1 0,2 2 0,-1 0 0,2-3 0,2 2 0,-1-2 0,2 3 0,-3 0 0,0-2 0,-3 1 0,2-2 0,5 3 0,-5 0 0,7 0 0,-9-2 0,9 1 0,-4-2 0,2 3 0,-5 0 0,5-4 0,0 3 0,10-3 0,-10 2 0,0 1 0,-5-2 0,-2 3 0,10-4 0,-8 3 0,7-2 0,-9 3 0,3 0 0,0-3 0,0 2 0,0-2 0,6 3 0,-7-2 0,12 1 0,-12-2 0,6 3 0,-5-2 0,0 1 0,0-2 0,-2 3 0,1-2 0,-2 1 0,3-2 0,0 3 0,0 0 0,-2 0 0,1-2 0,-2 1 0,6-2 0,-2 3 0,1-2 0,-2 1 0,-2-2 0,1 3 0,-2 0 0,1 0 0,1-2 0,-2 1 0,3-2 0,-2 3 0,1-3 0,-2 3 0,3-3 0,-2 3 0,6 0 0,-8 0 0,9 0 0,-10 0 0,4 0 0,-2 0 0,1 0 0,1 0 0,-4 0 0,4 0 0,-4 0 0,4 0 0,-2 0 0,1 0 0,1 0 0,-2 0 0,6 0 0,-5 0 0,4 0 0,-7 0 0,4 0 0,-4 0 0,4 0 0,-4 0 0,4 0 0,-4 0 0,4 0 0,-4 0 0,1 0 0,1 0 0,0 0 0,3 0 0,0 0 0,-2 0 0,-2 0 0,1 0 0,-2 0 0,4 0 0,-4 0 0,4 3 0,-4-3 0,1 3 0,-2-3 0,3 0 0,-2 0 0,1 0 0,-2 0 0,6 0 0,-5 0 0,7 0 0,-7 3 0,1-3 0,-2 3 0,3-3 0,-2 0 0,1 0 0,-2 0 0,3 0 0,-2 0 0,4 3 0,-4-3 0,1 3 0,1-3 0,0 0 0,3 0 0,-2 0 0,-2 0 0,1 3 0,-2-3 0,1 3 0,1-3 0,-2 0 0,4 3 0,-4-3 0,1 3 0,1-3 0,-2 0 0,4 0 0,1 3 0,-2-3 0,1 3 0,-2-3 0,-2 3 0,4-3 0,-4 3 0,4-3 0,-2 3 0,1-3 0,1 3 0,-2-3 0,1 3 0,1-3 0,-2 3 0,1 0 0,4-3 0,-4 3 0,2 0 0,-1-3 0,-4 3 0,4 0 0,-4-3 0,4 3 0,-2 0 0,1-3 0,1 3 0,-2-3 0,1 3 0,1-3 0,-4 3 0,4-3 0,1 3 0,1-3 0,-1 3 0,-1 0 0,-4-3 0,4 3 0,-4 0 0,4-3 0,-2 3 0,1-3 0,1 0 0,-4 3 0,4-3 0,-4 3 0,4-3 0,-2 3 0,1-3 0,-2 3 0,1-3 0,0 3 0,1-3 0,-2 3 0,1-3 0,-3 0 0,6 3 0,-3-3 0,0 3 0,3 0 0,-6-3 0,6 3 0,-6-3 0,3 0 0,2 3 0,-1-3 0,2 3 0,0-3 0,-6 3 0,3-3 0,0 3 0,-3-3 0,3 0 0,-3 3 0,3-3 0,-3 3 0,6-3 0,-6 0 0,3 0 0,0 0 0,0 3 0,0-3 0,3 3 0,-6-3 0,3 0 0,-3 0 0,0 3 0,3-3 0,0 3 0,0-3 0,0 0 0,0 0 0,-3 0 0,3 3 0,-3-3 0,0 3 0,0-3 0,0 0 0,3 0 0,-3 0 0,3 3 0,-3-3 0,0 3 0,0-3 0,0 0 0,0 0 0,0 0 0,3 0 0,-3 3 0,3-3 0,0 3 0,-3-3 0,3 0 0,-3 0 0,0 0 0,0 0 0,0 0 0,0 0 0,0 0 0,0 3 0,0-3 0,0 3 0,0-3 0,0 0 0,0 0 0,0 0 0,0 0 0,5 0 0,-3 3 0,3-3 0,-5 3 0,0-3 0,0 0 0,3 0 0,0 0 0,0 3 0,0-3 0,-3 3 0,0-3 0,0 0 0,0 0 0,0 0 0,0 0 0,0 0 0,0 0 0,0 3 0,0-3 0,0 3 0,0-3 0,0 0 0,0 0 0,0 0 0,0 0 0,3 0 0,-3 0 0,3 3 0,-3-3 0,0 3 0,0-3 0,0 0 0,0 0 0,0 0 0,0 0 0,0 0 0,-3 3 0,3-3 0,-3 3 0,3-3 0,0 0 0,3 0 0,-3 0 0,3 0 0,-6 3 0,3-3 0,-3 3 0,3-3 0,0 0 0,0 0 0,0 0 0,0 0 0,0 0 0,0 0 0,0 0 0,0 0 0,0 0 0,0 0 0,-3 3 0,0 0 0,-3 3 0,0 0 0,0 0 0,3 0 0,-3 0 0,3 0 0,-3 0 0,3 0 0,-3 0 0,3 3 0,0-5 0,-3 4 0,3-5 0,-3 3 0,3 0 0,-3 0 0,3 0 0,-3 0 0,0 0 0,3-3 0,-3 3 0,3 2 0,0-3 0,-3 6 0,3-8 0,0 3 0,-3 0 0,3 0 0,0-3 0,-3 3 0,3-3 0,-3 3 0,3 0 0,-3 0 0,3 0 0,-3 0 0,3 3 0,-3-3 0,3 3 0,0-3 0,-3 0 0,3 0 0,0 0 0,-3 0 0,3 0 0,0 0 0,-3 0 0,3 0 0,0 0 0,-3 0 0,3 3 0,0-3 0,0 3 0,0-3 0,0 0 0,0 0 0,-3 0 0,3 0 0,0 0 0,-3 0 0,6-3 0,-6 3 0,6-3 0,-6 6 0,6-5 0,-6 4 0,3-5 0,0 0 0,0 3 0,0-3 0,0 3 0,0-3 0,-3 3 0,6-6 0,-6 6 0,6-3 0,-6 3 0,6-3 0,-3 3 0,0-3 0,3 3 0,-3 0 0,0 0 0,3-3 0,-6 3 0,6-6 0,-6 6 0,6-6 0,-6 6 0,6-6 0,-6 6 0,6-3 0,-6 3 0,6-3 0,-6 3 0,6-3 0,-6 3 0,6-3 0,-3 3 0,0-3 0,3 3 0,-3-3 0,0 3 0,3-6 0,-6 6 0,6-3 0,-6 3 0,6-3 0,-6 3 0,6-6 0,-6 6 0,6-6 0,-6 6 0,6-6 0,-6 6 0,6-3 0,-3 3 0,3-3 0,-3 3 0,3-3 0,-3 3 0,3 0 0,0 0 0,0-3 0,0 3 0,0-3 0,3 3 0,-5 0 0,4 0 0,-2 0 0,0-3 0,0 5 0,0-6 0,-3 6 0,3-8 0,0 6 0,0-3 0,0 0 0,0 3 0,0-6 0,0 6 0,0-3 0,0 3 0,3-3 0,-3 5 0,6-6 0,-6 6 0,6-5 0,-6 0 0,3 3 0,-3-6 0,0 6 0,0-6 0,0 6 0,3-6 0,-3 6 0,3-6 0,-3 6 0,3-6 0,0 6 0,0-3 0,0 0 0,0 0 0,-3 0 0,6-3 0,-6 6 0,3-6 0,0 6 0,-3-6 0,3 3 0,0 0 0,-3-3 0,3 3 0,-3 0 0,0-3 0,5 6 0,-1-6 0,2 6 0,-3-6 0,-3 3 0,3-3 0,-3 3 0,3-3 0,-3 3 0,3 0 0,-3-3 0,3 3 0,-3-3 0,3 0 0,-3 0 0,6 3 0,-3-3 0,0 3 0,0-3 0,-3 3 0,0-3 0,0 3 0,0-3 0,3 3 0,-3-3 0,3 3 0,-3-3 0,0 0 0,0 0 0,0 0 0,3 0 0,-3 0 0,3 3 0,-3-3 0,0 3 0,0-3 0,0 0 0,0 0 0,0 0 0,0 0 0,0 0 0,0 0 0,0 0 0,0 0 0,0 0 0,0 0 0,0 0 0,0 0 0,0 0 0,0 0 0,0 0 0,0 0 0,0 0 0,0 0 0,0 3 0,0-3 0,0 3 0,0-3 0,0 0 0,-3 3 0,3-3 0,-6 6 0,3-3 0,-3 3 0,-3-3 0,3 3 0,-6-6 0,3 6 0,-3-6 0,2 6 0,-1-6 0,4 6 0,-4-6 0,2 6 0,-3-6 0,-1 6 0,1-6 0,3 6 0,-2-6 0,1 6 0,-2-6 0,0 6 0,0-6 0,3 6 0,-5-6 0,4 6 0,-5-6 0,3 6 0,0-6 0,0 6 0,0-6 0,0 6 0,0-6 0,-1 6 0,1-3 0,0 3 0,0-3 0,0 3 0,0-6 0,0 6 0,0-6 0,0 6 0,0-6 0,0 6 0,0-6 0,0 6 0,0-6 0,-3 6 0,2-3 0,-1 0 0,2 3 0,-1-3 0,-1 0 0,-2 3 0,-2-3 0,3 0 0,0 3 0,3-3 0,-3 3 0,3-3 0,-3 3 0,0-6 0,2 6 0,-1-3 0,-1 0 0,0 3 0,-1-3 0,2 0 0,-1 3 0,-1-3 0,1 3 0,-2 0 0,4-3 0,-2 3 0,0-6 0,3 6 0,-3-3 0,0 0 0,5 3 0,-7-3 0,7 0 0,-4 3 0,-1-3 0,2 0 0,-1 3 0,1-6 0,1 6 0,0-6 0,0 6 0,0-6 0,0 6 0,0-3 0,0 0 0,0 0 0,0 0 0,0 0 0,0 0 0,0 3 0,0-6 0,2 6 0,-1-6 0,-1 6 0,-1-3 0,-1 0 0,1 3 0,1-3 0,0 0 0,0 3 0,0-6 0,0 6 0,0-3 0,0 3 0,0-3 0,0 3 0,0-3 0,0 0 0,2 3 0,-1-6 0,4 6 0,-4-6 0,4 6 0,-4-6 0,2 6 0,-3-3 0,-1 3 0,4 0 0,-2-3 0,4 3 0,-4-6 0,4 6 0,-4-6 0,4 6 0,-4-6 0,4 6 0,-4-3 0,4 3 0,-5-3 0,6 3 0,-6-6 0,6 6 0,-3-3 0,3 3 0,0 0 0,-3-3 0,3 3 0,-3-3 0,6 3 0,-3 0 0,6-3 0,-6 3 0,3-3 0,-3 3 0,3 0 0,-3 0 0,3 0 0,-3 0 0,0 0 0,0 0 0,0 0 0,0 0 0,0 0 0,0 0 0,0 0 0,0 0 0,0 0 0,0 0 0,-3 0 0,3 0 0,-3 0 0,3 0 0,-3 0 0,3 0 0,-3 0 0,3 0 0,-3-3 0,2 3 0,-1-3 0,-1 3 0,2 0 0,-1 0 0,-1 0 0,2 0 0,-4-3 0,4 3 0,-1-3 0,-1 3 0,2 0 0,-4-3 0,4 3 0,-7 0 0,7 0 0,-7 0 0,7 0 0,-4-6 0,4 6 0,-2-3 0,1 0 0,-2 3 0,1-3 0,-3 0 0,3 3 0,-6 0 0,3 0 0,-3 0 0,6 0 0,-3-6 0,3 6 0,-3-3 0,0 0 0,2 3 0,-1-3 0,2 0 0,-4 3 0,1-6 0,3 6 0,-5-3 0,1 3 0,-2 0 0,0 0 0,3-3 0,3 3 0,-3-6 0,3 6 0,-3-6 0,0 6 0,0-6 0,0 6 0,2-3 0,-1 0 0,2 3 0,-3-6 0,0 6 0,-1-3 0,1 0 0,3 3 0,-2-6 0,1 6 0,-2-6 0,0 6 0,0-3 0,0 3 0,0-3 0,3 3 0,-3-6 0,3 6 0,-3-6 0,2 6 0,-1-6 0,2 6 0,-3-3 0,0 0 0,2 3 0,-1-6 0,2 3 0,-1 0 0,-1-3 0,4 6 0,-4-6 0,4 5 0,-4-4 0,1 4 0,-2-4 0,3 4 0,-3-4 0,3 4 0,0-1 0,-3-1 0,3 5 0,-3-7 0,3 7 0,-3-7 0,6 4 0,-3-1 0,3 2 0,0 0 0,0 0 0,0 0 0,-3-3 0,2 2 0,-4-4 0,4 4 0,-1-1 0,-1 2 0,2 0 0,-1 0 0,2 0 0,-3-3 0,2 2 0,-1-1 0,4 2 0,-1-3 0,2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5:21.393"/>
    </inkml:context>
    <inkml:brush xml:id="br0">
      <inkml:brushProperty name="width" value="0.2" units="cm"/>
      <inkml:brushProperty name="height" value="1.2" units="cm"/>
      <inkml:brushProperty name="inkEffects" value="pencil"/>
    </inkml:brush>
  </inkml:definitions>
  <inkml:trace contextRef="#ctx0" brushRef="#br0">9 28 16383,'-3'-13'0,"-2"4"0,4 4 0,1 4 0,9 6 0,3 3 0,1 1 0,-2-1 0,-5-7 0,0 4 0,0-4 0,0 4 0,0-2 0,0 1 0,3 1 0,-2-2 0,4 1 0,-4 1 0,1-2 0,4 6 0,-2-5 0,2 4 0,-1-5 0,-2 3 0,3-2 0,-2 1 0,1-2 0,-2 3 0,3 0 0,-2 0 0,7 2 0,-8-2 0,8 1 0,-7-1 0,12 6 0,-7-5 0,8 2 0,-11-4 0,0-2 0,0 3 0,0 0 0,0 0 0,0 0 0,0 0 0,0 0 0,0 0 0,0 0 0,0 0 0,0 0 0,10 3 0,-10-2 0,17 3 0,-21-1 0,10-4 0,-9 3 0,3-5 0,-2 3 0,1 0 0,-4 0 0,4 0 0,-4 0 0,4 0 0,-4-3 0,4 5 0,-2-4 0,3 5 0,-2-3 0,-2 0 0,-2 0 0,0 0 0,3 0 0,-2 0 0,1-3 0,-2 5 0,0-6 0,0 6 0,0-5 0,-2 3 0,1 0 0,1 0 0,1 3 0,1-3 0,-2 3 0,-2-3 0,1 0 0,-4 0 0,4 0 0,-4 0 0,4 0 0,-4 0 0,4 0 0,-4 0 0,4 0 0,-4 3 0,4-3 0,-4 3 0,1-3 0,-2 0 0,0 3 0,3-3 0,-2 3 0,1-3 0,-2 0 0,0 3 0,0-3 0,0 3 0,0 0 0,0-3 0,0 6 0,0 0 0,-2-2 0,1 4 0,-2-8 0,3 6 0,-3-3 0,3 0 0,-3 3 0,3-3 0,-3 3 0,0-3 0,0 3 0,0-3 0,0 3 0,3 0 0,-11 11 0,9-9 0,-9 9 0,10-11 0,-4 0 0,2 0 0,-1 0 0,-1 0 0,2 0 0,-1 0 0,-1 0 0,1 0 0,1 0 0,-4 6 0,6-4 0,-8 10 0,5-11 0,-2 11 0,3-13 0,-1 13 0,3-13 0,-5 7 0,5-6 0,-2 0 0,-1 7 0,3-6 0,-3 6 0,4-7 0,0 0 0,-2 0 0,1 0 0,-2 5 0,3-3 0,0 3 0,0 1 0,0-7 0,0 7 0,0-9 0,0 3 0,0 0 0,0-2 0,0 1 0,0-2 0,0 3 0,3-2 0,-2 7 0,4-6 0,-2 8 0,1-7 0,-2-3 0,1 3 0,-2-6 0,4 6 0,-4-6 0,4 6 0,-4-6 0,4 6 0,-2-6 0,3 3 0,-2 0 0,1-3 0,-2 3 0,3 0 0,0 0 0,0 0 0,0 0 0,0-3 0,0 0 0,-2 0 0,1 0 0,-2 0 0,3 0 0,0 0 0,-2 0 0,1 2 0,-2-4 0,3 4 0,0-4 0,3 4 0,-2-1 0,1-1 0,-4-1 0,1-1 0,-2 2 0,3 0 0,0 0 0,0 0 0,0 0 0,0-3 0,-2 2 0,4-1 0,-4 2 0,4 0 0,-2 0 0,0-3 0,-2 2 0,1-4 0,-2 4 0,3-1 0,0 2 0,0-3 0,-2 2 0,1-1 0,-2 2 0,3 0 0,0-3 0,-2 2 0,1-1 0,-2 2 0,1 0 0,1-3 0,-2 2 0,1-1 0,1-1 0,-4 2 0,1-1 0,1 2 0,-2 0 0,4-3 0,-4 2 0,1-1 0,-2 2 0,0 0 0,0 0 0,3 0 0,-2 0 0,1 0 0,-2 0 0,0 0 0,0 0 0,0 0 0,0 0 0,0 0 0,0 0 0,-2 0 0,1 0 0,-2 0 0,3 0 0,0 2 0,-2-1 0,1 2 0,-2-3 0,1 0 0,1 0 0,-2 0 0,3 0 0,0 0 0,0 0 0,-2 0 0,1 0 0,-5 2 0,6-1 0,-3 2 0,3-3 0,-3 0 0,3 0 0,-3 0 0,3 0 0,-3 0 0,3 0 0,-3 0 0,3 0 0,0 0 0,0 0 0,0 0 0,-3 0 0,3 0 0,-3 0 0,3 0 0,0 0 0,0 0 0,0 0 0,0 0 0,0 0 0,0 0 0,0 0 0,0 0 0,0 2 0,0-1 0,0 2 0,0-3 0,3 0 0,-3 0 0,3 0 0,-3 0 0,0 0 0,0 0 0,3-3 0,-3 2 0,3-1 0,-3 2 0,3 0 0,0 0 0,0 0 0,0 0 0,0 0 0,-3 0 0,6 0 0,-6 0 0,3 0 0,0 0 0,-3 0 0,6 0 0,-6 0 0,6-3 0,-6 2 0,6 1 0,-3 1 0,0 2 0,3-3 0,-6 0 0,6 0 0,-6 0 0,6 0 0,-3 0 0,0 0 0,3 0 0,-6 0 0,6 0 0,-3 0 0,0 0 0,3 2 0,-3 2 0,3-1 0,0 0 0,-3-3 0,3 0 0,-3 0 0,0 0 0,3 0 0,-3 0 0,3 2 0,0 2 0,0-1 0,0 0 0,-3-3 0,5 2 0,-6-1 0,6 2 0,-5-1 0,0-1 0,3 2 0,-3-3 0,0 0 0,3 0 0,-3 2 0,0-1 0,3 2 0,-6-3 0,6 0 0,-6 2 0,6-1 0,-6 2 0,3-3 0,0 0 0,-3 0 0,3 0 0,0 2 0,-3-1 0,3 2 0,-3-3 0,0 0 0,0 0 0,0 0 0,0 2 0,0-1 0,0 2 0,0-3 0,0 5 0,0-4 0,0 5 0,0-4 0,0-1 0,0 4 0,-3-4 0,3 4 0,-6-4 0,5 2 0,-4-1 0,4 2 0,-1-1 0,-1 2 0,2-4 0,-4 4 0,-1 1 0,2 1 0,-4-1 0,7-1 0,-4-1 0,1-1 0,-2 2 0,0-4 0,3 4 0,-5-1 0,7-1 0,-8 2 0,6-1 0,-3 2 0,0-3 0,0 2 0,0 1 0,0 1 0,0 2 0,0-3 0,0-3 0,2 2 0,-1-4 0,2 4 0,-4-1 0,4-1 0,-2 0 0,4-1 0,-4 2 0,4-1 0,-4 2 0,1 1 0,1 1 0,-3-1 0,6-1 0,-3-4 0,3 2 0,-3-1 0,3-1 0,-3 4 0,3-4 0,0 2 0,0-1 0,0-1 0,0 2 0,0-1 0,0-1 0,3 4 0,-3-4 0,3 4 0,0-4 0,-3 2 0,6-3 0,-6 0 0,6 2 0,-6-1 0,6 2 0,-6-3 0,6 2 0,-3 2 0,0-1 0,3 0 0,-3-3 0,0 0 0,3 0 0,-3 2 0,0-1 0,3 2 0,-3-3 0,0 0 0,3 0 0,-6 0 0,6 0 0,-3 0 0,3 0 0,0 0 0,-3 0 0,3 0 0,0 2 0,0-1 0,3 2 0,-3-6 0,0 2 0,-3-1 0,5 2 0,-6 0 0,6 0 0,-5 0 0,3 0 0,0 0 0,0-3 0,0 2 0,0-1 0,0 2 0,3 2 0,-3-1 0,3 2 0,-3-6 0,0 2 0,0-1 0,0 2 0,0 0 0,0 0 0,0 0 0,0 0 0,0 0 0,0-3 0,0 5 0,3-7 0,-3 7 0,6-2 0,-6 1 0,3 2 0,0-3 0,-5 0 0,6 0 0,-8 0 0,8 0 0,-6 0 0,5 0 0,-3-3 0,0 5 0,0-7 0,0 7 0,0-4 0,3 4 0,-3-1 0,3 2 0,-3-3 0,0 0 0,-3 0 0,3 0 0,-3 0 0,3-3 0,-3 2 0,3-1 0,-3 2 0,0 0 0,3 0 0,-6 0 0,6 0 0,-3 0 0,3 0 0,-3 0 0,0 0 0,0 0 0,-3 0 0,6 0 0,-6 0 0,6 0 0,-6 0 0,6-3 0,-6 2 0,3-1 0,0 2 0,-3 0 0,6 0 0,-3 2 0,0-1 0,0 2 0,0-3 0,-3 0 0,3 0 0,0 0 0,0 0 0,0 0 0,0 0 0,-3 0 0,3 0 0,-3 2 0,6-1 0,-6 2 0,6-1 0,-6 2 0,6-1 0,-6 0 0,6-3 0,-6 0 0,3 0 0,0 2 0,-3-1 0,6 2 0,-6-3 0,6 2 0,-6-1 0,3 1 0,0-2 0,-3 0 0,6 6 0,-6-5 0,6 4 0,-6-2 0,3-2 0,-3 1 0,3-2 0,-3 0 0,3 3 0,0-2 0,-3 1 0,3-2 0,-3 0 0,3 0 0,-3 3 0,3-2 0,0 1 0,-3-2 0,3 0 0,-3 3 0,3-2 0,-3 1 0,3 1 0,-3-2 0,0 1 0,0-2 0,0 0 0,3 0 0,-3 0 0,3 3 0,-3-2 0,0 1 0,3 4 0,-3-5 0,3 4 0,-3-5 0,0 3 0,3-2 0,-3 1 0,3 1 0,-3-2 0,0 1 0,0-2 0,0 3 0,0-2 0,0 1 0,3 1 0,-3-2 0,3 7 0,-3-7 0,0 7 0,0-7 0,0 1 0,0 1 0,0-2 0,0 4 0,0-4 0,0 4 0,0-4 0,0 1 0,0 1 0,0 0 0,0 1 0,0-2 0,0 1 0,0-2 0,0 4 0,0-4 0,0 1 0,0 1 0,0-2 0,0 1 0,0 1 0,0-2 0,0 1 0,0 1 0,0-2 0,0 4 0,0-4 0,0 1 0,0 4 0,0-5 0,0 7 0,0-7 0,0 1 0,0-2 0,0 3 0,0-2 0,0 1 0,0 1 0,0-2 0,0 4 0,0-4 0,0 1 0,0-2 0,0 3 0,0 0 0,0 3 0,0-2 0,0-2 0,0 1 0,0-2 0,0 1 0,0-2 0,0 3 0,3-2 0,-3 1 0,3 1 0,-3-2 0,0 1 0,0 1 0,0-2 0,0 1 0,0-2 0,0 3 0,3-2 0,-3 1 0,3 1 0,-3-2 0,0 1 0,0-2 0,0 0 0,3 3 0,-3-2 0,3 1 0,-3-2 0,3 3 0,-3-2 0,3 4 0,-3-2 0,0 1 0,0-2 0,0-2 0,0 0 0,3 3 0,-3-2 0,3 1 0,-3-2 0,0 0 0,0 3 0,0-2 0,0 1 0,0-2 0,0 0 0,0 6 0,0-5 0,0 4 0,0-5 0,0 3 0,0-2 0,0 1 0,0-2 0,3 0 0,-3 3 0,3-2 0,-3 1 0,0-2 0,0 0 0,0 0 0,0 0 0,0 6 0,0-5 0,0 7 0,3-10 0,-3 7 0,3-5 0,-3 4 0,0-2 0,0-2 0,0 0 0,0 0 0,0 0 0,0 3 0,0-2 0,0 1 0,0-2 0,0 0 0,0 0 0,0 0 0,0 0 0,0 0 0,0 0 0,0 0 0,0 0 0,0 0 0,0 0 0,0 0 0,-3 0 0,3 0 0,-6 0 0,6 0 0,-6-2 0,5 1 0,-4-2 0,4 3 0,-1 0 0,2 0 0,-3-2 0,2 1 0,-1-2 0,-1 3 0,2 0 0,-1 0 0,2 0 0,0 0 0,0 0 0,-3-2 0,2 1 0,-1-2 0,2 3 0,0 0 0,0 0 0,0 0 0,0 0 0,0 0 0,0 0 0,0 0 0,0 0 0,0 0 0,2-2 0,-1 1 0,2-2 0,-3 3 0,2-2 0,-1 1 0,4-2 0,-4 3 0,2 0 0,-1-2 0,-1 1 0,4-4 0,-4 4 0,2-2 0,-3 3 0,2-2 0,-1 1 0,4-4 0,-4 4 0,4-2 0,-4 3 0,4 0 0,-4 0 0,4 0 0,-1 0 0,2 0 0,-3 0 0,2-2 0,-4 1 0,4-2 0,-4 3 0,4-2 0,-4 1 0,4-2 0,-4 3 0,4 0 0,-1 0 0,-1 0 0,2-2 0,-4 1 0,2-2 0,-1 1 0,2 1 0,-1-2 0,2 3 0,-1-2 0,-1 1 0,0-2 0,-1 1 0,-1 1 0,4-4 0,-4 4 0,4-2 0,-4 3 0,4-2 0,-4 1 0,4-2 0,-4 3 0,4-2 0,-4 1 0,2-2 0,-1 1 0,-1 1 0,2-2 0,-1 1 0,-1 1 0,2-2 0,-3 3 0,2-2 0,-1 1 0,2-2 0,-3 3 0,0 0 0,0 0 0,-3-2 0,2 1 0,-2-2 0,1 3 0,1 0 0,-2 0 0,1 0 0,-2 0 0,1 0 0,-2 0 0,4 0 0,-4 0 0,4 0 0,-4-2 0,4 1 0,-2-2 0,3 3 0,-3 0 0,3 0 0,-8 6 0,6-5 0,-6 4 0,8-5 0,-3 0 0,3 0 0,-3 0 0,3 0 0,-3 0 0,0-2 0,3 4 0,-9 6 0,8 0 0,-4 4 0,2-10 0,2-2 0,-1 0 0,-1 0 0,2 0 0,-1 0 0,-1 3 0,2-2 0,-1 1 0,-4 17 0,5-14 0,-7 13 0,7-18 0,-4 0 0,4 3 0,-2-2 0,1 1 0,1-2 0,-2 0 0,1 0 0,-2 16 0,1-9 0,-3 10 0,6-15 0,-6-2 0,6 0 0,-3 3 0,0-2 0,3 1 0,-3-2 0,3 0 0,-3 8 0,3-3 0,-6 4 0,6-7 0,-3-2 0,3 0 0,0 0 0,0 0 0,-3 0 0,2 0 0,-1 0 0,2 0 0,0 3 0,-3-5 0,2 4 0,-1-5 0,2 3 0,0 0 0,0 0 0,0 0 0,0 0 0,0 0 0,-3-2 0,-3-7 0,-1 1 0,1-6 0,4 8 0,2-3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5:23.251"/>
    </inkml:context>
    <inkml:brush xml:id="br0">
      <inkml:brushProperty name="width" value="0.2" units="cm"/>
      <inkml:brushProperty name="height" value="1.2" units="cm"/>
      <inkml:brushProperty name="inkEffects" value="pencil"/>
    </inkml:brush>
  </inkml:definitions>
  <inkml:trace contextRef="#ctx0" brushRef="#br0">1072 12 16383,'-9'-7'0,"0"2"0,3 8 0,0-3 0,3 6 0,-3-6 0,6 6 0,-6-3 0,3 0 0,-3 3 0,0-3 0,0 3 0,0 0 0,-3 3 0,5-3 0,-4 0 0,4 0 0,-2-3 0,3 3 0,-2 0 0,1 0 0,-2 0 0,0-3 0,0 3 0,0-3 0,0 3 0,0 0 0,3 0 0,-11 5 0,11-3 0,-13 6 0,12-8 0,-4 3 0,1 0 0,1-3 0,-2 3 0,1-3 0,-2 3 0,3-3 0,0 3 0,0 0 0,-3-3 0,3 6 0,-6 0 0,3-2 0,-1 4 0,-1-8 0,4 6 0,-4-3 0,4 0 0,-4 3 0,1-3 0,1 3 0,0-3 0,1 3 0,1-3 0,-5 3 0,6-3 0,-14 13 0,12-10 0,-9 11 0,8-11 0,2 0 0,-1-3 0,-4 9 0,5-10 0,-4 10 0,5-8 0,-3 2 0,2 0 0,-1 0 0,2 0 0,-1-1 0,-5 16 0,4-11 0,-5 7 0,10-11 0,-2-3 0,1 3 0,-2 0 0,3 0 0,-3 0 0,6 0 0,-6 0 0,6 0 0,-6 0 0,3 0 0,0 0 0,-3 5 0,3-3 0,-1 3 0,-1-5 0,4 0 0,-1 0 0,2 0 0,-4 6 0,3-4 0,-3 4 0,4 1 0,0-6 0,0 6 0,-3-7 0,2 6 0,-1 7 0,2 2 0,0-3 0,0-5 0,0-7 0,0 6 0,0-4 0,2 4 0,-1-6 0,2 0 0,-3 0 0,0 0 0,4 7 0,-3-6 0,3 6 0,1 3 0,-4-7 0,7 8 0,-7-11 0,4 0 0,-4-3 0,6 9 0,-6-10 0,5 10 0,-5-9 0,4 3 0,-2 0 0,1 0 0,1-2 0,-2 1 0,3 4 0,0-2 0,-2 4 0,1-7 0,-2 1 0,1-2 0,1 3 0,-2-2 0,3 1 0,0-2 0,0 3 0,0-2 0,0 1 0,0-2 0,0 1 0,0 1 0,3 1 0,-2 1 0,1-1 0,-2-1 0,0-2 0,3 1 0,-2 1 0,1-4 0,-2 4 0,0-4 0,3 4 0,-2-2 0,1 1 0,1 1 0,0-4 0,3 7 0,0-4 0,-2 2 0,1-1 0,-4-4 0,1 4 0,1-4 0,-2 1 0,1 1 0,1-2 0,-2 4 0,1-4 0,1 1 0,-2 1 0,4-2 0,-4 1 0,7 4 0,-7-5 0,4 4 0,-5-5 0,3 3 0,-2-2 0,1 1 0,-2-2 0,0 0 0,0 3 0,0-5 0,3 7 0,-5-7 0,4 4 0,-5-2 0,3 0 0,0 3 0,0-3 0,0 3 0,-2-3 0,1 0 0,-2 0 0,1 0 0,1 0 0,-2 3 0,3-3 0,-2 3 0,-2-3 0,1 0 0,-2 3 0,4-3 0,-4 3 0,1-3 0,-2 0 0,0 0 0,3 0 0,-2 0 0,1 0 0,-2 0 0,0 0 0,0 0 0,0 0 0,0 0 0,0 0 0,0 0 0,0 0 0,-2 0 0,1 0 0,-2 0 0,3 0 0,0 0 0,-2-3 0,1 3 0,-2-3 0,1 3 0,1 0 0,-2 0 0,0 3 0,0-3 0,0 3 0,-3-3 0,6 0 0,-6 0 0,6 0 0,-6 0 0,6 0 0,-6 0 0,3 0 0,-1 0 0,-1 0 0,-1 5 0,-1-3 0,1 6 0,1-10 0,2 6 0,-4-3 0,1 2 0,0-3 0,3 2 0,-2-4 0,1 5 0,-2-3 0,0 0 0,0 0 0,-3 3 0,5 0 0,-6 0 0,8 0 0,-6-3 0,5 3 0,-3-3 0,0 3 0,-3-3 0,5 0 0,-4 3 0,2-3 0,-1 3 0,-2 0 0,3-3 0,0 3 0,-5 2 0,3-3 0,-3 6 0,5-8 0,-3 6 0,3-6 0,-6 6 0,5-6 0,-1 3 0,2 0 0,-3-3 0,2 3 0,-1 0 0,1-3 0,-1 6 0,-7 2 0,4 0 0,-3 0 0,8-5 0,-3 0 0,3-3 0,-3 3 0,3 0 0,0 0 0,0 0 0,-3 0 0,5 0 0,-7-3 0,10 6 0,-7-6 0,2 8 0,-1-6 0,-2 3 0,3-2 0,3-3 0,-2 3 0,4 0 0,-5-3 0,3 6 0,0-6 0,-3 3 0,6 0 0,-6-3 0,6 3 0,-3-3 0,0 0 0,0 5 0,0-3 0,0 3 0,3-5 0,-3 0 0,2 0 0,-1 0 0,2 0 0,0 0 0,-3 3 0,2-3 0,-1 3 0,2-3 0,0 0 0,0 5 0,0-3 0,0 3 0,0-5 0,0 0 0,0 0 0,2-3 0,-1 3 0,2-3 0,-1 3 0,-1 0 0,4 0 0,-4 0 0,4 0 0,-4 0 0,4-3 0,-4 3 0,2-3 0,-1 0 0,-1 3 0,2-3 0,-1 0 0,-1 3 0,2-3 0,-1 0 0,-1 3 0,4-3 0,-4 3 0,4-3 0,-4 3 0,2-3 0,-1 0 0,-1 3 0,4-3 0,-4 3 0,4-3 0,-4 3 0,2-3 0,-1 3 0,-1 0 0,2 0 0,-1-3 0,-1 3 0,2-3 0,-3 3 0,2-3 0,-1 3 0,2-3 0,-3 3 0,0 0 0,0 0 0,0 0 0,0 0 0,0 0 0,2 0 0,-1 0 0,2 0 0,-3 0 0,0 0 0,0 0 0,0 0 0,0 0 0,0 0 0,0 0 0,0 0 0,0 0 0,0 0 0,0 0 0,0 0 0,0 5 0,0-3 0,0 3 0,0-5 0,2 0 0,-1 0 0,2 0 0,-3 0 0,0 3 0,0-3 0,2 3 0,-1-3 0,2 0 0,-3 0 0,2 0 0,2 8 0,-1-3 0,0 3 0,-3-2 0,2-8 0,-1 6 0,4-6 0,-4 5 0,4 0 0,-4-3 0,2 3 0,-1 0 0,-1-3 0,4 6 0,-4-6 0,4 6 0,-1-3 0,-1 0 0,0 3 0,-1-8 0,-1 6 0,4-3 0,-4 2 0,4 0 0,-4-3 0,4 3 0,-4-3 0,2 3 0,-1-3 0,2 0 0,2 11 0,-3-9 0,0 9 0,-1-8 0,2-3 0,-1 3 0,0-3 0,-1 0 0,-1 3 0,4-3 0,-4 3 0,2-3 0,-1 0 0,-1 0 0,2 0 0,-1 3 0,-1-3 0,2 3 0,-1-3 0,-1 0 0,2 0 0,-3 0 0,0 0 0,0 0 0,0 0 0,2 0 0,-1 0 0,2 0 0,-3 0 0,0 0 0,0 0 0,0 0 0,0 0 0,0 0 0,0 3 0,0-3 0,0 3 0,0-3 0,0 0 0,0 0 0,0 0 0,-3 0 0,2 3 0,-4 0 0,4 0 0,-1 0 0,-1-6 0,2 3 0,-2-3 0,1 3 0,1 0 0,-4 0 0,4 0 0,-4-3 0,4 5 0,-4-6 0,1 11 0,-2-11 0,0 9 0,3-8 0,-3 6 0,3-5 0,-3 6 0,0-8 0,0 8 0,0-6 0,2 5 0,-1-3 0,-1 0 0,2 0 0,-4 0 0,2 0 0,-3 3 0,-1-3 0,1 3 0,3 0 0,0-3 0,0 3 0,0-3 0,0 0 0,0 0 0,0 3 0,-3-3 0,5 3 0,-7-3 0,7 0 0,-4 0 0,-1 3 0,0 0 0,2 0 0,-1 0 0,4-3 0,-4 0 0,1 0 0,-2 0 0,3 0 0,0 0 0,0 0 0,3 0 0,-5 3 0,4-3 0,-8 6 0,6-3 0,-3 0 0,3 0 0,0-3 0,0 0 0,0 0 0,0 0 0,2 3 0,-1-3 0,1 3 0,-2-3 0,0 0 0,3 0 0,-2 0 0,1 3 0,-2-3 0,0 6 0,0-6 0,0 3 0,0 0 0,3-3 0,-3 3 0,3-3 0,-3 0 0,2 0 0,-1 3 0,2-3 0,-1 3 0,-1-3 0,2 0 0,-1 0 0,-4 5 0,4-6 0,-5 8 0,6-9 0,-2 5 0,1-3 0,1 0 0,-3 0 0,3 0 0,0 0 0,-3 0 0,6 0 0,-6 0 0,6 0 0,-6 0 0,3 0 0,-3 2 0,0-1 0,2 2 0,2-3 0,-1 0 0,0 0 0,-1 0 0,-1 0 0,1 0 0,1 0 0,-2 0 0,4 0 0,-4-3 0,4 2 0,-4-1 0,4 2 0,-4 2 0,1-1 0,1 2 0,0-3 0,0 0 0,0 0 0,0 0 0,-3 0 0,6 0 0,-3 0 0,0 0 0,3 0 0,-6 0 0,6 2 0,-3-1 0,0 2 0,2-3 0,-1 0 0,2 0 0,-3 0 0,2 0 0,-1 0 0,2 0 0,-3 0 0,2 0 0,-1 0 0,2 0 0,0 0 0,-3 0 0,2 2 0,-1-1 0,2 2 0,0-3 0,0 0 0,0 0 0,0 0 0,0 0 0,0 0 0,0 0 0,0 0 0,0 0 0,0 0 0,0 0 0,0 0 0,0 2 0,0-1 0,0 2 0,2-3 0,-1 0 0,2 0 0,-3 2 0,0-1 0,2 4 0,-1-4 0,2 2 0,-3-3 0,2 0 0,-1 0 0,2 0 0,-1 2 0,-1-1 0,2 2 0,-1-3 0,-1 2 0,2-1 0,-1 2 0,-1-3 0,2 0 0,-1 0 0,-1 0 0,2 0 0,-1 0 0,-1 0 0,4 0 0,-4 2 0,2-1 0,-1 2 0,-1-3 0,4 0 0,-4 0 0,2 0 0,-1 0 0,-1 0 0,2 0 0,-3 0 0,2 0 0,-1 0 0,4 0 0,-4 0 0,2 0 0,-1 2 0,-1-1 0,2 2 0,-3-3 0,0 0 0,2 0 0,-1 0 0,2 0 0,-3 0 0,0 0 0,0 0 0,0 0 0,2 5 0,-1-4 0,2 5 0,-3-6 0,0 0 0,0 0 0,2 0 0,-1 0 0,2 0 0,-3 0 0,0 2 0,0-1 0,0 2 0,0-3 0,0 0 0,0 0 0,0 0 0,0 0 0,0 0 0,-3-3 0,0 0 0,-3-3 0,-1 0 0,4-3 0,-2 2 0,1-4 0,1 2 0,-2-1 0,1-1 0,1 1 0,-3-2 0,6 0 0,-3 3 0,3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5:25.211"/>
    </inkml:context>
    <inkml:brush xml:id="br0">
      <inkml:brushProperty name="width" value="0.2" units="cm"/>
      <inkml:brushProperty name="height" value="1.2" units="cm"/>
      <inkml:brushProperty name="inkEffects" value="pencil"/>
    </inkml:brush>
  </inkml:definitions>
  <inkml:trace contextRef="#ctx0" brushRef="#br0">1 0 16383,'0'13'0,"0"-2"0,0-5 0,2-3 0,-1 3 0,2-3 0,-3 3 0,0 0 0,0 0 0,2-3 0,-1 3 0,2-3 0,-3 3 0,2 0 0,-1 0 0,2 0 0,-3 0 0,2 0 0,-1 0 0,2 0 0,-3 0 0,2-3 0,-1 3 0,2-3 0,-3 3 0,2 0 0,-1 0 0,2 3 0,-3-3 0,0 3 0,2-6 0,-1 3 0,2-3 0,-3 3 0,2 0 0,-1 0 0,2 0 0,-1-3 0,-1 3 0,2-3 0,-3 3 0,2 0 0,-1 0 0,2 0 0,-3 0 0,2 0 0,-1 0 0,4 0 0,-4 0 0,2 0 0,-3 0 0,2-3 0,-1 3 0,2-3 0,-1 0 0,-1 3 0,2-3 0,-3 3 0,2 0 0,-1 0 0,4 0 0,-4 0 0,4-3 0,-4 3 0,4-3 0,-4 3 0,2 0 0,-1 0 0,-1 0 0,4-3 0,-4 3 0,2-3 0,-1 0 0,-1 3 0,4-6 0,-4 6 0,4-3 0,-4 3 0,4-3 0,-4 3 0,4-3 0,-1 0 0,-1 3 0,2-6 0,-4 6 0,4-3 0,-1 0 0,-1 3 0,2-6 0,-1 3 0,2 0 0,0-3 0,0 3 0,-3 0 0,2-3 0,-1 3 0,2-3 0,0 0 0,0 0 0,0 0 0,0 0 0,0 0 0,0 0 0,0 0 0,0 0 0,0 0 0,0 0 0,2 0 0,-1 0 0,2 0 0,-3 0 0,0 0 0,0 0 0,0 0 0,0 0 0,0 0 0,0 0 0,0 0 0,0 0 0,0 0 0,0 0 0,0 0 0,-3-3 0,2 3 0,-1-3 0,2 3 0,0 0 0,-3-3 0,2 3 0,-1-3 0,2 3 0,0 0 0,0 0 0,0 0 0,0 0 0,-3-3 0,2 3 0,-1-3 0,2 3 0,0 0 0,0 0 0,0 0 0,0 0 0,0 0 0,0 0 0,0-3 0,0 2 0,0-1 0,0 2 0,0 0 0,0 0 0,0 0 0,0 0 0,0 0 0,-3-3 0,2 2 0,-1-1 0,2 2 0,0 0 0,0 0 0,0 0 0,0 0 0,0 0 0,0 0 0,0 0 0,0 0 0,0 0 0,0 0 0,0 0 0,-3 2 0,2-1 0,-1 2 0,2-3 0,-3 2 0,2-1 0,-1 2 0,-1-1 0,2-1 0,-1 2 0,2-1 0,0-1 0,-3 4 0,2-4 0,-1 2 0,-1-1 0,2-1 0,-4 4 0,4-4 0,-1 2 0,-1-1 0,2 2 0,-1-1 0,-1 2 0,2-4 0,-4 4 0,4-4 0,-4 4 0,4-4 0,-4 4 0,2-1 0,-1-1 0,2 0 0,-1-1 0,0 2 0,-1-1 0,-1 2 0,2-1 0,-1-1 0,-1 2 0,2-1 0,-1-1 0,-1 2 0,2-1 0,-3 2 0,2-3 0,-1 2 0,2-1 0,-3 2 0,0 0 0,0 0 0,2-3 0,-1 2 0,2-1 0,-3 2 0,2 0 0,-1 0 0,2 0 0,-1-3 0,-1 2 0,2-1 0,-1 2 0,-1 0 0,2 0 0,-1-3 0,-1 2 0,2-1 0,-1-1 0,-1 2 0,2-1 0,-3 2 0,0 0 0,0 0 0,2-3 0,-1 2 0,2-1 0,-3 2 0,0 0 0,0 0 0,0 0 0,0 0 0,0 0 0,0 0 0,-3-3 0,2 2 0,-2-1 0,3 2 0,0 0 0,0 0 0,3-3 0,0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5:30.140"/>
    </inkml:context>
    <inkml:brush xml:id="br0">
      <inkml:brushProperty name="width" value="0.2" units="cm"/>
      <inkml:brushProperty name="height" value="1.2" units="cm"/>
      <inkml:brushProperty name="inkEffects" value="pencil"/>
    </inkml:brush>
  </inkml:definitions>
  <inkml:trace contextRef="#ctx0" brushRef="#br0">0 115 16383,'13'-3'0,"-2"0"0,-7 1 0,1 1 0,-2-4 0,3 4 0,0-5 0,0 6 0,0-3 0,-2 0 0,1 3 0,-2-6 0,3 6 0,0-3 0,0 0 0,3 0 0,-2-3 0,1 3 0,-2 0 0,0 0 0,0 2 0,0-1 0,0-1 0,0 2 0,-2-4 0,1 4 0,-2-1 0,3 2 0,0-3 0,0 2 0,0-4 0,0 4 0,0-1 0,0-1 0,0 2 0,0-2 0,0 3 0,0 0 0,-2-2 0,4 1 0,-4-2 0,7 1 0,-4 1 0,1-2 0,-2 3 0,0-2 0,0 1 0,0-2 0,0 3 0,0 0 0,0 0 0,0 0 0,0 0 0,0 0 0,3-2 0,-2 1 0,1-2 0,-2 3 0,0 0 0,0 0 0,0 0 0,0 0 0,0 0 0,0 0 0,0 0 0,0 0 0,0 0 0,0 0 0,0 0 0,-2 3 0,1-2 0,-2 1 0,3-2 0,0 0 0,0 0 0,-2 3 0,1-2 0,-2 1 0,3-2 0,0 0 0,0 3 0,0-2 0,0 1 0,0 1 0,0-2 0,0 1 0,0 1 0,0-2 0,0 4 0,0-4 0,0 4 0,0-4 0,0 4 0,3-4 0,-5 4 0,4-4 0,-5 1 0,1 1 0,1-2 0,-2 1 0,1 1 0,1-2 0,-2 4 0,3-4 0,0 4 0,0-4 0,0 4 0,0-4 0,0 4 0,0-4 0,0 4 0,-2-2 0,1 1 0,-2-2 0,3 1 0,0 0 0,-2 3 0,1-2 0,-2 1 0,1-2 0,1 1 0,-4 1 0,-7-4 0,2 1 0,-8-2 0,6 0 0,0 0 0,0 0 0,0 0 0,0 0 0,-3 0 0,2 0 0,-1 0 0,2 0 0,-1 0 0,1 0 0,0 0 0,0 0 0,0 0 0,0 0 0,0 0 0,0 0 0,0 0 0,-3 0 0,3 0 0,-3 0 0,3 0 0,0 0 0,0 0 0,0 0 0,-1 0 0,1 0 0,0 0 0,0 0 0,0 0 0,0 0 0,-3 0 0,3 0 0,-3 0 0,0 0 0,3 0 0,-3 0 0,3 0 0,-3 0 0,2 0 0,-1 0 0,2 0 0,-1 0 0,1 0 0,-2 0 0,1 0 0,-2 0 0,3 0 0,0 0 0,0 0 0,0 0 0,0 0 0,0 0 0,-3 0 0,2 0 0,-1 0 0,2 0 0,0 0 0,0 0 0,-1 0 0,1 0 0,0 0 0,0 0 0,0 0 0,0-2 0,-3 1 0,3-2 0,-3 3 0,3 0 0,0 0 0,0 0 0,0 0 0,0 0 0,0 0 0,0 0 0,0 0 0,2-3 0,-1 3 0,1-3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5:40.922"/>
    </inkml:context>
    <inkml:brush xml:id="br0">
      <inkml:brushProperty name="width" value="0.2" units="cm"/>
      <inkml:brushProperty name="height" value="1.2" units="cm"/>
      <inkml:brushProperty name="inkEffects" value="pencil"/>
    </inkml:brush>
  </inkml:definitions>
  <inkml:trace contextRef="#ctx0" brushRef="#br0">179 1 16383,'-7'12'0,"-1"-3"0,7-4 0,-1-1 0,-1-1 0,2 2 0,-4 1 0,4 1 0,-4 2 0,1-1 0,1-1 0,-2 2 0,1-3 0,1 0 0,0 0 0,0 0 0,0 0 0,0 0 0,0 2 0,0-1 0,0 2 0,0-1 0,-3 2 0,3 4 0,0-1 0,-3-1 0,5-1 0,-4-1 0,2 2 0,-1 0 0,-1 0 0,4 0 0,-4 0 0,2 0 0,-1 0 0,-1 0 0,4 6 0,-4-4 0,1 21 0,1-19 0,-2 14 0,4-12 0,-4-4 0,4 10 0,-2-10 0,3 11 0,-2-11 0,1 10 0,-2-4 0,3 0 0,0-1 0,-4-1 0,3 2 0,-3 6 0,4 0 0,0-1 0,-2-5 0,1-1 0,-2-1 0,3 2 0,0 0 0,0-1 0,0 12 0,0-14 0,0 15 0,0-14 0,0 2 0,0 0 0,0-1 0,0 4 0,3-8 0,-2 16 0,1-18 0,2 12 0,-3-11 0,3 4 0,0 1 0,-3-6 0,3 6 0,-1-7 0,-3 6 0,6-7 0,-6 7 0,6-9 0,-6 10 0,6-9 0,-6 8 0,3-2 0,0-5 0,-3 7 0,6-9 0,-6 3 0,6-3 0,-3 3 0,0-6 0,0 6 0,0-3 0,-3 3 0,6-3 0,-6 3 0,6-6 0,-3 8 0,3-4 0,-3 5 0,3-6 0,-6 3 0,6-6 0,-3 3 0,0 0 0,3 0 0,-6 0 0,6 0 0,-3 0 0,0 0 0,5 0 0,-6 0 0,6 0 0,-5 3 0,3 0 0,0 0 0,-3 0 0,3-6 0,-3 3 0,3 0 0,0 0 0,-3 0 0,3 3 0,-3-6 0,0 6 0,3-6 0,-3 6 0,3-3 0,0 0 0,-3 3 0,5-6 0,-6 6 0,6-3 0,-5 0 0,0 3 0,3-3 0,-3 3 0,3-3 0,0 3 0,0-3 0,0 0 0,0 3 0,0-3 0,-3 3 0,3-3 0,0 8 0,3-6 0,-2 3 0,1-2 0,-5-3 0,5 3 0,-4 0 0,7 0 0,-7 0 0,5-3 0,-3 3 0,0-3 0,0 3 0,0 0 0,2 0 0,-1 0 0,7 3 0,-5 4 0,2-3 0,-1 2 0,-3-6 0,2 0 0,-3 0 0,2 0 0,-1 0 0,4 0 0,-4 0 0,2-2 0,2 8 0,-4-8 0,7 6 0,-6 2 0,6-2 0,-5 4 0,5-3 0,-8-5 0,3-2 0,-3 1 0,3-2 0,0 3 0,0 0 0,0 0 0,0 0 0,-3 0 0,3 0 0,0 0 0,-3 0 0,8 3 0,-4-2 0,2 1 0,-3-4 0,0 1 0,-3-2 0,6 3 0,-6-2 0,3 1 0,0-4 0,-3 4 0,6-4 0,-6 4 0,6-4 0,-6 4 0,3-4 0,2 7 0,-3-7 0,6 4 0,-8-2 0,6-2 0,-6 1 0,3-2 0,0 3 0,-3-2 0,6 1 0,-6-2 0,6 0 0,-6 0 0,6 0 0,-3 0 0,0 0 0,3 3 0,-3 0 0,3 1 0,-3-2 0,3-2 0,-6 0 0,6-2 0,-6 1 0,6-2 0,-3 3 0,0 0 0,3 0 0,-3 0 0,0 0 0,3 0 0,0 3 0,0-2 0,3-1 0,-3-1 0,-3-2 0,3 3 0,-3 0 0,3 0 0,0 0 0,-3 0 0,3-2 0,3 2 0,-4-2 0,7 3 0,-2 0 0,-5 0 0,12 0 0,-12-1 0,6-3 0,-5 3 0,0-3 0,0 0 0,0 3 0,0-6 0,0 6 0,0-6 0,6 7 0,-7-6 0,7 5 0,-2-5 0,-3 4 0,6-4 0,-2 4 0,-3-4 0,3 2 0,-5-1 0,0-1 0,-3 2 0,3-3 0,-3 0 0,3 0 0,0 0 0,0 0 0,-3 0 0,3 0 0,-3 0 0,3 0 0,3 0 0,-5 0 0,4 0 0,-8 0 0,6 0 0,-3 0 0,0 0 0,0 0 0,0 0 0,-3 0 0,6 0 0,-6 0 0,3 0 0,-3 0 0,3 0 0,-3 0 0,8 0 0,-6 0 0,6 0 0,-8 0 0,3 0 0,0 0 0,-3 0 0,3 0 0,-3 0 0,0 0 0,0 0 0,0 0 0,0 0 0,0 0 0,0 0 0,0 0 0,0 0 0,0 0 0,0 0 0,0 0 0,0 0 0,0 0 0,-3 2 0,3-1 0,-3 2 0,6-3 0,-3 2 0,3-1 0,-3 2 0,-3-1 0,3-1 0,-3 2 0,3-3 0,-3 2 0,3-1 0,-3 2 0,3-3 0,-3 2 0,3-1 0,-3 4 0,3-4 0,0 2 0,-3-1 0,3-1 0,-3 4 0,3-4 0,0 4 0,0-4 0,-3 4 0,3-4 0,-3 2 0,-13-9 0,9 2 0,-15-2 0,12 1 0,1 2 0,-2-1 0,1-1 0,-2 1 0,3-2 0,-2 3 0,1-2 0,-5-1 0,3-1 0,-3-2 0,3 3 0,0 3 0,3-3 0,0 3 0,0 0 0,0 0 0,-1 0 0,-1 0 0,2-1 0,-3-4 0,0 4 0,-1-2 0,4 1 0,-2 1 0,1 1 0,1-2 0,-2 4 0,1-4 0,-2 1 0,0-2 0,3 0 0,-3 3 0,3-3 0,-3 3 0,0 0 0,0-3 0,2 3 0,-1-3 0,2 3 0,-1-3 0,-1 3 0,2-3 0,-3 0 0,0 2 0,2-1 0,-1 4 0,1-4 0,-2 2 0,0-4 0,0 1 0,0 0 0,0 0 0,0 0 0,0 0 0,0 0 0,0 0 0,0 3 0,2-3 0,-1 6 0,4-6 0,-7 3 0,7-3 0,-7 2 0,5-1 0,-4 2 0,4-3 0,-2 2 0,1 2 0,1-1 0,-2 0 0,1-4 0,-2 1 0,0 3 0,0-2 0,0 1 0,0 1 0,3-2 0,-3 4 0,6-4 0,-6 4 0,3-5 0,-3 6 0,0-6 0,0 6 0,2-6 0,-1 6 0,10 8 0,-4-6 0,5 12 0,-1-14 0,-4 6 0,4-3 0,-4 3 0,4-3 0,-4 3 0,4-3 0,-1 0 0,2 3 0,-3-3 0,2 0 0,-1 3 0,2-3 0,0 3 0,-3 0 0,2-3 0,-1 0 0,-1 0 0,2-3 0,-2 6 0,1-3 0,1 0 0,-2 3 0,6-3 0,-5 3 0,4 0 0,-5-3 0,3 3 0,0-6 0,-2 6 0,1-3 0,-2 3 0,3-3 0,3 3 0,-5-3 0,4 0 0,-5 3 0,3-3 0,0 3 0,0-3 0,0 3 0,0-3 0,0 0 0,-2 3 0,1-6 0,-2 6 0,6-3 0,-2 3 0,1 0 0,-2-3 0,-2 3 0,1-6 0,-2 6 0,3-3 0,0 0 0,-2 3 0,1-6 0,-2 6 0,3-6 0,-2 6 0,1-6 0,-4 6 0,4-6 0,-2 6 0,3-3 0,0 0 0,-2 3 0,1-6 0,-4 6 0,4-6 0,-2 6 0,3-3 0,0 0 0,0 3 0,0-3 0,0 3 0,0 0 0,0-3 0,0 3 0,0-3 0,0 3 0,0-3 0,0 3 0,0-3 0,0 3 0,0-3 0,-2 3 0,1-6 0,-2 6 0,3-6 0,-2 6 0,1-6 0,-2 3 0,1 0 0,1-3 0,-4 6 0,4-6 0,-4 6 0,1-3 0,-2 3 0,0 0 0,-2-3 0,1 3 0,-4-3 0,1 0 0,1 3 0,-2-6 0,1 6 0,-2-6 0,3 6 0,-3-6 0,6 6 0,-6-6 0,0 6 0,0-6 0,-3 6 0,3-6 0,0 6 0,0-6 0,0 6 0,0-6 0,-1 6 0,1-6 0,0 6 0,0-6 0,0 6 0,0-6 0,-5 6 0,3-3 0,-3 0 0,5 3 0,0-6 0,0 6 0,0-6 0,-3 6 0,2-6 0,-1 3 0,2 0 0,-3-3 0,2 6 0,-2-6 0,3 6 0,-2-6 0,-2 8 0,-2-6 0,3 6 0,-3-8 0,6 3 0,-6 0 0,5 0 0,-1 0 0,-1 0 0,2 0 0,-1-3 0,-1 6 0,2-6 0,-4 6 0,4-6 0,-7 6 0,7-3 0,-8 0 0,9 0 0,-6 0 0,6-3 0,-3 3 0,3 0 0,-3-3 0,2 3 0,-1 0 0,-1-3 0,2 6 0,-2-6 0,3 3 0,-2 0 0,-2-3 0,1 3 0,0 0 0,3-3 0,0 3 0,-3-3 0,3 3 0,-3-3 0,3 3 0,0 0 0,0-3 0,0 3 0,0 0 0,0-3 0,-1 3 0,1 0 0,0-3 0,0 3 0,0-3 0,0 0 0,0 3 0,0-3 0,0 3 0,3 0 0,-3-3 0,3 3 0,-3-3 0,0 3 0,-3-3 0,2 6 0,-1-6 0,1 6 0,1-6 0,0 3 0,0 0 0,0-3 0,0 3 0,0 0 0,0-3 0,0 3 0,0 0 0,0-3 0,0 6 0,0-6 0,2 6 0,-1-6 0,2 3 0,-3 0 0,0-3 0,2 6 0,-1-6 0,7 6 0,-4-3 0,4 3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6:43.490"/>
    </inkml:context>
    <inkml:brush xml:id="br0">
      <inkml:brushProperty name="width" value="0.2" units="cm"/>
      <inkml:brushProperty name="height" value="1.2" units="cm"/>
      <inkml:brushProperty name="inkEffects" value="pencil"/>
    </inkml:brush>
  </inkml:definitions>
  <inkml:trace contextRef="#ctx0" brushRef="#br0">0 570 16383,'0'-13'0,"3"1"0,-2 6 0,1 0 0,-2 0 0,0 0 0,0 0 0,0 0 0,0 0 0,0 0 0,3 0 0,-2 0 0,4 0 0,-4 0 0,4 0 0,-4 0 0,1 0 0,-2 0 0,3 2 0,-2-1 0,1 1 0,1-2 0,0-2 0,1 1 0,-2-2 0,1 6 0,-2-3 0,1 3 0,1-3 0,-2 0 0,4 3 0,-4-3 0,4 3 0,-4-3 0,4 0 0,-2 0 0,3-3 0,-2 2 0,1-2 0,-2 3 0,3 0 0,-2 0 0,1 0 0,-4 0 0,4 0 0,-2 3 0,1-3 0,1 3 0,-2-3 0,1 0 0,1 0 0,1-3 0,1 2 0,1-1 0,-2 2 0,0-1 0,0 1 0,0 0 0,0 3 0,-2-2 0,1 1 0,-2-2 0,3 0 0,0 3 0,0-3 0,0 3 0,3-3 0,-5 0 0,4 3 0,-5-3 0,6 5 0,-2-4 0,1 2 0,-2-1 0,0-1 0,0 2 0,0-1 0,0-1 0,0 4 0,0-4 0,0 4 0,3-4 0,-2 1 0,1 1 0,-2-2 0,3 4 0,-2-4 0,1 4 0,-2-4 0,0 4 0,3-5 0,-2 6 0,1-3 0,-2 0 0,0 3 0,0-6 0,3 6 0,0-6 0,1 3 0,1 0 0,-4-3 0,1 6 0,-2-3 0,0 3 0,0-3 0,0 2 0,0-1 0,0-1 0,0 2 0,0-4 0,0 4 0,0-1 0,0 2 0,3-3 0,-2 2 0,4-1 0,-7-1 0,7 2 0,-7-1 0,7 2 0,-7-3 0,7 2 0,-5-2 0,4 3 0,-2 0 0,1-2 0,-2 1 0,1-2 0,-2 3 0,0 0 0,0-2 0,0 1 0,0-2 0,0 3 0,0 0 0,0 0 0,0 0 0,0 0 0,0 0 0,0 0 0,3 0 0,-2 0 0,1 0 0,-2 0 0,0 0 0,0 0 0,0 0 0,0 0 0,0 0 0,0 0 0,0 0 0,0 0 0,0 0 0,0 0 0,0 0 0,0 3 0,0-2 0,0 1 0,0-2 0,0 0 0,0 0 0,-2 3 0,1-2 0,-2 1 0,3-2 0,-2 3 0,1-2 0,-2 1 0,3-2 0,-2 3 0,1-2 0,-2 1 0,3 1 0,0-2 0,0 1 0,0 1 0,0-2 0,0 1 0,-2 1 0,1-2 0,-2 4 0,3-4 0,0 1 0,0 1 0,0-2 0,-2 4 0,1-4 0,-2 1 0,3 1 0,0 0 0,0 1 0,-2 1 0,1-4 0,-4 4 0,4-4 0,-2 4 0,3-4 0,0 4 0,0-4 0,-2 4 0,1-4 0,-2 4 0,3-4 0,-2 4 0,1-4 0,-4 4 0,4-4 0,-4 4 0,4-4 0,-4 4 0,4-4 0,-4 4 0,4-4 0,-4 4 0,4-4 0,-4 4 0,4-4 0,-2 4 0,1-2 0,1 3 0,-2 0 0,1 0 0,1 0 0,-2 0 0,1 0 0,1 0 0,-4 0 0,4-2 0,-4 1 0,1-2 0,1 1 0,-2 1 0,1-2 0,-2 3 0,3 0 0,-2 0 0,1 0 0,1-2 0,-2 1 0,1-2 0,-2 3 0,3 0 0,-2 0 0,1 0 0,1 0 0,-2 0 0,1 0 0,1-2 0,-2 1 0,1-2 0,-2 3 0,3 0 0,-2 0 0,4 0 0,-4 0 0,1 0 0,-2 0 0,3-2 0,-2 4 0,4-4 0,-4 4 0,1-2 0,-2 0 0,3 0 0,-2 0 0,1 0 0,1 0 0,-2 0 0,4 0 0,-4 0 0,1 0 0,1 0 0,-2 0 0,1 0 0,-2 0 0,3 0 0,-2 0 0,1 0 0,-2 0 0,0 0 0,3-2 0,-2 1 0,1-2 0,-2 3 0,3-2 0,-2 1 0,1-2 0,-2 3 0,0 0 0,0 0 0,3 0 0,-2 0 0,1 0 0,-2 0 0,0 0 0,3-2 0,-2 1 0,1-2 0,-2 3 0,0 0 0,0 0 0,0 0 0,0 0 0,3 0 0,-2 0 0,1 0 0,-2 0 0,0 0 0,0 0 0,0 0 0,-5-19 0,4 9 0,-5-15 0,3 13 0,3 0 0,-6 0 0,6 0 0,-6-3 0,3 2 0,0-2 0,-3 6 0,6-2 0,-6 1 0,6-2 0,-6 3 0,5-2 0,-4 4 0,4-5 0,-4 3 0,2-3 0,-1 0 0,-1 3 0,4-3 0,-4 6 0,1-6 0,-2 3 0,0-3 0,0 2 0,3-1 0,-2 2 0,1-1 0,1-1 0,-3 2 0,3-1 0,-3-1 0,0 1 0,0 1 0,3-2 0,-3 4 0,3-4 0,-3 4 0,2-4 0,-1 4 0,2-5 0,-3 6 0,0-6 0,-1 6 0,1-6 0,0 6 0,3-6 0,-5 6 0,7-6 0,-7 6 0,4-3 0,-2 0 0,0 3 0,3-6 0,-3 5 0,3-1 0,-3-1 0,0 2 0,0-4 0,0 4 0,-3-4 0,2 4 0,-1-1 0,2-1 0,-1 2 0,1-1 0,0-1 0,0 2 0,0-2 0,0 3 0,0-2 0,0 1 0,0-2 0,0 1 0,0 1 0,0-2 0,0 3 0,0 0 0,0-2 0,0 1 0,-3-2 0,2 3 0,-2-2 0,3 1 0,0-2 0,0 3 0,0-2 0,0 1 0,0-2 0,0 3 0,0 0 0,0-2 0,-3 1 0,2-2 0,-1 3 0,2 0 0,0-3 0,-1 3 0,1-3 0,0 3 0,0 0 0,0 0 0,0 0 0,3-3 0,-5 3 0,4-3 0,-5 3 0,3 0 0,0 0 0,2-3 0,-1 3 0,2-3 0,-3 3 0,0 0 0,0 0 0,-1 0 0,1-3 0,-2 3 0,-2-3 0,1 3 0,0 0 0,3 0 0,0 0 0,0 0 0,0-3 0,0 3 0,0-3 0,0 3 0,0 0 0,0 0 0,0 0 0,0 0 0,-1-3 0,1 2 0,0-1 0,0 2 0,0 0 0,0 0 0,0 0 0,0 0 0,0 0 0,0 0 0,0 0 0,0 0 0,0 0 0,0 0 0,0 0 0,0 0 0,0 0 0,-1 0 0,1-3 0,0 2 0,0-1 0,0 2 0,0 0 0,0 0 0,0 0 0,0 0 0,0 0 0,0 0 0,0 0 0,0 0 0,0 0 0,0 0 0,0 0 0,0 0 0,0 0 0,-1 0 0,1 0 0,0 0 0,3 2 0,-2-1 0,1 2 0,-2-3 0,3 2 0,-3-1 0,3 4 0,-3-4 0,0 2 0,0-3 0,0 2 0,0 2 0,0-1 0,2 2 0,-1-4 0,4 4 0,-4-4 0,4 4 0,-4-4 0,1 4 0,-2-1 0,3 2 0,-2-3 0,4 2 0,-4-4 0,4 4 0,-4-4 0,4 4 0,-4-1 0,4 2 0,-5-3 0,6 2 0,-6-4 0,6 4 0,-6-4 0,6 4 0,-3-1 0,0-1 0,3 2 0,-6-4 0,6 4 0,-6-4 0,6 4 0,-3-1 0,0-1 0,2 2 0,-4-4 0,4 4 0,-4-4 0,4 4 0,-4-4 0,4 4 0,-1-1 0,-1-1 0,2 2 0,-1-1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14:00:27.555"/>
    </inkml:context>
    <inkml:brush xml:id="br0">
      <inkml:brushProperty name="width" value="0.35" units="cm"/>
      <inkml:brushProperty name="height" value="2.1" units="cm"/>
      <inkml:brushProperty name="color" value="#333333"/>
      <inkml:brushProperty name="inkEffects" value="pencil"/>
    </inkml:brush>
  </inkml:definitions>
  <inkml:trace contextRef="#ctx0" brushRef="#br0">28 9 16383,'-15'-4'0,"3"-1"0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01.927"/>
    </inkml:context>
    <inkml:brush xml:id="br0">
      <inkml:brushProperty name="width" value="0.2" units="cm"/>
      <inkml:brushProperty name="height" value="1.2" units="cm"/>
      <inkml:brushProperty name="inkEffects" value="pencil"/>
    </inkml:brush>
  </inkml:definitions>
  <inkml:trace contextRef="#ctx0" brushRef="#br0">437 1 16383,'-8'7'0,"1"0"0,4-4 0,3 4 0,-4-4 0,1 1 0,2 3 0,-2-4 0,0 1 0,2 3 0,-2-4 0,0 1 0,2 2 0,-2-2 0,0 0 0,2 2 0,-2-2 0,0 0 0,2 2 0,-2-2 0,0 0 0,2 2 0,-5-2 0,5 3 0,-5 0 0,5 0 0,-5 0 0,5 0 0,-5-3 0,5 2 0,-5-2 0,5 3 0,-5 0 0,5 0 0,-5 0 0,5 0 0,-5 0 0,2 6 0,-3-5 0,0 9 0,3-10 0,-2 4 0,2-1 0,0-3 0,-2 0 0,5 3 0,-6-6 0,4 6 0,-1-3 0,1 0 0,-1 0 0,1 3 0,-5-2 0,5 2 0,-4-3 0,7 0 0,-7 0 0,6 3 0,-5-2 0,5 2 0,-5-3 0,5 0 0,-5 0 0,5 0 0,-5 3 0,2 1 0,-3 3 0,0-3 0,3-1 0,1-3 0,0 0 0,2 0 0,-5 0 0,5 0 0,-2 3 0,0-3 0,-1 3 0,0-3 0,1 0 0,0 0 0,2 0 0,-5 10 0,5-8 0,-5 7 0,5-9 0,-5 0 0,5 0 0,-5 0 0,5 3 0,-5-5 0,5 7 0,-2-7 0,0 5 0,2-3 0,-2 0 0,0 3 0,2-2 0,-2 2 0,3-3 0,-4 3 0,4-3 0,-3 4 0,-1-4 0,4 3 0,-3-3 0,3 3 0,-4-3 0,4 0 0,-4 3 0,4-2 0,-3 2 0,3 0 0,-4-2 0,4 2 0,-3-3 0,3 3 0,-4-2 0,4 5 0,-3-5 0,3 2 0,-4 0 0,1-2 0,2 2 0,-2-3 0,3 0 0,0 3 0,-3-2 0,2 2 0,-2-3 0,3 6 0,-3-5 0,2 5 0,-2-6 0,3 3 0,-3-2 0,2 2 0,-2-3 0,3 0 0,0 0 0,0 0 0,-3 0 0,2 0 0,-2 0 0,3 0 0,0 0 0,0 3 0,0-2 0,-3 2 0,2 0 0,-2-2 0,3 2 0,0-3 0,-3 0 0,2 0 0,-2 0 0,3 0 0,0 0 0,0 0 0,0 0 0,0 0 0,0 0 0,0 0 0,0-1 0,0 1 0,0 0 0,0 0 0,0 0 0,3 0 0,-2 0 0,2 0 0,-3 0 0,0 0 0,3-3 0,-2 2 0,2-2 0,0 0 0,-2 2 0,5-5 0,-5 5 0,5-2 0,-5 3 0,5-3 0,-5 2 0,5-5 0,-2 5 0,3-2 0,0 3 0,0-3 0,-3 2 0,2-2 0,-2 0 0,0 2 0,2-5 0,-2 2 0,0 0 0,2-2 0,-2 2 0,3 0 0,0-2 0,0 5 0,0-5 0,0 2 0,-4 0 0,7-2 0,-6 2 0,3 0 0,-1-2 0,-2 2 0,3-3 0,-3 3 0,2-2 0,-2 2 0,3-3 0,3 0 0,-5 3 0,7-2 0,-7 2 0,5-3 0,-3 0 0,0 0 0,0 3 0,0-2 0,0 2 0,0-3 0,0 0 0,3 0 0,-2 0 0,2 0 0,-3 0 0,0 0 0,0 0 0,0 0 0,0 0 0,0 0 0,0 0 0,0 0 0,0 0 0,0 0 0,-1 0 0,1 0 0,0 0 0,0 0 0,0 0 0,3 0 0,-2 0 0,2 0 0,-3-3 0,0 2 0,0-2 0,0 3 0,0 0 0,0 0 0,0 0 0,0-4 0,0 4 0,0-3 0,3 3 0,-2 0 0,5 0 0,-5 0 0,2 0 0,-3-4 0,0 4 0,0-3 0,0 3 0,0 0 0,0 0 0,0 0 0,3 0 0,-3 0 0,3 0 0,-3 0 0,0 0 0,0-4 0,0 4 0,0-4 0,0 4 0,0 0 0,0 0 0,0 0 0,0 0 0,0 0 0,0 0 0,0-3 0,0 3 0,0-4 0,0 4 0,0 0 0,0 0 0,0 0 0,0 0 0,0-3 0,0 3 0,0-4 0,0 4 0,6 0 0,-4-3 0,4 2 0,-6-2 0,0 0 0,0 2 0,0-2 0,0 0 0,-1 2 0,1-2 0,13-3 0,-10 4 0,9-7 0,-12 8 0,0-2 0,-3 0 0,2 2 0,-2-5 0,3 5 0,3-2 0,-5 0 0,4 2 0,-5-2 0,3 3 0,-3-3 0,2 2 0,-5 4 0,2 2 0,-3 5 0,0-3 0,0 0 0,0-3 0,0-1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12.311"/>
    </inkml:context>
    <inkml:brush xml:id="br0">
      <inkml:brushProperty name="width" value="0.2" units="cm"/>
      <inkml:brushProperty name="height" value="1.2" units="cm"/>
      <inkml:brushProperty name="inkEffects" value="pencil"/>
    </inkml:brush>
  </inkml:definitions>
  <inkml:trace contextRef="#ctx0" brushRef="#br0">0 1 16383,'7'7'0,"0"0"0,0-7 0,-3 3 0,2-2 0,-2 2 0,3-3 0,0 0 0,-3 3 0,2-2 0,-2 2 0,3-3 0,0 0 0,0 0 0,0 0 0,0 0 0,0 0 0,0 0 0,0 0 0,0 0 0,0 0 0,3 0 0,-2 0 0,2 0 0,-3 0 0,0 3 0,0-3 0,-1 4 0,1-4 0,0 0 0,0 0 0,0 0 0,3 0 0,-2 0 0,2 0 0,-3 0 0,0 0 0,0 0 0,0 0 0,0 0 0,0 0 0,0 0 0,0 0 0,0 0 0,0 0 0,0 0 0,0 0 0,0 0 0,0 0 0,0 0 0,0 0 0,0 0 0,0 0 0,0 0 0,0 0 0,0 0 0,0-4 0,0 4 0,0-3 0,0 3 0,0 0 0,0 0 0,-1 0 0,1 0 0,0 0 0,0 0 0,0 0 0,0 0 0,0 0 0,0 0 0,0 0 0,0 0 0,0 0 0,0 0 0,0 0 0,0 0 0,0-4 0,0 4 0,0-3 0,0 3 0,0 0 0,0 0 0,0 0 0,0 0 0,0 0 0,0 0 0,0 0 0,0 0 0,0 0 0,0 0 0,0 0 0,0 0 0,0 0 0,0 0 0,3 0 0,-3 0 0,4 0 0,-5 0 0,1 0 0,0 0 0,0 0 0,0 0 0,0 0 0,0 0 0,0 0 0,0 0 0,0 0 0,0 0 0,0 0 0,0 0 0,0 0 0,0 0 0,0 0 0,0 0 0,0 0 0,0 0 0,0 0 0,0 0 0,0 0 0,0 0 0,0 0 0,-3 3 0,-1-3 0,-3 3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3:17.940"/>
    </inkml:context>
    <inkml:brush xml:id="br0">
      <inkml:brushProperty name="width" value="0.2" units="cm"/>
      <inkml:brushProperty name="height" value="1.2" units="cm"/>
      <inkml:brushProperty name="inkEffects" value="pencil"/>
    </inkml:brush>
  </inkml:definitions>
  <inkml:trace contextRef="#ctx0" brushRef="#br0">1623 113 16383,'-11'-8'0,"4"-1"0,0 8 0,3-2 0,1 0 0,-7 2 0,9-5 0,-9 5 0,6-2 0,-3 0 0,0 2 0,0-2 0,3 0 0,-2 2 0,2-2 0,-3 0 0,0 2 0,0-2 0,0 3 0,0-3 0,0 2 0,0-2 0,0 3 0,0 0 0,0-3 0,0 2 0,0-2 0,0 3 0,0-3 0,0 2 0,-1-2 0,1 3 0,-3-3 0,3 2 0,-4-2 0,1 3 0,2 0 0,-2-3 0,3 2 0,-3-2 0,2 3 0,-2 0 0,0 0 0,2-3 0,-2 2 0,-3-2 0,4 3 0,-7 0 0,8 0 0,-5 0 0,2 0 0,0 0 0,1-3 0,0 2 0,2-2 0,-5 3 0,5 0 0,-5 0 0,2 0 0,0 0 0,-2 0 0,2 0 0,-3 0 0,3 0 0,-3-3 0,4 2 0,-1-2 0,-3 3 0,3 0 0,-3 0 0,0 0 0,4 0 0,-4 0 0,3 0 0,-3 0 0,0 0 0,0 0 0,0 0 0,3 0 0,-2 0 0,2 0 0,-3 0 0,0 0 0,0 0 0,0 0 0,0 0 0,3 0 0,-2 0 0,2 0 0,0 0 0,-2 0 0,2 0 0,-3 0 0,3 0 0,-8 0 0,6 0 0,-4 0 0,7 0 0,0 0 0,-1 0 0,0 0 0,-2 0 0,2 0 0,0 0 0,-2 0 0,5 0 0,-5 0 0,5 0 0,-5 0 0,5 0 0,-2 0 0,0 0 0,2 0 0,-6 0 0,7 0 0,-7 3 0,7-2 0,-4 2 0,1-3 0,3 0 0,-4 0 0,4 3 0,-3-2 0,2 2 0,-2-3 0,3 0 0,-3 0 0,2 3 0,-2-3 0,3 4 0,-3-4 0,2 0 0,-5 3 0,5-3 0,-2 4 0,3-4 0,0 3 0,0-3 0,0 4 0,0-4 0,0 3 0,0-3 0,0 7 0,0-7 0,0 3 0,0 1 0,-1-4 0,1 3 0,0 1 0,0-4 0,0 7 0,0-7 0,0 6 0,0-5 0,0 5 0,0-5 0,3 5 0,-2-5 0,2 5 0,-3-5 0,3 5 0,-2-5 0,5 5 0,-5-5 0,5 5 0,-5-5 0,2 5 0,-3-2 0,0 3 0,3 0 0,-2-3 0,2 2 0,0-2 0,-2 0 0,5 2 0,-6-2 0,7 3 0,-7-3 0,7 2 0,-7-2 0,7 3 0,-4 0 0,1-3 0,3 2 0,-4-2 0,4 3 0,0 0 0,0 0 0,-3-3 0,3 2 0,-4-2 0,4 3 0,0 0 0,0 0 0,0 0 0,0 0 0,4-4 0,-4 4 0,3-4 0,-3 4 0,3 0 0,-2 0 0,5-3 0,-5 2 0,2-2 0,0 0 0,-2 2 0,5-2 0,-2 3 0,0 0 0,2-3 0,-5 2 0,5-5 0,-2 5 0,3-2 0,0 3 0,0-3 0,-3 2 0,2-5 0,-2 5 0,3-5 0,0 5 0,0-5 0,-3 5 0,5-5 0,-4 5 0,5-5 0,-3 5 0,0-5 0,0 5 0,3-5 0,-2 2 0,2 0 0,-3 1 0,0 0 0,3-1 0,-3 0 0,3-2 0,-3 5 0,4-5 0,-4 2 0,6 0 0,-5-2 0,2 5 0,0-5 0,1 2 0,0 0 0,-1-2 0,-3 2 0,3-3 0,1 3 0,0-2 0,2 2 0,-5-3 0,5 3 0,-5-2 0,2 2 0,0-3 0,1 0 0,-1 0 0,4 3 0,-3-3 0,-1 4 0,0-4 0,7 3 0,-8-3 0,10 4 0,-11-4 0,5 0 0,-2 0 0,0 0 0,2 0 0,-5 0 0,5 3 0,-2-3 0,3 4 0,-3-4 0,-1 0 0,0 0 0,1 0 0,0 0 0,2 0 0,-2 0 0,2 0 0,-2 0 0,2 0 0,-2 0 0,3 0 0,-3 0 0,2 0 0,-5 0 0,5 0 0,-2 0 0,0 0 0,2 0 0,-2 0 0,0 0 0,2 0 0,-2 0 0,0 0 0,2 0 0,-5 0 0,5-4 0,-2 4 0,-1-3 0,4 3 0,-7 0 0,6 0 0,-5 0 0,2 0 0,0 0 0,-2 0 0,2 0 0,3 0 0,-4 0 0,4 0 0,-6 0 0,3 0 0,-2 0 0,2 0 0,-3 0 0,0 0 0,0 0 0,0 0 0,3-4 0,-2 4 0,2-4 0,-3 4 0,9 0 0,-7 0 0,8 0 0,-11 0 0,1 0 0,0 0 0,-3-3 0,2 3 0,-2-4 0,3 4 0,0 0 0,0 0 0,0 0 0,0 0 0,0 0 0,0 0 0,0 0 0,-3-3 0,2 3 0,-2-4 0,3 4 0,0 0 0,0 0 0,0 0 0,0 0 0,-3-3 0,2 2 0,-2-2 0,3 3 0,-3-3 0,2 2 0,-2-2 0,0 0 0,2 2 0,-5-5 0,5 5 0,-5-5 0,5 5 0,-5-5 0,5 2 0,-2-3 0,0 0 0,2 0 0,-5 0 0,2 0 0,-3 0 0,3 3 0,-3-2 0,4 2 0,-4-3 0,0 0 0,3 3 0,-3-2 0,4 2 0,-4-3 0,3 0 0,-3 0 0,4 0 0,-4-1 0,3 5 0,-3-4 0,3 3 0,1 0 0,-4-2 0,3 2 0,1 0 0,-4-2 0,7 5 0,-7-5 0,3 2 0,1 0 0,-4-2 0,6 5 0,-5-5 0,5 2 0,-5-3 0,5 3 0,-5-2 0,2 2 0,0 0 0,-2-2 0,2 2 0,0 0 0,-2-2 0,2 2 0,0 0 0,-2-2 0,2 2 0,0 0 0,-2-2 0,2 2 0,-3-3 0,0 0 0,3 3 0,-2-3 0,2 4 0,-3-5 0,0 1 0,3 4 0,-2-4 0,2 0 0,-3-1 0,0-2 0,0 9 0,0 11 0,-3 0 0,2 6 0,-2-12 0,3-1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3:19.120"/>
    </inkml:context>
    <inkml:brush xml:id="br0">
      <inkml:brushProperty name="width" value="0.2" units="cm"/>
      <inkml:brushProperty name="height" value="1.2" units="cm"/>
      <inkml:brushProperty name="inkEffects" value="pencil"/>
    </inkml:brush>
  </inkml:definitions>
  <inkml:trace contextRef="#ctx0" brushRef="#br0">0 53 16383,'11'4'0,"-1"-1"0,-3-3 0,0 0 0,0 0 0,-3-3 0,2 2 0,-2-2 0,6 0 0,-2 2 0,2-2 0,-3 3 0,0 0 0,0 0 0,6 0 0,-4-3 0,4 2 0,-6-2 0,0 3 0,0 0 0,0 0 0,0 0 0,0 0 0,12 0 0,-9 0 0,9 0 0,-12 0 0,0 0 0,0 0 0,0 0 0,0 0 0,0 0 0,0 0 0,0 0 0,16 0 0,-12 0 0,11 0 0,-15 0 0,0 0 0,0 0 0,3 0 0,-2 0 0,2 0 0,-3 0 0,0 0 0,0 3 0,3-2 0,7 2 0,-2-3 0,6 0 0,-11 0 0,0 0 0,-3 3 0,0-2 0,0 2 0,3-3 0,-2 0 0,5 0 0,-5 3 0,2-2 0,-3 2 0,19 0 0,-15-2 0,15 2 0,-16-3 0,-2 0 0,2 0 0,-3 0 0,3 0 0,-2 0 0,2 0 0,-3 0 0,0 3 0,3-2 0,-3 2 0,3-3 0,-3 0 0,0 0 0,0 0 0,0 0 0,0 0 0,0 0 0,0 0 0,0 0 0,0 0 0,0 0 0,0 0 0,0 0 0,0 0 0,0 0 0,0 0 0,0 0 0,0 0 0,0 0 0,-3 3 0,-1 1 0,-3 3 0,0 0 0,0 0 0,0 0 0,0 0 0,0 0 0,0 0 0,0 0 0,0 0 0,0 0 0,0 0 0,0 0 0,0 0 0,3-3 0,-2 2 0,2-2 0,-3 3 0,3 0 0,-2 0 0,2 0 0,0-4 0,-2 4 0,2-3 0,0 2 0,-2 1 0,2 0 0,0-3 0,-2 2 0,2-2 0,0 0 0,-2 2 0,2-2 0,0 0 0,-2 2 0,2-2 0,0 0 0,-2 2 0,5-2 0,-2 3 0,0 0 0,2-3 0,-5 2 0,5-5 0,-2 5 0,3-5 0,-4 5 0,4-5 0,-3 2 0,2 0 0,1-2 0,0 5 0,0-5 0,0 2 0,0 0 0,0-2 0,0 2 0,0-3 0,0 0 0,0 3 0,0-2 0,0 2 0,0-3 0,0 0 0,0 0 0,0 3 0,0-2 0,0 2 0,3-3 0,-2 0 0,2 0 0,-3 0 0,0 0 0,0 0 0,3 3 0,1-2 0,0 2 0,2-3 0,-6 0 0,7 0 0,-7 0 0,3 0 0,1 0 0,-4 0 0,6 0 0,-5 3 0,5-2 0,-5 2 0,5-3 0,-5 0 0,5 0 0,-2 0 0,0 0 0,2 0 0,-5 0 0,5 0 0,-2 0 0,0 0 0,2 0 0,-2 0 0,0 0 0,2 0 0,-2 0 0,-1 0 0,4 0 0,-7 0 0,6 0 0,-2 0 0,0 0 0,2 0 0,-5-3 0,5 2 0,-5-2 0,2 3 0,0 0 0,1 0 0,0 0 0,-1 0 0,0-3 0,1 2 0,0-2 0,-1 0 0,0 2 0,4-2 0,-3 3 0,6-3 0,-10 2 0,3-2 0,1 3 0,-4 0 0,3 0 0,-3-3 0,3 2 0,1-2 0,0 3 0,-1-3 0,-3 2 0,3-2 0,1-1 0,0 4 0,-1-3 0,-3 3 0,0 0 0,3-4 0,-2 4 0,2-3 0,-3 3 0,0-4 0,0 4 0,0-4 0,0 4 0,0 0 0,-4-3 0,13 3 0,-13-7 0,13 7 0,-13-4 0,4 4 0,0-3 0,0 2 0,0-2 0,0 3 0,0-6 0,0 5 0,0-6 0,-3 4 0,2 2 0,-2-5 0,3 5 0,-3-5 0,2 5 0,-5-5 0,5 5 0,-2-5 0,0 2 0,2 0 0,-5-2 0,5 2 0,-5-3 0,5 0 0,-5 0 0,2 0 0,-3 0 0,0 0 0,0 0 0,0 0 0,0 0 0,0 0 0,0 0 0,-3 3 0,2-6 0,-5 9 0,5-9 0,-5 10 0,5-7 0,-2 3 0,0 0 0,-1-2 0,0 2 0,-12-6 0,13 2 0,-13 1 0,13 1 0,-1 2 0,-3 0 0,3 1 0,-3 0 0,0 2 0,0-5 0,0 5 0,0-5 0,-15-1 0,11-1 0,-12 1 0,16 4 0,-3 0 0,2 2 0,-2-2 0,3 3 0,0-3 0,-3 2 0,2-2 0,-2 0 0,-13-1 0,9 0 0,-9 1 0,12 3 0,1 0 0,3 0 0,-4-3 0,4 2 0,-3-2 0,2 3 0,-5 0 0,5 0 0,-2 0 0,-16 0 0,15 0 0,-15 0 0,16 0 0,2 0 0,-5 0 0,2 0 0,0 0 0,-2 0 0,5 0 0,-2 0 0,-19 3 0,16-2 0,-15 2 0,17-3 0,4 0 0,-4 0 0,4 0 0,0 0 0,-3 0 0,2 3 0,-2-3 0,-3 4 0,4-4 0,-4 0 0,6 0 0,0 3 0,0-3 0,0 4 0,0-4 0,0 0 0,0 0 0,0 0 0,0 0 0,0 3 0,0-3 0,0 4 0,0-4 0,0 0 0,0 0 0,0 0 0,-1 3 0,1-3 0,0 3 0,0-3 0,0 0 0,0 0 0,0 0 0,3 4 0,-2-4 0,2 3 0,-3-3 0,0 0 0,0 0 0,0 0 0,0 0 0,0 0 0,3 4 0,-2-4 0,2 3 0,-3-3 0,0 0 0,0 0 0,0 0 0,0 4 0,0-4 0,0 3 0,0-3 0,-1 0 0,-2 0 0,3 4 0,-4-4 0,4 3 0,0-3 0,0 0 0,0 0 0,0 0 0,0 0 0,0 0 0,0 0 0,3 3 0,-12-2 0,10 2 0,-10-3 0,9 0 0,0 0 0,0 0 0,0 0 0,0 0 0,0 0 0,0 0 0,-1 0 0,1 0 0,-12 0 0,9 0 0,-10 3 0,13-2 0,0 2 0,0-3 0,0 0 0,0 0 0,0 0 0,0 0 0,0 0 0,-3 0 0,2 0 0,-2 0 0,3 0 0,0 0 0,0 0 0,0 0 0,-1 0 0,8 3 0,0 1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3:20.728"/>
    </inkml:context>
    <inkml:brush xml:id="br0">
      <inkml:brushProperty name="width" value="0.2" units="cm"/>
      <inkml:brushProperty name="height" value="1.2" units="cm"/>
      <inkml:brushProperty name="inkEffects" value="pencil"/>
    </inkml:brush>
  </inkml:definitions>
  <inkml:trace contextRef="#ctx0" brushRef="#br0">0 113 16383,'0'-15'0,"3"5"0,-2 4 0,5 5 0,-5-5 0,5 5 0,-2-2 0,0 0 0,2 2 0,-2-2 0,0 0 0,2 2 0,-5-5 0,8 5 0,-4-5 0,5 5 0,-3-2 0,0 0 0,0 2 0,0-2 0,0 0 0,0 2 0,0-2 0,-3 0 0,2 2 0,-2-2 0,3 3 0,0 0 0,-4-3 0,4 2 0,-3-2 0,2 3 0,1 0 0,4-3 0,-4 2 0,3-2 0,-3 3 0,0 0 0,0 0 0,0 0 0,0 0 0,0 0 0,0-3 0,0 2 0,0-2 0,0 3 0,0 0 0,0 0 0,0 0 0,0 0 0,0 0 0,0 0 0,0 0 0,0 3 0,0-3 0,3 4 0,-2-4 0,2 0 0,-3 3 0,0-3 0,3 4 0,-3-4 0,0 3 0,0-3 0,-3 4 0,2-4 0,1 0 0,0 0 0,0 3 0,0-3 0,0 3 0,0 1 0,0-4 0,0 3 0,0-3 0,0 4 0,0-4 0,0 3 0,0-3 0,3 4 0,1-4 0,0 3 0,-1-3 0,-6 3 0,2-2 0,-2 2 0,3-3 0,0 0 0,0 0 0,0 3 0,0-2 0,0 2 0,0-3 0,0 0 0,0 0 0,0 0 0,0 0 0,0 0 0,0 0 0,0 3 0,-1-2 0,1 2 0,0-3 0,0 0 0,0 0 0,0 0 0,0 0 0,0 0 0,0 0 0,0 0 0,0 0 0,0 0 0,0 0 0,-3 3 0,-1 1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3:21.369"/>
    </inkml:context>
    <inkml:brush xml:id="br0">
      <inkml:brushProperty name="width" value="0.2" units="cm"/>
      <inkml:brushProperty name="height" value="1.2" units="cm"/>
      <inkml:brushProperty name="inkEffects" value="pencil"/>
    </inkml:brush>
  </inkml:definitions>
  <inkml:trace contextRef="#ctx0" brushRef="#br0">1 2 16383,'0'14'0,"0"0"0,0-7 0,0 0 0,0 0 0,0 0 0,0-1 0,0 1 0,0 0 0,0 0 0,0 0 0,0 0 0,0 0 0,0 0 0,0 0 0,3-3 0,-2 2 0,2-2 0,-3 3 0,3-3 0,-2 2 0,5-5 0,-2 5 0,3-5 0,0 2 0,0-3 0,-1 0 0,1 0 0,-3 3 0,3-2 0,-4 2 0,4-3 0,0 0 0,0 0 0,0 3 0,0-2 0,0 2 0,0-3 0,0 0 0,0 0 0,0 0 0,0 0 0,0 0 0,0 0 0,-3-3 0,2 2 0,-5-5 0,5 5 0,-2-5 0,0 2 0,-1-3 0,0 3 0,-2-2 0,2 2 0,0-6 0,-2 2 0,2-2 0,-3 3 0,0 0 0,0 0 0,3-4 0,-2 4 0,2-4 0,-3 4 0,3 3 0,-2-2 0,2 2 0,-3-3 0,0 0 0,0 0 0,3 3 0,-2-2 0,2 2 0,-3 16 0,0-9 0,0 17 0,0-13 0,3 0 0,-2 0 0,5-3 0,-5 2 0,2-2 0,-3 0 0,0-1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3:22.528"/>
    </inkml:context>
    <inkml:brush xml:id="br0">
      <inkml:brushProperty name="width" value="0.2" units="cm"/>
      <inkml:brushProperty name="height" value="1.2" units="cm"/>
      <inkml:brushProperty name="inkEffects" value="pencil"/>
    </inkml:brush>
  </inkml:definitions>
  <inkml:trace contextRef="#ctx0" brushRef="#br0">0 0 16383,'15'0'0,"-2"0"0,-6 0 0,0 0 0,0 0 0,0 0 0,0 0 0,0 0 0,0 3 0,0-2 0,0 2 0,0-3 0,0 0 0,0 0 0,0 0 0,0 0 0,0 0 0,0 0 0,-3 3 0,2-2 0,1 2 0,1-3 0,2 0 0,-3 0 0,0 0 0,0 0 0,0 0 0,0 0 0,0 0 0,0 0 0,0 0 0,-4 3 0,4-2 0,-4 2 0,4-3 0,0 0 0,0 0 0,0 0 0,0 0 0,0 0 0,0 0 0,0 0 0,0 0 0,0 0 0,-3 3 0,2-2 0,-2 2 0,3-3 0,0 0 0,0 0 0,0 0 0,0 0 0,0 0 0,0 0 0,0 0 0,0 3 0,0-2 0,0 2 0,0-3 0,0 0 0,0 0 0,0 0 0,0 0 0,0 0 0,0 0 0,0 0 0,0 0 0,0 0 0,0 0 0,-1 0 0,-2 3 0,-1 1 0,-3 3 0,0 0 0,0 0 0,0 0 0,-3 0 0,3 0 0,-7 0 0,7 0 0,-4 0 0,1-3 0,2 2 0,-2-2 0,0 0 0,2 2 0,-5-5 0,5 5 0,-2-2 0,0 0 0,2 2 0,-5-5 0,5 5 0,-5-6 0,5 7 0,-5-7 0,5 7 0,-5-7 0,2 4 0,0-1 0,-2-3 0,2 4 0,-3-4 0,0 3 0,0-3 0,0 3 0,0-3 0,0 0 0,3 4 0,-2-4 0,2 3 0,-3-3 0,0 0 0,0 0 0,0 0 0,-1 0 0,1 0 0,0 0 0,0 0 0,0 0 0,0 0 0,3-3 0,-2 3 0,2-4 0,0 1 0,-2 3 0,2-4 0,0 1 0,-2 2 0,5-5 0,-5 5 0,2-5 0,-3 5 0,3-5 0,-2 5 0,2-2 0,0 0 0,-2 2 0,2-2 0,0 0 0,1-1 0,3-3 0,0 0 0,0 0 0,0 0 0,0 0 0,0 0 0,0 0 0,3 3 0,-2-2 0,2 2 0,-3-3 0,0 0 0,3 3 0,-2-2 0,2 2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22.017"/>
    </inkml:context>
    <inkml:brush xml:id="br0">
      <inkml:brushProperty name="width" value="0.2" units="cm"/>
      <inkml:brushProperty name="height" value="1.2" units="cm"/>
      <inkml:brushProperty name="inkEffects" value="pencil"/>
    </inkml:brush>
  </inkml:definitions>
  <inkml:trace contextRef="#ctx0" brushRef="#br0">1 633 16383,'3'11'0,"1"-1"0,-4-3 0,0 0 0,3 0 0,-3 0 0,4 0 0,-4 0 0,0 0 0,0 0 0,3-3 0,-3 2 0,4-2 0,-4 3 0,0 0 0,3 0 0,-3 0 0,4 0 0,-4 0 0,0 0 0,3 0 0,-3 0 0,3-1 0,-3 1 0,0 0 0,0 0 0,4 0 0,-4 0 0,3 0 0,-3 0 0,0 0 0,0 0 0,4 3 0,-4-2 0,3 2 0,-3-3 0,0 3 0,4 1 0,-4 0 0,3-1 0,-3-3 0,3 0 0,-2 0 0,2 3 0,-3-2 0,0 2 0,0-3 0,0 9 0,3-4 0,-2 5 0,2-7 0,-3-3 0,0 0 0,0 4 0,0-4 0,0 3 0,0 0 0,3-2 0,-2 2 0,2 0 0,-3-2 0,0 2 0,0 0 0,0-2 0,0 2 0,3 0 0,-2-2 0,2 2 0,-3 0 0,0-2 0,0 2 0,3 0 0,-2-2 0,2 2 0,-3 0 0,0-3 0,0 4 0,0-1 0,3-3 0,-2 7 0,2-7 0,0 3 0,-2 0 0,2-2 0,-3 2 0,0 0 0,3-2 0,-2 5 0,2-5 0,-3 2 0,3-3 0,-2 3 0,5-2 0,-5 2 0,2-3 0,0 6 0,-2-4 0,2 7 0,0-8 0,-2 2 0,2-3 0,0 0 0,-2 0 0,2 3 0,-3-3 0,3 3 0,-2-3 0,5 0 0,-5 0 0,2 3 0,-3-2 0,3 2 0,-2-3 0,2 0 0,0 0 0,-2 0 0,2 0 0,0 0 0,-2 0 0,2 0 0,0 0 0,-2 0 0,2 0 0,-3 0 0,3 0 0,-2 0 0,2 0 0,-3 0 0,0 0 0,3-3 0,-2 5 0,2-4 0,-3 5 0,3-3 0,-2 0 0,2 0 0,-3 0 0,0 0 0,3-4 0,-2 4 0,2-4 0,-3 8 0,3-4 0,-2 3 0,2-3 0,-3 0 0,3 0 0,-2 0 0,2 0 0,-3 0 0,0 0 0,3 0 0,-2 0 0,2 0 0,-3 0 0,0 0 0,0 0 0,3 0 0,-2 0 0,2 0 0,0 0 0,-2 0 0,2 0 0,-3 0 0,3 0 0,-3 0 0,4 0 0,-4 0 0,3-3 0,-3 2 0,4-2 0,-4 3 0,3-4 0,-3 7 0,4-6 0,-1 7 0,-3-5 0,7 1 0,-7 0 0,3 0 0,1 0 0,-4 0 0,7 0 0,-7 0 0,3 0 0,1 0 0,-4 0 0,6 0 0,-5 0 0,2 0 0,0 0 0,-2 0 0,2 0 0,0-3 0,-2 2 0,5-2 0,-5 3 0,2 0 0,0 0 0,-2 0 0,2 0 0,0 0 0,-2 0 0,5 0 0,-5 0 0,5 0 0,-5 0 0,2 0 0,0 0 0,-2 0 0,5 0 0,-5 0 0,5 0 0,-5-1 0,2 1 0,0 0 0,-2 0 0,5 0 0,-5 0 0,2 0 0,0-3 0,-2 2 0,2-2 0,0 0 0,-2 2 0,5-2 0,-5 3 0,2 0 0,-3 0 0,3 0 0,1 0 0,0 0 0,-1 0 0,0-3 0,-2 2 0,2-2 0,0 0 0,-2 2 0,5-2 0,-5 3 0,2 0 0,0 0 0,-2 0 0,5-3 0,-5 2 0,2-2 0,-3 3 0,3-3 0,-2 2 0,5-2 0,-5 3 0,5 0 0,-5 0 0,2 0 0,0-1 0,-2 1 0,5-3 0,-5 3 0,2-4 0,0 4 0,-3 0 0,7-3 0,-7 2 0,4-2 0,-4 3 0,0 0 0,3-3 0,-3 2 0,4-2 0,-4 3 0,3-3 0,-3 2 0,3-2 0,1 3 0,-4 0 0,3 0 0,1 0 0,-4 0 0,3 0 0,1 0 0,-4 0 0,3 0 0,-3 0 0,4 0 0,-4 0 0,3 0 0,-3 0 0,3 0 0,-2 0 0,5-3 0,-5 2 0,2-2 0,-3 3 0,3 0 0,-2 0 0,2-1 0,0-2 0,-2 3 0,2-4 0,-3 4 0,3-3 0,-2 2 0,2-2 0,0 3 0,-2 0 0,2 0 0,0 0 0,-2 0 0,5 0 0,-5 0 0,5 0 0,-5 0 0,5 0 0,-5 0 0,2 0 0,0 0 0,1 0 0,0 0 0,-1 0 0,0 0 0,1 0 0,3 6 0,-3-4 0,2 1 0,-5-4 0,5-2 0,-5 3 0,2 0 0,0-3 0,1 2 0,0-2 0,2 3 0,1 3 0,-2-3 0,4 3 0,-8-3 0,5 0 0,-2 0 0,0 0 0,2 0 0,-5 0 0,5-3 0,-2 9 0,3-11 0,0 10 0,-4-8 0,4 0 0,-7 2 0,4-2 0,-1 0 0,-3 2 0,10 1 0,-9 1 0,9-1 0,-10-1 0,7-5 0,-7 5 0,6-5 0,-5 5 0,5-2 0,1 6 0,-2-2 0,4 2 0,-5-3 0,3 0 0,-3 0 0,2-3 0,-5 2 0,5-5 0,1 8 0,-2-5 0,4 3 0,-5-3 0,0-1 0,2-3 0,-5 7 0,5-7 0,-5 7 0,5-7 0,-2 7 0,6 0 0,-2-3 0,-1 5 0,-1-8 0,-5 5 0,5-5 0,-2 5 0,3-5 0,-3 5 0,2-5 0,4 12 0,-2-11 0,6 7 0,-11-6 0,4-2 0,-7 5 0,7-5 0,-4 5 0,4-5 0,0 5 0,0-5 0,7 8 0,-6-7 0,5 7 0,-6-8 0,-3 5 0,2-5 0,-2 5 0,3-5 0,0 2 0,0 0 0,3 1 0,-2 0 0,-1 2 0,-1-5 0,-2 2 0,3 0 0,0 1 0,0 0 0,0 2 0,0-5 0,0 2 0,6 3 0,-5-5 0,6 9 0,-7-9 0,0 5 0,0-5 0,0 2 0,0 0 0,3-3 0,-6 7 0,6-7 0,-7 7 0,14-3 0,-8 3 0,7-4 0,-9 0 0,0 1 0,0-4 0,0 3 0,3 1 0,-2-1 0,2 1 0,-3-1 0,12 1 0,-9-1 0,10 1 0,-13-1 0,0-3 0,0 0 0,0 3 0,0-2 0,0 2 0,0-3 0,0 0 0,0 3 0,0-2 0,-1 2 0,1-3 0,0 0 0,0 0 0,0 0 0,0 0 0,0 0 0,0 0 0,0 0 0,0 0 0,0 0 0,0 0 0,0 0 0,0 0 0,0 0 0,0 0 0,0 0 0,0 0 0,0 0 0,0 0 0,0 0 0,0 0 0,0 0 0,0 0 0,0 0 0,0 0 0,0 0 0,3 0 0,-2-3 0,2 2 0,-3-2 0,0 3 0,0 0 0,0 0 0,0-3 0,-1 2 0,1-2 0,0 3 0,0 0 0,0 0 0,0 0 0,-3-3 0,2 2 0,-2-2 0,3 3 0,0 0 0,0 0 0,0 0 0,6-3 0,-4 2 0,4-2 0,-6 3 0,0 0 0,0 0 0,0 0 0,-3-3 0,2 2 0,-2-2 0,6 3 0,-2 0 0,2 0 0,-6-3 0,2 2 0,-2-2 0,3 3 0,0 0 0,-3-3 0,2 2 0,4-5 0,-2 2 0,5-3 0,-6 3 0,0 1 0,-3 0 0,2 2 0,-5-5 0,5 5 0,-5-5 0,12-1 0,-8-1 0,8 1 0,-9 1 0,2 2 0,-2-3 0,0 0 0,2 3 0,-2-3 0,3 3 0,-3-3 0,2 4 0,4-13 0,-1 10 0,4-8 0,-9 8 0,2 2 0,-2-3 0,3 0 0,0 3 0,0-2 0,-3 2 0,2 0 0,-2-2 0,9-4 0,-5 1 0,6-1 0,-11 4 0,4 2 0,-3 0 0,3-2 0,-1 2 0,1 0 0,-3-3 0,3 7 0,-4-7 0,14-3 0,-8 2 0,7-3 0,-9 5 0,0 5 0,0-5 0,0 2 0,0 0 0,0-2 0,0 2 0,0-3 0,12-6 0,-9 7 0,10-6 0,-13 8 0,0-3 0,0 3 0,0-2 0,0 2 0,0 0 0,0-2 0,0 5 0,6-8 0,-5 4 0,5-2 0,-9 1 0,3 5 0,-4-6 0,4 7 0,0-7 0,-3 4 0,2-1 0,-2-3 0,3 7 0,0-7 0,9-3 0,-6 5 0,3-8 0,-7 12 0,-2-5 0,3 2 0,0 0 0,0-2 0,0 2 0,0-3 0,0 3 0,0-2 0,9-4 0,-7 1 0,8-4 0,-10 9 0,-3-2 0,2 2 0,-2 0 0,3-2 0,0 2 0,-1 0 0,1-2 0,0 2 0,-3-3 0,6 0 0,-6 0 0,6-1 0,-3 5 0,0-4 0,-3 3 0,2-3 0,-2 3 0,3-2 0,0 2 0,0-3 0,0 3 0,3-2 0,-2 2 0,2-3 0,0-3 0,-2 2 0,2 1 0,-3 1 0,0 2 0,0-3 0,0 0 0,0 3 0,0-2 0,3 2 0,-6-3 0,6 0 0,-6 3 0,3-2 0,0 2 0,0-3 0,3 0 0,-3 0 0,3-1 0,-3 1 0,0 4 0,0-4 0,0 3 0,0 0 0,0-2 0,0 2 0,0-3 0,0 0 0,0 3 0,0-2 0,0 2 0,0 0 0,9-11 0,-6 8 0,6-9 0,-9 9 0,12-6 0,-9 4 0,7-4 0,-11 6 0,4-7 0,-2 6 0,6-6 0,-8 7 0,1 4 0,0-4 0,-3 3 0,3-3 0,-4 3 0,1-2 0,6 2 0,-9-3 0,8 0 0,-5 3 0,3-2 0,-3 2 0,2-3 0,-2 0 0,3 3 0,-3-2 0,2 2 0,-2-3 0,3 0 0,0 0 0,0 0 0,0 0 0,-3 0 0,2 0 0,-2 0 0,3 3 0,-3-3 0,2 4 0,-2-4 0,3-1 0,-3 1 0,2 4 0,-5-4 0,5 3 0,-2-3 0,3 0 0,0 0 0,0 0 0,-3 0 0,2 0 0,-2 0 0,3 0 0,0 0 0,0 0 0,-4 0 0,4 0 0,-7 0 0,7 3 0,-4-2 0,1 2 0,3-3 0,-4 0 0,4 0 0,-3 0 0,2 0 0,-5 0 0,5-1 0,-2 5 0,0-4 0,2 3 0,-5-3 0,5 3 0,-5-5 0,5 8 0,-5-9 0,5 6 0,-5-3 0,5 3 0,-5-2 0,5 2 0,-5-3 0,5 3 0,-5-2 0,5 2 0,-5-3 0,5 0 0,-2 0 0,0 0 0,2 0 0,-5 0 0,5 0 0,-5 0 0,5 0 0,-2 0 0,0 0 0,2 3 0,-5-3 0,2 4 0,0-5 0,-2 1 0,5 4 0,-5-4 0,2 3 0,-3-3 0,3 0 0,1 0 0,0 0 0,2 0 0,-5 0 0,5 0 0,-5 0 0,5 0 0,-5 0 0,2 0 0,0 0 0,-3 0 0,7 0 0,-3-3 0,3-1 0,-4 0 0,4 1 0,-7 3 0,7 0 0,-7 0 0,7 0 0,-7 0 0,7-1 0,-7 1 0,6 0 0,-5-3 0,5 2 0,-5-2 0,5 3 0,-5 0 0,5 0 0,-5 0 0,5-3 0,-5 2 0,5-2 0,-5 3 0,5 0 0,-5 0 0,5-3 0,-5 2 0,5-2 0,-5 3 0,2 0 0,0 0 0,-2 0 0,5 0 0,-5 0 0,5-4 0,-5 4 0,2-3 0,0 3 0,-2-1 0,5 1 0,-5-3 0,5-1 0,-5 0 0,2 1 0,0 3 0,1 0 0,0 0 0,-1 0 0,-3 0 0,3 0 0,-2 0 0,2 0 0,0 0 0,-2-3 0,2 2 0,0-5 0,-2 5 0,5-2 0,-5 3 0,2 0 0,0 0 0,-2 0 0,2 0 0,0-4 0,-2 1 0,5-1 0,-5 0 0,2 4 0,0 0 0,-2 0 0,2 0 0,-3 0 0,0 0 0,0 0 0,3 0 0,-2 0 0,5 0 0,-5 0 0,2 0 0,-3 0 0,0 0 0,3 3 0,-2-2 0,2 2 0,0-6 0,-3 2 0,4-2 0,-4 3 0,0 0 0,3 0 0,-3 0 0,4-1 0,-4 1 0,0 0 0,3 0 0,-3 0 0,4-3 0,-4 2 0,3-2 0,-3 3 0,4 0 0,-4 0 0,0 0 0,3 0 0,-3 0 0,3 0 0,-3 0 0,0 0 0,0 0 0,0 0 0,4 3 0,-4-2 0,3 2 0,-3-3 0,0 0 0,0 0 0,0 0 0,0 0 0,4 0 0,-4-1 0,3 1 0,-3 0 0,0 0 0,0 0 0,0 0 0,0 0 0,0 0 0,4 0 0,-4 0 0,3 0 0,-3 0 0,0 0 0,3 0 0,-2 0 0,2 0 0,-3 0 0,0 0 0,3 0 0,-2 0 0,2 0 0,-3 0 0,0 0 0,0 0 0,3 3 0,-2-3 0,2 3 0,-3-3 0,0 0 0,0 0 0,0 0 0,0 0 0,0 0 0,0 0 0,0 0 0,0 0 0,0 0 0,0 0 0,3 0 0,-2 0 0,2 0 0,-3 0 0,0 0 0,0 0 0,0 0 0,0 0 0,0 0 0,0 0 0,0 0 0,0-4 0,0 4 0,0-4 0,3 4 0,-2 0 0,2 0 0,-3 0 0,0-3 0,0 2 0,0-2 0,0 3 0,0 0 0,0 0 0,0 0 0,3 0 0,-2 0 0,2 0 0,-3 0 0,0 0 0,0 0 0,0 0 0,0 0 0,0 0 0,0 0 0,0 0 0,0 0 0,0 0 0,0 0 0,0-1 0,0 1 0,3 0 0,-2 0 0,2 0 0,-3 0 0,0 0 0,0 0 0,0 0 0,0 0 0,0 0 0,0 0 0,0 0 0,0 0 0,0 0 0,0 0 0,0 0 0,0 0 0,3-3 0,-2 2 0,2-2 0,-3 3 0,0 0 0,0 0 0,0-1 0,0-2 0,0 3 0,0-4 0,0 4 0,0 0 0,0 0 0,0 0 0,0 0 0,3-3 0,-2 2 0,2-2 0,-3 3 0,0 0 0,0 0 0,0 0 0,0 0 0,0 0 0,0-3 0,0 2 0,0-2 0,0 3 0,0 0 0,0-1 0,0 1 0,0 0 0,0 0 0,0 0 0,0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23.094"/>
    </inkml:context>
    <inkml:brush xml:id="br0">
      <inkml:brushProperty name="width" value="0.2" units="cm"/>
      <inkml:brushProperty name="height" value="1.2" units="cm"/>
      <inkml:brushProperty name="inkEffects" value="pencil"/>
    </inkml:brush>
  </inkml:definitions>
  <inkml:trace contextRef="#ctx0" brushRef="#br0">0 761 16383,'0'-15'0,"0"1"0,0 7 0,0 0 0,0 0 0,0-3 0,0 2 0,0-2 0,0 3 0,0 0 0,0 0 0,0-6 0,3 7 0,-2-6 0,2 8 0,-3-3 0,3 0 0,-2 0 0,2-3 0,0 2 0,-2-2 0,5 3 0,-5-1 0,2 1 0,-3 0 0,3 0 0,-2 0 0,5 3 0,-5-2 0,2 2 0,0 0 0,-2-2 0,2 2 0,0-3 0,1 0 0,0 0 0,-1 0 0,0 3 0,-2-2 0,2 2 0,0 0 0,-2-2 0,5 5 0,-5-5 0,5 2 0,-5-3 0,5 3 0,-5-2 0,5 2 0,-2-3 0,0 0 0,2 3 0,-5-3 0,5 4 0,-2-5 0,3 1 0,-3 0 0,2 0 0,-5 0 0,5 0 0,-2 0 0,3 3 0,-3-2 0,2 2 0,-2-3 0,-1 0 0,4 3 0,-3-2 0,-1 2 0,4 0 0,-4-2 0,4 2 0,-3-3 0,3 3 0,-7-2 0,6 5 0,-2-5 0,0 2 0,2 0 0,-2-2 0,3 2 0,0-3 0,0 3 0,-3-2 0,2 5 0,-2-6 0,0 4 0,2-1 0,-2-3 0,0 3 0,2 1 0,-2-4 0,3 7 0,0-7 0,0 3 0,0-3 0,0 0 0,3 0 0,-2 3 0,-1-2 0,-1 5 0,-2-5 0,3 5 0,0-5 0,0 2 0,0 0 0,-3-2 0,2 5 0,-2-5 0,3 5 0,-4-5 0,4 5 0,-3-5 0,3 5 0,-4-5 0,4 5 0,-4-2 0,1 0 0,3 2 0,-4-2 0,1 0 0,2 2 0,-2-2 0,3 0 0,0 2 0,-3-5 0,5 5 0,-4-2 0,2 0 0,-1 2 0,-2-2 0,3 0 0,0 2 0,0-6 0,0 7 0,0-7 0,0 7 0,3-3 0,-5-1 0,4 4 0,-5-7 0,3 7 0,0-4 0,0 1 0,0 3 0,0-4 0,0 1 0,0 3 0,-3-7 0,2 6 0,-2-2 0,-1 6 0,1 1 0,-4 3 0,0 0 0,0 0 0,3-3 0,-3 2 0,4-2 0,-4 3 0,0 0 0,0 0 0,3 0 0,-3-3 0,4-1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27.664"/>
    </inkml:context>
    <inkml:brush xml:id="br0">
      <inkml:brushProperty name="width" value="0.2" units="cm"/>
      <inkml:brushProperty name="height" value="1.2" units="cm"/>
      <inkml:brushProperty name="inkEffects" value="pencil"/>
    </inkml:brush>
  </inkml:definitions>
  <inkml:trace contextRef="#ctx0" brushRef="#br0">1 1113 16383,'14'0'0,"-1"-4"0,-6 4 0,0-4 0,0 4 0,0 0 0,-3-3 0,2 3 0,-2-4 0,3 4 0,0 0 0,0 0 0,-3-3 0,2 3 0,-2-4 0,3 4 0,9-3 0,-6-1 0,6 0 0,-9 1 0,-3 0 0,2 2 0,-2-2 0,3 0 0,0 2 0,0-2 0,0 0 0,9-4 0,-7 2 0,8-4 0,-10 8 0,0-5 0,-1 5 0,1-5 0,0 2 0,0 0 0,0-2 0,0 2 0,0 0 0,0-2 0,0 5 0,0-5 0,0 2 0,0 0 0,0-2 0,0 2 0,0 0 0,0-2 0,0 2 0,0 0 0,-3-3 0,2 7 0,-5-7 0,8 7 0,-7-7 0,7 4 0,-5-5 0,3 1 0,0 0 0,0 3 0,-3-2 0,2 2 0,-5-3 0,5 3 0,-5-2 0,5 2 0,-5-3 0,5 3 0,-5-2 0,5 5 0,-5-5 0,5 2 0,-6-3 0,7 3 0,-7-2 0,7 2 0,-7-3 0,4 0 0,-1 3 0,-3-2 0,3 2 0,1 0 0,-4-2 0,7 2 0,-7-3 0,3 0 0,-3 0 0,4 3 0,-4-3 0,7 3 0,-7-3 0,3 0 0,-3 0 0,0 0 0,0 0 0,3 0 0,-2-3 0,2 2 0,-3-2 0,0 3 0,3 0 0,-2 0 0,2 0 0,-3 0 0,0 0 0,0 0 0,0 0 0,0 0 0,0 0 0,0-3 0,0-1 0,0 0 0,0 1 0,0 3 0,0-4 0,0 4 0,0-4 0,0 4 0,0 0 0,0 0 0,-3 0 0,2-3 0,-2 2 0,3-2 0,-3 3 0,2 0 0,-2 0 0,3 0 0,-3 0 0,2-3 0,-5 2 0,5-2 0,-2 3 0,0 0 0,2 0 0,-2-3 0,0 2 0,2-2 0,-2 3 0,0 0 0,2-1 0,-5 1 0,5 0 0,-5 0 0,5 0 0,-2 0 0,0 3 0,2-2 0,-2 2 0,0-3 0,-1 0 0,0 0 0,-2 0 0,5 0 0,-5 0 0,5 0 0,-5 0 0,5 0 0,-2 0 0,0 3 0,2-2 0,-5 2 0,5-3 0,-5 3 0,5-2 0,-6 2 0,7-3 0,-7 3 0,7-3 0,-3 4 0,-1-1 0,4-3 0,-7 7 0,7-7 0,-4 3 0,1-6 0,-1 6 0,1-6 0,-4 6 0,3-3 0,0 0 0,-2 3 0,5-2 0,-5 5 0,5-5 0,-5 5 0,5-5 0,-5 5 0,5-5 0,-5 5 0,5-5 0,-5 5 0,5-5 0,-5 5 0,5-5 0,-5 5 0,2-2 0,0 0 0,-2 2 0,5-5 0,-5 5 0,2-5 0,-3 5 0,3-5 0,-2 5 0,2-5 0,-3 5 0,0-2 0,3 0 0,1 2 0,3-2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34.331"/>
    </inkml:context>
    <inkml:brush xml:id="br0">
      <inkml:brushProperty name="width" value="0.2" units="cm"/>
      <inkml:brushProperty name="height" value="1.2" units="cm"/>
      <inkml:brushProperty name="inkEffects" value="pencil"/>
    </inkml:brush>
  </inkml:definitions>
  <inkml:trace contextRef="#ctx0" brushRef="#br0">33 1 16383,'0'14'0,"0"-1"0,0-6 0,0 0 0,0 0 0,0 0 0,0 0 0,0 0 0,0 0 0,0 0 0,0 0 0,0 0 0,0 0 0,0 0 0,0 0 0,0 0 0,3 0 0,-3 0 0,4 3 0,-4-2 0,0 2 0,0-3 0,0 18 0,0-13 0,3 17 0,-3-22 0,4 7 0,-4-7 0,0 7 0,0-4 0,0 1 0,0 2 0,0-5 0,3 5 0,-3-5 0,4 21 0,-4-15 0,0 13 0,0-14 0,3-2 0,-3 3 0,3-3 0,-3 2 0,4-2 0,-4 3 0,3-4 0,-3 4 0,0-4 0,0 26 0,4-17 0,-4 17 0,3-22 0,-3 0 0,4 0 0,-4 0 0,3-3 0,-3 2 0,0-2 0,4 3 0,-4 0 0,3 0 0,0 24 0,-2-18 0,5 19 0,-5-25 0,2 0 0,-3 0 0,3 0 0,-2 0 0,2 0 0,-3 0 0,0 0 0,3 0 0,-2 7 0,5 7 0,-5-3 0,2 1 0,-3-12 0,0 0 0,0 7 0,0-5 0,0 13 0,0-13 0,0 13 0,3-13 0,-2 13 0,2-14 0,-3 14 0,-3-7 0,2 9 0,-2-2 0,3-5 0,0 4 0,0-4 0,-3-1 0,2-2 0,-2 1 0,3 1 0,0 34 0,-3-27 0,2 25 0,-2-26 0,3 4 0,0-4 0,0 0 0,0-13 0,0 13 0,0-13 0,0 5 0,0 16 0,0-18 0,0 18 0,0-16 0,0-5 0,0 13 0,0-13 0,-4 13 0,2-13 0,-2 5 0,4 0 0,0 3 0,0-1 0,-3-2 0,2-7 0,-2 8 0,0-6 0,2 13 0,-2-14 0,-2 14 0,4-13 0,-4 5 0,5-7 0,-4 8 0,3 7 0,-7-4 0,7 3 0,-2-7 0,3-5 0,-3 5 0,2 1 0,-2-6 0,0 5 0,2-7 0,-2 8 0,3-7 0,-3 7 0,2-8 0,-2 7 0,0-5 0,2 5 0,-2-7 0,3 8 0,0-6 0,-3 5 0,2-7 0,-2 0 0,3 0 0,-3 0 0,2 0 0,-2 0 0,3 0 0,-3-1 0,2 1 0,-2 0 0,3 0 0,0 0 0,0-3 0,0 2 0,0-2 0,0 3 0,-3 0 0,2-3 0,-2 2 0,3-2 0,0 0 0,0 2 0,0-5 0,0 5 0,0-5 0,0 5 0,0-6 0,0 4 0,0 2 0,0-5 0,0 5 0,0-3 0,0-2 0,0 2 0,0-3 0,0 0 0,0 0 0,0 0 0,0 0 0,0 0 0,0 0 0,0 0 0,0 0 0,0 0 0,0 0 0,0 0 0,0 0 0,0 0 0,0 0 0,0 0 0,0 0 0,0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35.640"/>
    </inkml:context>
    <inkml:brush xml:id="br0">
      <inkml:brushProperty name="width" value="0.2" units="cm"/>
      <inkml:brushProperty name="height" value="1.2" units="cm"/>
      <inkml:brushProperty name="inkEffects" value="pencil"/>
    </inkml:brush>
  </inkml:definitions>
  <inkml:trace contextRef="#ctx0" brushRef="#br0">1 0 16383,'0'15'0,"0"-2"0,0-6 0,0 0 0,0 0 0,0 0 0,0 0 0,3 0 0,-3 0 0,3 0 0,-3 0 0,0 0 0,0 0 0,0 0 0,0 0 0,0 0 0,0 0 0,0 0 0,0 0 0,0 0 0,0 0 0,0 3 0,0 1 0,4-1 0,-4 0 0,3-3 0,-3 4 0,0-4 0,0 3 0,0-3 0,0 3 0,0-2 0,0 2 0,0-3 0,0 3 0,0-2 0,0 2 0,0 0 0,0-2 0,0 2 0,0 0 0,0-2 0,0 2 0,0-3 0,0 3 0,0-2 0,0 5 0,0-5 0,0 2 0,0-3 0,0 3 0,4-3 0,-4 3 0,3 1 0,-3-4 0,0 3 0,0-3 0,0 3 0,0-2 0,0 2 0,0-3 0,0 3 0,0-2 0,4 5 0,-4-5 0,3 2 0,-3-3 0,0 0 0,0 3 0,0-2 0,0 2 0,0 3 0,0-4 0,3 7 0,-2-8 0,2 2 0,-3 0 0,0-3 0,0 4 0,3-5 0,-2 5 0,2-4 0,-3 3 0,0-3 0,0 3 0,3-2 0,-2 2 0,2 3 0,-3-4 0,0 7 0,3-5 0,-2 0 0,2-1 0,-3 0 0,0-2 0,0 2 0,0 0 0,0-2 0,0 2 0,0 0 0,0-2 0,3 5 0,-2 7 0,2-7 0,-3 6 0,0-9 0,0-2 0,0 2 0,0 0 0,0-2 0,0 2 0,0-3 0,0 0 0,0 3 0,0-2 0,0 5 0,0-2 0,0 0 0,0-1 0,0-3 0,0 0 0,0 0 0,0 3 0,0-2 0,3 2 0,-2-3 0,2 0 0,-3 0 0,0 0 0,0 0 0,0 0 0,0-1 0,0 1 0,0 0 0,0 0 0,0 0 0,0 3 0,0-2 0,0 2 0,0-3 0,0 0 0,0 0 0,0 0 0,0 0 0,0 0 0,0 0 0,0 0 0,0 0 0,0 0 0,0 0 0,0 0 0,0 0 0,0 0 0,0 0 0,0 0 0,0 0 0,3 0 0,-2 0 0,2 0 0,-3 0 0,0 0 0,0 0 0,0 0 0,0 0 0,0 0 0,0-1 0,0 1 0,0 0 0,0 0 0,0 0 0,0-3 0,0-1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37.032"/>
    </inkml:context>
    <inkml:brush xml:id="br0">
      <inkml:brushProperty name="width" value="0.2" units="cm"/>
      <inkml:brushProperty name="height" value="1.2" units="cm"/>
      <inkml:brushProperty name="inkEffects" value="pencil"/>
    </inkml:brush>
  </inkml:definitions>
  <inkml:trace contextRef="#ctx0" brushRef="#br0">1063 0 16383,'-15'4'0,"5"2"0,4-5 0,2 2 0,0 0 0,-2-2 0,2 5 0,-3-2 0,0 0 0,3 2 0,-2-5 0,2 5 0,-3-5 0,3 5 0,-2-2 0,2 0 0,-3 2 0,0-2 0,-1 3 0,1-3 0,0 2 0,0-2 0,0 0 0,3 2 0,-2-2 0,2 0 0,-3 2 0,0-2 0,0 3 0,0-4 0,0 4 0,0-3 0,0-1 0,0 7 0,0-9 0,0 9 0,0-7 0,0 4 0,0-3 0,0 2 0,0-2 0,0 3 0,0 0 0,0-3 0,-1 5 0,1-7 0,0 7 0,-3-2 0,2-2 0,-2 4 0,3-5 0,0 3 0,0 0 0,0-3 0,-3 2 0,5-2 0,-7 3 0,7 0 0,-5 0 0,3-3 0,0 2 0,0-2 0,0 3 0,0-3 0,0 2 0,0-2 0,0 3 0,0 0 0,0 0 0,0-3 0,0 2 0,-1-2 0,1 3 0,0 0 0,0-4 0,0 4 0,0-4 0,0 4 0,0 0 0,0 0 0,0 0 0,0 0 0,0-3 0,0 2 0,0-2 0,0 3 0,0 0 0,0 0 0,0 0 0,0 0 0,0 0 0,0 0 0,3 0 0,-6 0 0,6 0 0,-6 0 0,-1 3 0,4-2 0,-4 2 0,8-3 0,-7 0 0,6 0 0,-7 0 0,4 0 0,0 0 0,0 0 0,0 0 0,0 0 0,0 3 0,0-3 0,0 4 0,-3-5 0,2 1 0,-2 0 0,3 0 0,0 3 0,0-2 0,0 2 0,0-3 0,-3 3 0,2-2 0,-2 2 0,6-3 0,-6 0 0,6 0 0,-6 0 0,3 0 0,0 0 0,3 0 0,-3 0 0,3 0 0,-3 3 0,0-2 0,0 2 0,0-3 0,3 0 0,-2 0 0,2-3 0,0 5 0,-2-8 0,2 9 0,0-6 0,-2 3 0,2 0 0,0 0 0,-5 3 0,7-3 0,-7 3 0,5-3 0,0 0 0,-2 0 0,2-3 0,0 2 0,-2-2 0,5 3 0,-5-3 0,5-1 0,-2-3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39.002"/>
    </inkml:context>
    <inkml:brush xml:id="br0">
      <inkml:brushProperty name="width" value="0.2" units="cm"/>
      <inkml:brushProperty name="height" value="1.2" units="cm"/>
      <inkml:brushProperty name="inkEffects" value="pencil"/>
    </inkml:brush>
  </inkml:definitions>
  <inkml:trace contextRef="#ctx0" brushRef="#br0">395 211 16383,'-11'4'0,"1"2"0,3-5 0,0 5 0,0-5 0,3 5 0,-3-5 0,4 5 0,-4-5 0,-1 5 0,1-5 0,4 5 0,-4-5 0,3 5 0,-3-5 0,0 5 0,0-5 0,3 5 0,-2-5 0,2 5 0,-3-5 0,0 5 0,0-2 0,0 3 0,0-3 0,3 2 0,-2-5 0,-1 5 0,-1-2 0,-2 0 0,6 2 0,-2-5 0,2 5 0,-3-2 0,0 0 0,3 2 0,-3-5 0,7 5 0,-7-5 0,4 5 0,-5-2 0,1 0 0,4 2 0,-4-5 0,6 5 0,-5-6 0,5 7 0,-5-7 0,5 7 0,-5-7 0,5 7 0,-5-3 0,2 2 0,0 1 0,-2 0 0,2 0 0,-3 0 0,3 0 0,-2 0 0,5 0 0,-5-3 0,5 2 0,-5-2 0,2 6 0,0-2 0,-2-1 0,5-1 0,-2-2 0,0 0 0,2 2 0,-2-2 0,3 3 0,-3-3 0,2 2 0,-2-2 0,3 3 0,-3 0 0,2 0 0,-2 0 0,3 0 0,0 0 0,-3-3 0,2 2 0,-2-2 0,3 3 0,0 0 0,0 0 0,0 0 0,0 0 0,0 0 0,0 0 0,0 0 0,3-1 0,-2 1 0,2 0 0,-3 0 0,3-3 0,-2 2 0,2-2 0,0 3 0,-2 0 0,2 0 0,0 0 0,-3 0 0,7-3 0,-7 2 0,4-2 0,-4 3 0,3 0 0,-3 0 0,7 0 0,-7 0 0,7 0 0,-7 0 0,7-3 0,-7 2 0,3-2 0,1 0 0,-4 2 0,7-2 0,-7 3 0,6-3 0,-5 2 0,2-2 0,0 3 0,1 0 0,0 0 0,2-3 0,-5 2 0,5-5 0,-5 5 0,2-2 0,0-1 0,-2 4 0,5-7 0,-5 7 0,5-3 0,-2 2 0,3 1 0,0-3 0,-3 3 0,2-4 0,-2 4 0,6 3 0,-2-2 0,2-1 0,-3-1 0,0-2 0,0 0 0,-3 2 0,2-2 0,-2 3 0,3-3 0,0 2 0,0-2 0,0 0 0,0 2 0,0-2 0,0 0 0,0 2 0,0-2 0,0 0 0,-1 2 0,1-5 0,0 5 0,0-5 0,0 5 0,0-5 0,0 5 0,0-5 0,0 5 0,0-5 0,0 5 0,0-5 0,3 5 0,-2-5 0,2 5 0,-3-5 0,0 5 0,0-5 0,0 5 0,3-5 0,-2 2 0,2 0 0,-3-2 0,0 5 0,0-5 0,0 2 0,6 0 0,-5 1 0,6-1 0,-4 1 0,1-1 0,-1-3 0,0 4 0,-3-4 0,3 3 0,-2-3 0,5 7 0,-5-7 0,2 3 0,0 1 0,-2-4 0,5 7 0,-2-7 0,0 3 0,-1 1 0,0-4 0,1 6 0,0-5 0,2 2 0,-2 0 0,3-2 0,-3 2 0,2 0 0,-2-2 0,2 2 0,1 0 0,-3-2 0,2 2 0,-2 0 0,3-2 0,0 2 0,0-3 0,0 3 0,0-2 0,0 2 0,0 0 0,0-2 0,0 2 0,-3-3 0,2 3 0,-2-2 0,3 2 0,0-3 0,7 5 0,-8-4 0,14 3 0,-8-4 0,3 0 0,0 4 0,-8-4 0,7 3 0,-5-3 0,5 0 0,-7 3 0,0-2 0,8 2 0,-6-3 0,5 0 0,0 0 0,-5 0 0,6 0 0,-8 0 0,7 0 0,-8 0 0,15 0 0,-15 0 0,8 0 0,-7 0 0,0 0 0,7 0 0,-5 0 0,6 0 0,-9 0 0,1 0 0,0 0 0,8 0 0,-9 0 0,15 0 0,-16 0 0,10 0 0,-8 0 0,7 0 0,-5 0 0,5 0 0,-7 0 0,0 0 0,0 0 0,0 0 0,8 0 0,-10 0 0,16 0 0,-15 0 0,9 0 0,-9 0 0,28 0 0,-21 0 0,20 0 0,-26 0 0,0-3 0,0 2 0,0-2 0,0 3 0,0 0 0,0 0 0,0 0 0,7 0 0,-8-3 0,7 2 0,16-2 0,-16 3 0,19-3 0,-28 2 0,2-2 0,-2 3 0,3 0 0,-4-3 0,11 2 0,-11-2 0,7 3 0,-7 0 0,23-6 0,-17 4 0,16-7 0,-22 8 0,-2-2 0,5 0 0,-5 2 0,2-2 0,-3 0 0,0 2 0,3-2 0,-2 0 0,17-4 0,-14 2 0,11-1 0,-15 3 0,0 2 0,3-2 0,-5 0 0,7 2 0,-7-5 0,5 5 0,-3-5 0,0 5 0,0-5 0,12-1 0,-8-1 0,11 1 0,-17 0 0,4 7 0,-5-7 0,3 7 0,0-3 0,0-1 0,0 0 0,9-9 0,-7 5 0,8-3 0,-11 5 0,1 5 0,-3-5 0,3 2 0,-4 0 0,4-2 0,0 5 0,-3-5 0,2 2 0,8-12 0,-5 6 0,7-6 0,-9 9 0,-3 0 0,2 3 0,-2-2 0,0 2 0,2 0 0,-2-2 0,0 2 0,2-3 0,4-7 0,-1 6 0,1-6 0,-4 10 0,-5-2 0,5 5 0,-2-5 0,0 2 0,2-3 0,-2 3 0,3-2 0,-3 2 0,8-9 0,-7 4 0,5-4 0,-3 9 0,-7-2 0,7 2 0,-3-3 0,-1 0 0,4 3 0,-7-2 0,3 2 0,7-10 0,-8 6 0,10-2 0,-11 3 0,2 3 0,0 1 0,1-4 0,0 3 0,-1-3 0,0 3 0,-2-2 0,5 2 0,-5-3 0,8-6 0,-4 7 0,2-6 0,-1 8 0,-5-3 0,5 0 0,-5 0 0,5 0 0,-2 0 0,3 0 0,-3 0 0,-1 0 0,3-3 0,-4 2 0,7-2 0,-5 6 0,0-3 0,-1 3 0,0 1 0,-2-4 0,5 3 0,-2-3 0,0 0 0,-1 0 0,3-6 0,-1 4 0,5-4 0,-3 6 0,-3 0 0,-1 0 0,0 0 0,-2 0 0,8-6 0,-8 4 0,6-4 0,-4 6 0,-3 0 0,7 0 0,-7 0 0,4 0 0,-4-1 0,0 1 0,0 0 0,0 0 0,0 0 0,0 0 0,0 0 0,0 0 0,0 0 0,-4-6 0,1 4 0,-1-4 0,0 6 0,1 3 0,3-2 0,-4 2 0,4-3 0,-3 3 0,3-2 0,-7-1 0,6-1 0,-5-2 0,5 3 0,-5 3 0,5-3 0,-5 7 0,5-7 0,-5 3 0,2-3 0,-3 4 0,3-4 0,-2 6 0,5-5 0,-5 5 0,2-5 0,-3 5 0,0-5 0,0 5 0,3-5 0,-2 5 0,2-2 0,0 0 0,-2 2 0,2-5 0,-6 2 0,2 0 0,-2 1 0,6 0 0,-3 2 0,4-5 0,-5 5 0,1-2 0,4 0 0,-4 2 0,0-5 0,-1 5 0,1-5 0,1 5 0,2-2 0,0 0 0,-2 2 0,2-2 0,0 0 0,-2 2 0,2-2 0,0 0 0,-2 2 0,2-2 0,-3 3 0,3-3 0,-2 2 0,2-2 0,-3 3 0,0-3 0,0 2 0,0-2 0,0 3 0,3-3 0,-3 2 0,4-2 0,-11-1 0,6 4 0,-6-3 0,10-1 0,-2 4 0,2-3 0,-3 3 0,0-4 0,-9 1 0,6-1 0,-6 0 0,9 1 0,0 3 0,0-4 0,0 4 0,0 0 0,-6-3 0,4 3 0,-4-7 0,6 6 0,0-2 0,-1 3 0,5-3 0,-4 2 0,3-2 0,-9 3 0,5 0 0,-6-3 0,7 2 0,0-2 0,0 3 0,0 0 0,-3 0 0,2 0 0,4 0 0,5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39.780"/>
    </inkml:context>
    <inkml:brush xml:id="br0">
      <inkml:brushProperty name="width" value="0.2" units="cm"/>
      <inkml:brushProperty name="height" value="1.2" units="cm"/>
      <inkml:brushProperty name="inkEffects" value="pencil"/>
    </inkml:brush>
  </inkml:definitions>
  <inkml:trace contextRef="#ctx0" brushRef="#br0">0 0 16383,'8'7'0,"1"-3"0,-8 2 0,5-5 0,-5 5 0,5-5 0,-5 5 0,5-5 0,-2 5 0,3-2 0,0 3 0,3 0 0,-5 0 0,4-3 0,-5 2 0,3-2 0,0 0 0,0 2 0,0-2 0,0 3 0,0-3 0,0 2 0,-1-2 0,5 3 0,-4 0 0,3-3 0,4 5 0,-6-5 0,5 7 0,-3-5 0,-2 1 0,5 0 0,-5 0 0,5 0 0,-2 0 0,0 0 0,2 0 0,-2 3 0,0-2 0,2 2 0,-2-3 0,0 0 0,8 6 0,-7-4 0,16 5 0,-12-6 0,2 3 0,-5-3 0,6 4 0,-7-2 0,9-1 0,-10 1 0,10 3 0,-8-4 0,15 10 0,-18-11 0,18 11 0,-16-7 0,16 5 0,-5 0 0,-1-3 0,0 0 0,-9-1 0,1-2 0,0 0 0,0 2 0,0-5 0,8 8 0,-7-5 0,7 6 0,-8-6 0,0 2 0,0-2 0,6 6 0,-5-2 0,13 5 0,-12-9 0,5 6 0,-7-7 0,0 1 0,8 5 0,-7-4 0,7 5 0,-8-6 0,7 5 0,-5-5 0,13 9 0,-13-8 0,5 4 0,7 4 0,-11-4 0,18 10 0,-19-11 0,13 4 0,-13-7 0,5 4 0,1-2 0,-7 0 0,7 3 0,-8-3 0,7 3 0,-5-2 0,5 2 0,-7-3 0,8 3 0,-6-3 0,5 3 0,-7-3 0,0 0 0,0 0 0,0 0 0,7 3 0,-5-3 0,5 3 0,-7-3 0,0 0 0,0 0 0,0 0 0,0 0 0,16 15 0,-13-11 0,19 18 0,-20-21 0,4 5 0,-6-6 0,0 0 0,7 3 0,-5-2 0,5 2 0,-7-3 0,0 0 0,0 0 0,0 0 0,0-1 0,7 4 0,-5-2 0,6 2 0,4 9 0,-9-9 0,9 7 0,-9-4 0,-2-7 0,2 8 0,-3-10 0,3 10 0,-3-12 0,0 12 0,-1-10 0,-2 3 0,3 0 0,-3-3 0,2 2 0,-2-2 0,0 3 0,2-4 0,-5 4 0,5-4 0,-6 4 0,7-3 0,-7 2 0,7-2 0,-7 0 0,6 2 0,-5-2 0,5 0 0,-5 2 0,2-5 0,0 5 0,-2-5 0,2 2 0,-3 0 0,3 1 0,-2 0 0,2-1 0,-3 0 0,3 1 0,-2-1 0,2 1 0,-3-1 0,0-3 0,0 7 0,0-7 0,0 3 0,3 0 0,-2-2 0,2 2 0,-3 0 0,0-2 0,-1 5 0,1-5 0,0 2 0,-3 0 0,3-2 0,-4 2 0,4-3 0,0 0 0,0 3 0,0-2 0,0 2 0,-3-3 0,2 0 0,-2 3 0,3-2 0,0 2 0,0-3 0,-3 0 0,2 3 0,-2-6 0,0 9 0,2-9 0,-2 6 0,0-3 0,2 0 0,-5 0 0,5 0 0,-5 0 0,5 0 0,-2 0 0,0 0 0,2 0 0,-2 0 0,0 0 0,-1 0 0,0 0 0,-2 0 0,5 0 0,-5 0 0,2 0 0,0-3 0,-2 2 0,2-2 0,-3 3 0,-7-16 0,3 6 0,-6-13 0,3 9 0,3 0 0,-3 3 0,7-3 0,-7 7 0,7-7 0,-7 3 0,3 0 0,-3-2 0,3 2 0,-2 0 0,5-2 0,-5 5 0,5-5 0,-5 5 0,2-5 0,-3 2 0,0 0 0,3-2 0,-2 5 0,5-2 0,-2 3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41.207"/>
    </inkml:context>
    <inkml:brush xml:id="br0">
      <inkml:brushProperty name="width" value="0.2" units="cm"/>
      <inkml:brushProperty name="height" value="1.2" units="cm"/>
      <inkml:brushProperty name="inkEffects" value="pencil"/>
    </inkml:brush>
  </inkml:definitions>
  <inkml:trace contextRef="#ctx0" brushRef="#br0">1544 0 16383,'-11'4'0,"4"2"0,0-2 0,3 3 0,-3 0 0,3 0 0,-2-3 0,5 2 0,-5-2 0,2 3 0,-3 0 0,3 0 0,1 0 0,0-3 0,2 2 0,-5-2 0,2 3 0,-3 0 0,3 0 0,-2 0 0,2 0 0,-3 3 0,0-3 0,3 3 0,-2-3 0,2 0 0,-3 0 0,3 0 0,-2 0 0,2 3 0,-3-2 0,0 2 0,0-3 0,-4 3 0,4-2 0,-3 5 0,-1-5 0,-3 11 0,3-9 0,-6 9 0,6-8 0,-3 3 0,3 0 0,-2-3 0,-1 9 0,0-7 0,-3 8 0,3-7 0,0 0 0,-3 8 0,2-7 0,-2 7 0,-12 7 0,11-11 0,-12 12 0,13-9 0,3-5 0,-19 21 0,15-19 0,-11 11 0,12-8 0,-5-2 0,0 11 0,0-12 0,2 11 0,5-13 0,-2 6 0,-12 7 0,11-11 0,-16 25 0,16-18 0,-9 7 0,11-10 0,-5-5 0,7 5 0,0-7 0,-6 14 0,5-13 0,0 13 0,4-13 0,0 5 0,0-7 0,-2 8 0,-3 1 0,3 0 0,-10 12 0,10-17 0,-3 9 0,6-13 0,1 8 0,-5-6 0,5 5 0,-1-7 0,0 0 0,2 0 0,-2 0 0,1 7 0,2-5 0,-2 5 0,2-7 0,0 0 0,0 0 0,0 0 0,0 0 0,-1 8 0,0-7 0,0 7 0,1-8 0,0 0 0,3 0 0,-3 0 0,4 0 0,-8-1 0,7 1 0,-6 0 0,6 0 0,-3 0 0,4 0 0,-4 0 0,3 0 0,-3 0 0,3 0 0,-2-3 0,2 2 0,-3-2 0,0 3 0,3 0 0,-2-3 0,5 2 0,-5-2 0,5 3 0,-5-4 0,2 4 0,0-4 0,-2 7 0,2-2 0,0-1 0,-2-4 0,5 0 0,-5-2 0,5 5 0,-5-5 0,5 5 0,-2-5 0,0 5 0,-1-5 0,0 5 0,1-5 0,3 2 0,-3-3 0,2 0 0,-2 0 0,0 0 0,2 0 0,-6 3 0,7-3 0,-3 3 0,-1-3 0,4 0 0,-3 0 0,-1 0 0,4 0 0,-4 0 0,1 0 0,3 0 0,-4 0 0,1 0 0,3 0 0,-4 0 0,1-3 0,2 2 0,-2-2 0,3 3 0,0 0 0,0 0 0,-3-3 0,2 2 0,-2-2 0,6 0 0,-2 2 0,2-2 0,-3 3 0,0-3 0,0-1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50.346"/>
    </inkml:context>
    <inkml:brush xml:id="br0">
      <inkml:brushProperty name="width" value="0.2" units="cm"/>
      <inkml:brushProperty name="height" value="1.2" units="cm"/>
      <inkml:brushProperty name="inkEffects" value="pencil"/>
    </inkml:brush>
  </inkml:definitions>
  <inkml:trace contextRef="#ctx0" brushRef="#br0">507 0 16383,'0'15'0,"0"-2"0,0-6 0,0 0 0,0 0 0,0 0 0,0 0 0,0 0 0,0 0 0,-3 0 0,2 0 0,-2 0 0,0 0 0,2 0 0,-2 0 0,3 0 0,0 0 0,-3 0 0,2-1 0,-2 1 0,0 0 0,2 0 0,-2 0 0,0-3 0,2 2 0,-2-2 0,3 3 0,-3-3 0,2 2 0,-2-2 0,0 3 0,2 0 0,-5 0 0,5 0 0,-2 0 0,0-3 0,2 2 0,-5-2 0,5 3 0,-2 0 0,0-3 0,2 2 0,-5-2 0,2 3 0,0 0 0,-3 0 0,4 0 0,-5 3 0,1-2 0,0 2 0,0-3 0,0 0 0,0 0 0,3 0 0,-2 0 0,5 0 0,-8 0 0,7-1 0,-7 1 0,5 0 0,0 0 0,-2 0 0,-1 3 0,2-2 0,-4 2 0,5-3 0,-3 0 0,0 0 0,0 0 0,3 0 0,-2 0 0,2 0 0,-3 0 0,3 0 0,-2 0 0,2 0 0,-3 0 0,0 0 0,0 0 0,3 0 0,-3 0 0,3 0 0,-3 0 0,0 0 0,3 0 0,-2 0 0,5 0 0,-5-3 0,2 2 0,0-2 0,-2-1 0,5 4 0,-5-3 0,5 3 0,-5-1 0,5 1 0,-5 0 0,5 0 0,-5 0 0,2 0 0,0 0 0,-2 0 0,5 0 0,-5 0 0,5 0 0,-5 0 0,5 0 0,-5 0 0,5 0 0,-2 0 0,0-3 0,2 2 0,-2-2 0,0 3 0,2 0 0,-2 0 0,0 0 0,2 0 0,-5 0 0,5 0 0,-2 0 0,0 0 0,2 0 0,-2 0 0,-1 0 0,4 0 0,-3 0 0,-1 0 0,4 0 0,-3 0 0,-1 0 0,4-1 0,-3 1 0,3 0 0,0 0 0,-4 0 0,4 0 0,-4 0 0,1 0 0,3 0 0,-4 0 0,4 0 0,0 0 0,-3 0 0,3 0 0,-4 0 0,4 0 0,0 0 0,-3 0 0,2 0 0,-2 0 0,3 3 0,0 1 0,-3-3 0,2 4 0,-2-7 0,3 5 0,0 0 0,0-2 0,0 2 0,0 0 0,0-3 0,0 3 0,0-3 0,0 0 0,0 0 0,0 0 0,0 0 0,0 0 0,0 0 0,0 0 0,0 0 0,0 0 0,0 0 0,0 0 0,0 0 0,0 0 0,0 0 0,0 0 0,0 0 0,0 0 0,0 0 0,0 0 0,0 0 0,0 0 0,0 0 0,0 0 0,0 0 0,3 0 0,-2 0 0,2 0 0,-3 0 0,0 0 0,0 0 0,3 0 0,-2 0 0,2 0 0,-3 0 0,3 3 0,-2-3 0,5 3 0,-5 0 0,5-5 0,-5 4 0,2-5 0,-3 6 0,3-2 0,-2 2 0,2-3 0,0 0 0,-2 0 0,5 0 0,-5 0 0,5 3 0,-5 1 0,5-3 0,-5 4 0,5-7 0,-5 5 0,5 0 0,-5-2 0,2 2 0,0-6 0,-2 2 0,2-2 0,0 3 0,-2 0 0,5 0 0,-5 0 0,2 0 0,-3-1 0,3-2 0,-2 3 0,2-4 0,0 4 0,-2 0 0,2 0 0,0-3 0,-2 2 0,5-2 0,-5 3 0,2 0 0,0 0 0,-2 0 0,5 0 0,-5 0 0,5-3 0,-5 2 0,2-2 0,0 3 0,1 0 0,0 0 0,2 0 0,-2 0 0,-1 0 0,1 0 0,-1-3 0,-3 2 0,7-5 0,-7 5 0,4-2 0,-1 0 0,-3 2 0,4-2 0,-1 0 0,-3 2 0,3-2 0,-3 3 0,0-3 0,0-1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4:51.509"/>
    </inkml:context>
    <inkml:brush xml:id="br0">
      <inkml:brushProperty name="width" value="0.2" units="cm"/>
      <inkml:brushProperty name="height" value="1.2" units="cm"/>
      <inkml:brushProperty name="inkEffects" value="pencil"/>
    </inkml:brush>
  </inkml:definitions>
  <inkml:trace contextRef="#ctx0" brushRef="#br0">71 0 16383,'0'15'0,"0"-2"0,0-6 0,0 7 0,0-6 0,0 5 0,0-6 0,0 0 0,0 0 0,0 0 0,0 9 0,0-6 0,0 6 0,0-9 0,0 0 0,0 0 0,0 0 0,0 0 0,0 0 0,0 0 0,3 0 0,-2 9 0,2-7 0,-3 8 0,0-10 0,0 3 0,0-3 0,0 3 0,0-3 0,0 0 0,-3 10 0,2-8 0,-2 7 0,3-9 0,-3 0 0,2 0 0,-2 0 0,0 3 0,2-2 0,-2 2 0,3-3 0,-4-3 0,4 2 0,-7 1 0,7 1 0,-7-1 0,7-1 0,-7-5 0,7 5 0,-7-2 0,7 3 0,-7 0 0,7 0 0,-7-3 0,6 2 0,-2-2 0,0-1 0,2 4 0,-2-3 0,3 3 0,0-1 0,0 1 0,3 0 0,1 0 0,0 0 0,-1-3 0,-3-1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16.012"/>
    </inkml:context>
    <inkml:brush xml:id="br0">
      <inkml:brushProperty name="width" value="0.2" units="cm"/>
      <inkml:brushProperty name="height" value="1.2" units="cm"/>
      <inkml:brushProperty name="inkEffects" value="pencil"/>
    </inkml:brush>
  </inkml:definitions>
  <inkml:trace contextRef="#ctx0" brushRef="#br0">42 0 16383,'-15'0'0,"2"0"0,9 4 0,-2-4 0,5 7 0,-2-4 0,3 4 0,0 0 0,3-3 0,-2 2 0,5-5 0,-5 5 0,5-5 0,-2 2 0,3-3 0,-3 3 0,2-2 0,-2 2 0,3-3 0,-3 3 0,2-2 0,-2 2 0,0 0 0,2-2 0,-2 2 0,3-3 0,0 3 0,0-2 0,-3 5 0,2-5 0,-2 2 0,3-3 0,-4-3 0,1-1 0,-4-3 0,0 0 0,0 0 0,0 0 0,0 0 0,0 0 0,0 0 0,0 0 0,-4 3 0,0 1 0,1 0 0,-1-1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17.941"/>
    </inkml:context>
    <inkml:brush xml:id="br0">
      <inkml:brushProperty name="width" value="0.2" units="cm"/>
      <inkml:brushProperty name="height" value="1.2" units="cm"/>
      <inkml:brushProperty name="inkEffects" value="pencil"/>
    </inkml:brush>
  </inkml:definitions>
  <inkml:trace contextRef="#ctx0" brushRef="#br0">63 1 16383,'-14'0'0,"0"0"0,7 0 0,0 0 0,0 0 0,3 3 0,-2-3 0,5 7 0,-2-4 0,3 4 0,3-3 0,1-1 0,0 1 0,2-4 0,-2 3 0,0 1 0,2-4 0,-2 3 0,0 0 0,2-2 0,-2 2 0,3-3 0,0 3 0,0-2 0,0 2 0,0-3 0,-3 3 0,2-2 0,-2 2 0,3-3 0,0 0 0,0 0 0,0 0 0,0 0 0,-16-6 0,6 4 0,-14-4 0,13 3 0,-2 2 0,5-5 0,-5 5 0,2-5 0,-3 5 0,3-5 0,-2 5 0,2-2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20.248"/>
    </inkml:context>
    <inkml:brush xml:id="br0">
      <inkml:brushProperty name="width" value="0.2" units="cm"/>
      <inkml:brushProperty name="height" value="1.2" units="cm"/>
      <inkml:brushProperty name="inkEffects" value="pencil"/>
    </inkml:brush>
  </inkml:definitions>
  <inkml:trace contextRef="#ctx0" brushRef="#br0">0 64 16383,'11'-4'0,"-1"1"0,-3 3 0,-3-4 0,2 4 0,-2-3 0,0-1 0,2 4 0,-2-3 0,3 3 0,-3-4 0,2 4 0,-2-4 0,3 4 0,0 0 0,0-3 0,0 3 0,0-4 0,0 4 0,-4-3 0,4 3 0,-3-4 0,2 4 0,1 0 0,0 0 0,-3-3 0,2 3 0,-2-4 0,3 4 0,0 0 0,0 0 0,0 0 0,0 0 0,0 0 0,0 0 0,0-3 0,0 2 0,0-2 0,0 3 0,0 0 0,3 0 0,-2 0 0,2 0 0,-3 0 0,0 0 0,0 0 0,0 0 0,0-3 0,0 2 0,0-2 0,0 3 0,0 0 0,0 0 0,0 0 0,0 0 0,0 0 0,0 0 0,0 0 0,-1 0 0,1 0 0,0 0 0,0 0 0,0 0 0,0 0 0,0 0 0,0 0 0,0 0 0,0 0 0,0 0 0,0 0 0,0 0 0,0 0 0,0 0 0,0 0 0,0 0 0,0 0 0,0 0 0,0 0 0,0 0 0,0 0 0,0 0 0,0 0 0,0 0 0,0 0 0,0 0 0,0 0 0,0 0 0,0 0 0,0 0 0,0 0 0,0 0 0,0 0 0,0 0 0,-4 3 0,4-2 0,-4 2 0,4-3 0,0 0 0,0 0 0,-3 3 0,2-2 0,-2 2 0,3-3 0,0 0 0,0 3 0,0-2 0,0 2 0,0-3 0,-3 3 0,2-2 0,-2 2 0,3-3 0,0 0 0,0 0 0,0 3 0,0-2 0,0 2 0,0-3 0,0 0 0,0 0 0,-3 3 0,2-2 0,-2 2 0,3-3 0,0 0 0,0 0 0,0 0 0,0 0 0,-3 3 0,-1-2 0,-3 2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25.937"/>
    </inkml:context>
    <inkml:brush xml:id="br0">
      <inkml:brushProperty name="width" value="0.2" units="cm"/>
      <inkml:brushProperty name="height" value="1.2" units="cm"/>
      <inkml:brushProperty name="inkEffects" value="pencil"/>
    </inkml:brush>
  </inkml:definitions>
  <inkml:trace contextRef="#ctx0" brushRef="#br0">0 8 16383,'11'-4'0,"-1"1"0,-3 3 0,0 0 0,0 0 0,0 0 0,0 0 0,-3 3 0,2 1 0,-2 0 0,0 2 0,2-6 0,-5 7 0,5-7 0,-5 7 0,5-3 0,-5 2 0,5-2 0,-5 3 0,2-4 0,-3 4 0,3-3 0,-2 2 0,2-2 0,-3 3 0,0 0 0,3-3 0,-2 2 0,2-2 0,-3 3 0,3 0 0,-2 0 0,2 0 0,-3 0 0,3-3 0,-2 2 0,2-2 0,0 3 0,-2 0 0,2 0 0,0-3 0,-2 2 0,2-2 0,0 0 0,-2 2 0,2-5 0,-3 2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26.743"/>
    </inkml:context>
    <inkml:brush xml:id="br0">
      <inkml:brushProperty name="width" value="0.2" units="cm"/>
      <inkml:brushProperty name="height" value="1.2" units="cm"/>
      <inkml:brushProperty name="inkEffects" value="pencil"/>
    </inkml:brush>
  </inkml:definitions>
  <inkml:trace contextRef="#ctx0" brushRef="#br0">155 0 16383,'-8'7'0,"-1"-3"0,5-1 0,0 0 0,-2-2 0,5 5 0,-2-2 0,0 0 0,2 2 0,-2-2 0,0 0 0,2 2 0,-2-2 0,0 0 0,2 2 0,-2-2 0,0 0 0,2 2 0,-2-2 0,0 0 0,2 2 0,-2-2 0,0 0 0,2 2 0,-5-6 0,5 7 0,-5-7 0,5 7 0,-2-3 0,0-1 0,2 4 0,-5-7 0,5 7 0,-6-7 0,7 7 0,-7-7 0,7 7 0,-7-7 0,7 6 0,-7-2 0,7 3 0,-7-3 0,3 2 0,0-2 0,-2 0 0,5 2 0,-2-5 0,3 2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28.438"/>
    </inkml:context>
    <inkml:brush xml:id="br0">
      <inkml:brushProperty name="width" value="0.2" units="cm"/>
      <inkml:brushProperty name="height" value="1.2" units="cm"/>
      <inkml:brushProperty name="inkEffects" value="pencil"/>
    </inkml:brush>
  </inkml:definitions>
  <inkml:trace contextRef="#ctx0" brushRef="#br0">15 0 16383,'-4'11'0,"1"-1"0,3-3 0,0 0 0,0 0 0,-4 0 0,4 0 0,-3 0 0,3 0 0,0 0 0,0 0 0,0 0 0,0 0 0,0 0 0,0 0 0,0 0 0,0 0 0,0 0 0,0 0 0,0 0 0,0 0 0,0 0 0,0 0 0,0 0 0,0 0 0,0 0 0,0 0 0,3-4 0,-3 4 0,3-4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3:27:29.308"/>
    </inkml:context>
    <inkml:brush xml:id="br0">
      <inkml:brushProperty name="width" value="0.2" units="cm"/>
      <inkml:brushProperty name="height" value="1.2" units="cm"/>
      <inkml:brushProperty name="inkEffects" value="pencil"/>
    </inkml:brush>
  </inkml:definitions>
  <inkml:trace contextRef="#ctx0" brushRef="#br0">50 0 16383,'-11'4'0,"4"2"0,1-5 0,5 5 0,-5-5 0,5 5 0,-2-2 0,3 3 0,0 0 0,0 0 0,0 0 0,-3 0 0,2 0 0,-2 0 0,3 0 0,0 0 0,0 0 0,0 0 0,0 0 0,0 0 0,0 0 0,0-1 0,0 1 0,0 0 0,-3-3 0,2 2 0,-2-2 0,3 3 0,0-3 0,0-1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01.744"/>
    </inkml:context>
    <inkml:brush xml:id="br0">
      <inkml:brushProperty name="width" value="0.2" units="cm"/>
      <inkml:brushProperty name="height" value="1.2" units="cm"/>
      <inkml:brushProperty name="inkEffects" value="pencil"/>
    </inkml:brush>
  </inkml:definitions>
  <inkml:trace contextRef="#ctx0" brushRef="#br0">1333 12 16383,'-13'-3'0,"2"0"0,2 3 0,5-2 0,-4 1 0,4-2 0,-2 3 0,0 0 0,0 0 0,0 0 0,0 0 0,0 0 0,0 0 0,-8 0 0,6 0 0,-6 0 0,8 0 0,0 0 0,-1 0 0,1 0 0,0 0 0,0 3 0,0-3 0,0 3 0,0-3 0,0 0 0,-5 0 0,3 0 0,-6 0 0,7 3 0,-1-3 0,2 3 0,0-3 0,0 0 0,-1 0 0,-1 0 0,1 0 0,-2 0 0,3 3 0,0-3 0,-8 6 0,6-6 0,-6 3 0,8-3 0,0 0 0,0 0 0,0 3 0,-3-3 0,2 3 0,-1-3 0,1 0 0,1 3 0,0-3 0,0 3 0,0-3 0,-3 3 0,3-3 0,-3 3 0,3-3 0,0 3 0,-3-3 0,2 6 0,-1-6 0,2 3 0,0-3 0,0 3 0,-1-3 0,1 6 0,-5-6 0,4 6 0,-5-6 0,6 3 0,3 0 0,-3-3 0,3 3 0,-3-3 0,0 3 0,0-3 0,0 3 0,0 0 0,0-3 0,0 3 0,2 0 0,-7-3 0,4 3 0,-2 0 0,1-3 0,4 6 0,-2-6 0,0 3 0,0 0 0,0-3 0,0 3 0,0 0 0,0-3 0,0 3 0,0 0 0,0-3 0,0 3 0,0-3 0,-1 3 0,1-3 0,0 3 0,3 0 0,-2-3 0,1 3 0,-2 0 0,0-3 0,0 3 0,-3 0 0,3-3 0,-3 6 0,3-6 0,0 3 0,0-3 0,0 0 0,2 3 0,-1-3 0,2 3 0,-4 0 0,1-3 0,-2 6 0,1-6 0,-2 3 0,3-3 0,0 3 0,0-3 0,0 3 0,0 0 0,0-3 0,0 3 0,0 0 0,0-3 0,-3 6 0,2-6 0,-2 3 0,3-3 0,0 3 0,0-3 0,0 6 0,0-6 0,0 3 0,0 0 0,0-3 0,0 6 0,0-6 0,0 3 0,2 0 0,-1-3 0,2 3 0,-3-3 0,2 3 0,-1-3 0,2 6 0,-4-6 0,4 6 0,-2-6 0,1 3 0,-2 0 0,0-3 0,3 6 0,-3-6 0,3 6 0,-3-6 0,0 6 0,0-6 0,3 6 0,-3-6 0,3 3 0,-1 0 0,-1-3 0,2 3 0,-3 0 0,2 0 0,-1 0 0,4 3 0,-4-6 0,2 3 0,-1 0 0,-1-3 0,1 6 0,-2-6 0,3 6 0,-2-6 0,4 6 0,-4-6 0,4 6 0,-5-6 0,6 6 0,-6-6 0,3 6 0,-3-6 0,0 6 0,0-3 0,0 3 0,0 0 0,0-3 0,0 3 0,0-3 0,0 3 0,-1-3 0,4 3 0,-2-3 0,1 3 0,-2 0 0,0-3 0,3 3 0,-2-3 0,1 3 0,-2 0 0,3 0 0,-3-3 0,6 3 0,-6-3 0,3 3 0,0 0 0,-3-3 0,5 3 0,-1-3 0,-1 3 0,2 0 0,-1 0 0,2 0 0,0 0 0,0 0 0,-3-3 0,2 3 0,-1-3 0,2 3 0,0 0 0,0 0 0,0 0 0,0 0 0,2-3 0,-1 3 0,2-3 0,-3 3 0,0 0 0,0 0 0,0 0 0,0 0 0,0 0 0,0 0 0,0 0 0,0 0 0,0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19.830"/>
    </inkml:context>
    <inkml:brush xml:id="br0">
      <inkml:brushProperty name="width" value="0.2" units="cm"/>
      <inkml:brushProperty name="height" value="1.2" units="cm"/>
      <inkml:brushProperty name="color" value="#3B7D23"/>
      <inkml:brushProperty name="inkEffects" value="pencil"/>
    </inkml:brush>
  </inkml:definitions>
  <inkml:trace contextRef="#ctx0" brushRef="#br0">0 0 16383,'3'13'0,"-3"-2"0,6-5 0,-6 0 0,3 0 0,0-3 0,-3 3 0,3-3 0,0 3 0,-3 0 0,3 0 0,0-3 0,-3 3 0,6-3 0,-6 3 0,3 0 0,0-3 0,-3 3 0,6-3 0,-6 3 0,6 0 0,-6 0 0,3 0 0,0 0 0,-3 0 0,6-3 0,-6 3 0,6-3 0,-6 3 0,6-3 0,-6 3 0,3-3 0,0 3 0,-3 0 0,3 0 0,0-3 0,-3 3 0,3-3 0,0 0 0,-3 3 0,3-3 0,0 3 0,-3 0 0,6 0 0,-6 0 0,3 0 0,0-3 0,-3 3 0,3-3 0,-3 3 0,3-3 0,-3 3 0,6-3 0,-6 3 0,3 0 0,0-3 0,-3 3 0,3-3 0,-3 3 0,3-3 0,-3 3 0,3-3 0,0 3 0,-3 0 0,3 0 0,0-3 0,-3 3 0,3-3 0,0 3 0,-3 0 0,3 0 0,-3 0 0,0 0 0,3 0 0,-3 0 0,3 0 0,-3 0 0,3 0 0,-3 0 0,3 0 0,-3 0 0,3-3 0,-3 3 0,3-3 0,-3 3 0,0 0 0,0 0 0,3-3 0,-3 3 0,3-3 0,-3 3 0,0 0 0,3-3 0,-3 3 0,3-3 0,0 3 0,-3 0 0,3 0 0,-3 0 0,0 0 0,3-3 0,-3 3 0,3-3 0,0 3 0,-3 0 0,3 0 0,-3 0 0,0 0 0,3 0 0,-3 0 0,3 0 0,0 0 0,-3 0 0,6-3 0,-6 3 0,3-3 0,-3 3 0,3-3 0,-3 3 0,3-3 0,0 3 0,-3 0 0,6-3 0,-6 3 0,3-3 0,-3 3 0,3-3 0,-3 3 0,3-3 0,-3 3 0,3 0 0,-3 0 0,6-3 0,-6 3 0,3-3 0,-3 3 0,3-3 0,-8-13 0,6 3 0,-6-9 0,2 10 0,3 0 0,-3-1 0,3 1 0,0 0 0,0 0 0,0 0 0,0 3 0,0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20.931"/>
    </inkml:context>
    <inkml:brush xml:id="br0">
      <inkml:brushProperty name="width" value="0.2" units="cm"/>
      <inkml:brushProperty name="height" value="1.2" units="cm"/>
      <inkml:brushProperty name="color" value="#3B7D23"/>
      <inkml:brushProperty name="inkEffects" value="pencil"/>
    </inkml:brush>
  </inkml:definitions>
  <inkml:trace contextRef="#ctx0" brushRef="#br0">0 0 16383,'4'13'0,"1"-5"0,-4-2 0,1-3 0,-2 3 0,3-3 0,-2 5 0,1-4 0,-2 5 0,3-6 0,-2 3 0,1-3 0,-2 3 0,3-3 0,-2 3 0,1-3 0,1 3 0,-2 0 0,1 0 0,1 0 0,-2 0 0,4 0 0,-4 0 0,1 0 0,1 0 0,-2 0 0,1 0 0,1-3 0,-2 3 0,1-3 0,-2 3 0,3 0 0,-2 0 0,1 0 0,1 0 0,-2 0 0,1 0 0,1 0 0,-2 0 0,1 0 0,1 0 0,-2 0 0,1 0 0,1 0 0,-2 0 0,1 0 0,1 0 0,-2 0 0,1 0 0,1 0 0,-2 0 0,1 0 0,-2 0 0,0 0 0,0 0 0,3 0 0,-2 0 0,1 0 0,-2 0 0,3 0 0,-2 3 0,4-5 0,-4 4 0,1-5 0,-2 3 0,3-3 0,-2 3 0,1-3 0,-2 3 0,3-3 0,-2 3 0,1-3 0,-2 3 0,3 0 0,-2 0 0,1 0 0,-2 0 0,3 0 0,-2 0 0,1 0 0,-2 0 0,0 0 0,3 0 0,-2 0 0,1 0 0,-2 0 0,0 0 0,3-3 0,-2 3 0,1-3 0,-2 3 0,3-3 0,-2 3 0,1-3 0,-2 3 0,0 0 0,3-3 0,-2 3 0,1-3 0,-2 3 0,3 0 0,-2 0 0,1 0 0,1-3 0,-2 3 0,1-3 0,-2 3 0,0 0 0,3-3 0,-2 3 0,1-3 0,-2 3 0,0 0 0,0 0 0,3-3 0,-2 3 0,1-3 0,-2 3 0,0 0 0,3-3 0,-2 3 0,1-3 0,1 3 0,-2 0 0,1 0 0,1-3 0,-2 3 0,1-3 0,1 0 0,-2 3 0,1-3 0,-2 3 0,0 0 0,3-3 0,-2 3 0,1-3 0,1 0 0,-2 3 0,1-3 0,-2 3 0,3 0 0,-2 0 0,1 0 0,-2 0 0,3-3 0,-2 3 0,1-3 0,-2 3 0,0 0 0,3-3 0,-2 3 0,1-3 0,1 0 0,-2 3 0,1-3 0,-2 3 0,3-3 0,-2 3 0,1-3 0,-2 3 0,0 0 0,0 0 0,3-3 0,-2 3 0,1-3 0,-2 3 0,0 0 0,3-3 0,-2 3 0,1-3 0,-2 3 0,0 0 0,3-3 0,-2 3 0,1-3 0,1 0 0,-2 3 0,1-3 0,1 0 0,-2 3 0,1-19 0,-2 9 0,-2-10 0,1 9 0,-2 2 0,1-1 0,-2 2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22.281"/>
    </inkml:context>
    <inkml:brush xml:id="br0">
      <inkml:brushProperty name="width" value="0.2" units="cm"/>
      <inkml:brushProperty name="height" value="1.2" units="cm"/>
      <inkml:brushProperty name="color" value="#3B7D23"/>
      <inkml:brushProperty name="inkEffects" value="pencil"/>
    </inkml:brush>
  </inkml:definitions>
  <inkml:trace contextRef="#ctx0" brushRef="#br0">0 0 16383,'3'13'0,"-2"-2"0,1-5 0,1 0 0,-2 0 0,1 0 0,1-3 0,-2 3 0,1-3 0,1 3 0,-2 0 0,1 0 0,-2 0 0,3-3 0,-2 3 0,1-3 0,-2 6 0,3-5 0,-2 4 0,1-5 0,1 3 0,-2 0 0,1 0 0,1 0 0,-2 0 0,4 3 0,-4-3 0,4 3 0,-4-3 0,1 0 0,1 0 0,-2 0 0,1 0 0,1 0 0,-2 0 0,1 0 0,1 0 0,-2 0 0,1 0 0,4 8 0,-5-6 0,4 6 0,-2-8 0,-2 0 0,1 0 0,1 0 0,0 0 0,1 0 0,-2 0 0,1 0 0,-2 0 0,4 0 0,-4 0 0,1 0 0,1 0 0,-2 0 0,4 0 0,-4 0 0,4 0 0,-4 0 0,1 0 0,1 0 0,-2 0 0,4 0 0,-4 0 0,4 0 0,-4 0 0,4 0 0,-4 0 0,4 0 0,-4 0 0,4 0 0,-4 0 0,4 3 0,-2-3 0,1 3 0,-2-3 0,1-3 0,-2 3 0,1-3 0,1 0 0,-2 3 0,1-3 0,1 0 0,-2 3 0,1-3 0,1 0 0,-2 3 0,1-3 0,1 0 0,-2 3 0,1-3 0,1 3 0,-2 0 0,1 0 0,1 0 0,-2 0 0,1 0 0,1-3 0,-2 3 0,1-3 0,-2 3 0,3-3 0,-2 3 0,1-3 0,-2 3 0,0 0 0,3 0 0,-2 0 0,4 0 0,-4 0 0,1-3 0,-2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23.258"/>
    </inkml:context>
    <inkml:brush xml:id="br0">
      <inkml:brushProperty name="width" value="0.2" units="cm"/>
      <inkml:brushProperty name="height" value="1.2" units="cm"/>
      <inkml:brushProperty name="color" value="#3B7D23"/>
      <inkml:brushProperty name="inkEffects" value="pencil"/>
    </inkml:brush>
  </inkml:definitions>
  <inkml:trace contextRef="#ctx0" brushRef="#br0">1 0 16383,'6'10'0,"-3"1"0,0-8 0,-1 0 0,-1 3 0,4-3 0,-4 3 0,2 0 0,-1-3 0,-1 3 0,4-3 0,-4 3 0,2 0 0,-1 0 0,-1 0 0,4 0 0,-4 0 0,2 0 0,-1 0 0,-1 0 0,4 0 0,-4 0 0,2 3 0,-1-3 0,-1 3 0,4-3 0,-4 0 0,4 0 0,-4 0 0,2 0 0,-1 0 0,-1 0 0,4 0 0,-4 0 0,2 0 0,-1 0 0,2 3 0,-1-3 0,0 3 0,-1-3 0,2 0 0,-1 0 0,0 0 0,-3 0 0,2 0 0,-1 0 0,4 0 0,-4 0 0,4 0 0,-4 3 0,4-3 0,-1 8 0,-1-6 0,2 3 0,-4-5 0,2 0 0,-3 0 0,2 0 0,-1 0 0,2 0 0,-1-3 0,-1 5 0,4-4 0,-4 5 0,2-3 0,-1 0 0,2 5 0,2-3 0,-3 3 0,0-5 0,-3 0 0,2 0 0,-1 0 0,4 0 0,-4 0 0,4 0 0,-4 0 0,2 0 0,-3 0 0,2 3 0,-1-3 0,2 3 0,-1-3 0,-1 0 0,2 0 0,-1 0 0,-1 0 0,2 0 0,-1 0 0,-1 0 0,2 0 0,-1 0 0,-1 0 0,4 0 0,-4 0 0,2 0 0,-1 0 0,-1 0 0,2 0 0,-1 0 0,-1 0 0,2 0 0,-1 0 0,-1 0 0,4 0 0,-4 0 0,2 3 0,-3-3 0,2 0 0,-1 0 0,2-3 0,-1 3 0,-1 0 0,2 0 0,-1 0 0,-1 0 0,2 0 0,-1 0 0,-1 0 0,2 0 0,-1-3 0,-1 3 0,2-3 0,-3 3 0,2-3 0,-1 3 0,2-3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05.239"/>
    </inkml:context>
    <inkml:brush xml:id="br0">
      <inkml:brushProperty name="width" value="0.2" units="cm"/>
      <inkml:brushProperty name="height" value="1.2" units="cm"/>
      <inkml:brushProperty name="inkEffects" value="pencil"/>
    </inkml:brush>
  </inkml:definitions>
  <inkml:trace contextRef="#ctx0" brushRef="#br0">872 1 16383,'10'9'0,"1"-3"0,-8-3 0,0-1 0,3-1 0,-3 2 0,0-1 0,3-1 0,-3 4 0,3-4 0,0 2 0,-3-1 0,3-1 0,-3 4 0,3-4 0,0 2 0,-3-1 0,3-1 0,-3 2 0,0-1 0,3-1 0,-3 2 0,0-1 0,3-1 0,-3 4 0,3-4 0,-3 4 0,3-4 0,-6 4 0,6-1 0,-3-1 0,0 2 0,3-1 0,-6 2 0,6-3 0,-6 2 0,3-1 0,0-1 0,-3 2 0,6-1 0,-6 2 0,6 0 0,-6 0 0,6-3 0,-6 2 0,3-1 0,0-1 0,-3 2 0,3-1 0,0-1 0,-3 2 0,6-1 0,-6 2 0,3 0 0,0-3 0,-3 2 0,6 1 0,-3 1 0,0 2 0,0-3 0,0 0 0,-3 0 0,6-3 0,-6 2 0,3-1 0,-3 2 0,0 0 0,3 0 0,-3 0 0,3 0 0,-3 0 0,0 0 0,3 0 0,-3 0 0,3 0 0,-3 0 0,0 0 0,0 0 0,0 0 0,0 0 0,0 0 0,0 0 0,-3-3 0,3 2 0,-6-4 0,6 4 0,-6-4 0,3 2 0,0-1 0,-3-1 0,3 2 0,-1-1 0,-1-1 0,2 2 0,-3-3 0,2 2 0,-1-1 0,2 2 0,-4-3 0,4 2 0,-2-1 0,1 2 0,-2-3 0,0 2 0,0-1 0,0 2 0,0-1 0,0-1 0,0 2 0,3-1 0,-3-1 0,3 2 0,-3-1 0,0-1 0,0 2 0,0-3 0,2 2 0,-1-1 0,2 2 0,-4-3 0,1 0 0,0 0 0,3 2 0,-2-1 0,1 2 0,-2-3 0,0 0 0,0 0 0,0 0 0,0 0 0,0 0 0,0 0 0,0 0 0,0 0 0,2-3 0,-1 2 0,2-1 0,-3-1 0,-1 2 0,1-1 0,3-1 0,-2 2 0,1-1 0,-2-1 0,0 2 0,0-2 0,3 1 0,-3 1 0,3-2 0,-3 3 0,3-2 0,-3 1 0,3-2 0,-3 3 0,0 0 0,2-2 0,-1 1 0,2-2 0,-3 3 0,0-2 0,-1 1 0,1-2 0,0 3 0,0 0 0,0 0 0,-2 0 0,3-2 0,-3 1 0,5-2 0,-3 3 0,-3 0 0,3 0 0,-3 0 0,3 0 0,0 0 0,0 0 0,0 0 0,0 0 0,-1 0 0,1 0 0,0 0 0,0 0 0,0 0 0,0 0 0,0 0 0,0 0 0,0 0 0,0 0 0,0 0 0,0 0 0,0 0 0,0 0 0,0 0 0,0 0 0,0 0 0,0 0 0,-1 0 0,1 0 0,0 0 0,0 0 0,0 0 0,0 0 0,0 0 0,0 0 0,0 0 0,0 0 0,0 0 0,0 0 0,0 0 0,0 0 0,0 0 0,0 0 0,0 3 0,0-3 0,-1 3 0,1-3 0,0 0 0,-2 0 0,1 0 0,-2 0 0,3 0 0,0 0 0,3 3 0,-3-3 0,3 3 0,-3-3 0,0 0 0,0 0 0,0 0 0,0 0 0,0 3 0,0-3 0,-1 3 0,1-3 0,0 0 0,0 3 0,0-3 0,0 3 0,0-3 0,0 0 0,0 3 0,0-3 0,0 3 0,0-3 0,0 0 0,0 0 0,0 3 0,0-3 0,0 3 0,0-3 0,-1 0 0,1 3 0,0-3 0,0 3 0,0-3 0,0 3 0,0-3 0,0 3 0,0-3 0,0 3 0,0-3 0,0 3 0,0 0 0,0-3 0,0 6 0,0-6 0,0 3 0,-1-3 0,4 3 0,-2-3 0,1 3 0,-2 0 0,0-3 0,0 6 0,0-6 0,0 3 0,3 0 0,-3-3 0,3 3 0,0 0 0,-3-3 0,6 6 0,-6-6 0,5 6 0,-4-6 0,4 6 0,9-6 0,-2 3 0,8-3 0,-8 3 0,-3-3 0,0 3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06.305"/>
    </inkml:context>
    <inkml:brush xml:id="br0">
      <inkml:brushProperty name="width" value="0.2" units="cm"/>
      <inkml:brushProperty name="height" value="1.2" units="cm"/>
      <inkml:brushProperty name="inkEffects" value="pencil"/>
    </inkml:brush>
  </inkml:definitions>
  <inkml:trace contextRef="#ctx0" brushRef="#br0">775 0 16383,'10'6'0,"0"-2"0,-6-2 0,2-2 0,-3 3 0,2-2 0,-1 1 0,-1 1 0,2-2 0,-1 1 0,-1 1 0,2-2 0,-1 1 0,2-2 0,0 0 0,-3 3 0,2 0 0,-1 1 0,2-2 0,-3 1 0,2-2 0,-4 4 0,4-4 0,-4 4 0,4-4 0,-1 4 0,2-2 0,0 1 0,-3 1 0,2-4 0,-1 4 0,-1-2 0,2 1 0,-4 1 0,4-4 0,-1 4 0,2-2 0,0 3 0,-3 0 0,2-2 0,-4 1 0,4-4 0,-1 4 0,-1-2 0,2 3 0,-1 0 0,-1 0 0,2-2 0,-4 1 0,4-4 0,-4 4 0,2-2 0,-1 1 0,-1 1 0,2-2 0,-1 1 0,2 1 0,-1-2 0,2 3 0,-4 0 0,4-2 0,-4 1 0,4-2 0,-4 3 0,4-2 0,-4 1 0,2-2 0,-1 1 0,-1 1 0,2-2 0,-3 3 0,2-2 0,-1 1 0,2-2 0,-1 3 0,-1 0 0,2 0 0,-3 0 0,2-2 0,-1 1 0,2-2 0,-3 3 0,0 0 0,2-2 0,-1 1 0,2-2 0,-3 3 0,0 0 0,0 0 0,-3 0 0,2 0 0,-4-2 0,4 1 0,-4-4 0,4 4 0,-4-4 0,1 4 0,-2-4 0,3 4 0,-3-4 0,3 1 0,0 1 0,-3-2 0,3 1 0,-3-2 0,0 0 0,0 3 0,0-2 0,0 1 0,0-2 0,0 0 0,0 0 0,0 3 0,-1-2 0,1 1 0,0-2 0,0 0 0,0 0 0,-2 0 0,1 0 0,-2 0 0,3 0 0,0 0 0,0 0 0,0 0 0,0 0 0,-3 0 0,0 0 0,-3 0 0,0 0 0,2-2 0,1 1 0,3-2 0,0 3 0,0 0 0,0 0 0,0 0 0,0-2 0,0 1 0,0-2 0,0 3 0,0 0 0,0-3 0,0 3 0,0-3 0,0 3 0,-3-3 0,2 3 0,-2-3 0,1 3 0,1 0 0,-2-3 0,3 3 0,0-3 0,-3 0 0,0 3 0,-3-6 0,3 6 0,-3-6 0,5 6 0,-1-3 0,2 3 0,0 0 0,-1-3 0,1 2 0,0-4 0,0 4 0,0-1 0,0 2 0,0 0 0,0-3 0,0 2 0,0-1 0,0-1 0,0 2 0,0-1 0,0 2 0,0-3 0,0 2 0,0-1 0,0 2 0,-1-3 0,1 2 0,0-2 0,0 3 0,0 0 0,-3-2 0,3 1 0,-3-2 0,3 1 0,0 1 0,0-2 0,0 3 0,0-2 0,0 1 0,0-2 0,0 3 0,-3 0 0,5-2 0,-4 1 0,4-2 0,-2 3 0,0 0 0,3-2 0,-3 1 0,3-2 0,-3 3 0,0 0 0,0 0 0,0 0 0,0 0 0,0 0 0,0 0 0,0 0 0,0 0 0,0 0 0,-1 0 0,1 0 0,0 0 0,0 0 0,0 0 0,0 0 0,0 0 0,0 0 0,0 0 0,0 0 0,0 0 0,0 0 0,0 0 0,2 3 0,-1-2 0,2 1 0,-3-2 0,0 0 0,0 3 0,-1-2 0,1 1 0,0-2 0,0 0 0,3 3 0,-2-2 0,1 1 0,-2-2 0,3 3 0,-3-2 0,3 1 0,-3-2 0,0 0 0,3 3 0,-3-2 0,3 1 0,-3-2 0,0 0 0,2 3 0,-1-2 0,2 1 0,-6-2 0,2 3 0,-2-2 0,3 1 0,0-2 0,0 0 0,0 0 0,3 3 0,-3-2 0,16 4 0,-7-4 0,11 1 0,-11 1 0,0-2 0,-3 1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07.208"/>
    </inkml:context>
    <inkml:brush xml:id="br0">
      <inkml:brushProperty name="width" value="0.2" units="cm"/>
      <inkml:brushProperty name="height" value="1.2" units="cm"/>
      <inkml:brushProperty name="inkEffects" value="pencil"/>
    </inkml:brush>
  </inkml:definitions>
  <inkml:trace contextRef="#ctx0" brushRef="#br0">921 0 16383,'6'13'0,"2"-5"0,-7-2 0,2-3 0,-3 3 0,0 0 0,0 0 0,0 0 0,0 0 0,0 0 0,0 0 0,-3-3 0,2 3 0,-4-3 0,4 3 0,-4-3 0,4 3 0,-4-6 0,4 6 0,-4-6 0,4 6 0,-4-3 0,1 0 0,1 3 0,-2-3 0,1 0 0,-2 0 0,3 0 0,-3-3 0,3 6 0,-3-6 0,3 6 0,-3-6 0,3 3 0,-3 0 0,0-3 0,0 6 0,0-6 0,2 6 0,-1-6 0,1 3 0,-2-3 0,0 3 0,0-3 0,0 3 0,-5 0 0,3 0 0,-3 0 0,5 0 0,0-3 0,0 3 0,0-3 0,0 3 0,0-3 0,0 0 0,0 3 0,-3-3 0,2 3 0,-2-3 0,1 3 0,1-3 0,-2 3 0,3-3 0,0 0 0,-11 3 0,9-3 0,-9 3 0,8 0 0,2-3 0,-1 3 0,-1-3 0,2 0 0,-4 3 0,4-3 0,-2 3 0,0-3 0,3 0 0,-3 3 0,0-3 0,3 3 0,-3-3 0,3 0 0,0 0 0,0 0 0,-3 0 0,2 3 0,-1-3 0,-7 3 0,7-3 0,-3 3 0,3-3 0,4 3 0,-5-3 0,3 0 0,0 3 0,0-3 0,-3 3 0,3-3 0,-3 3 0,3-3 0,-3 3 0,2-3 0,-1 0 0,1 3 0,1-3 0,0 3 0,0-3 0,0 0 0,0 0 0,0 3 0,0-3 0,0 3 0,0-3 0,0 0 0,0 0 0,0 3 0,0-3 0,0 3 0,0-3 0,0 0 0,-1 0 0,1 3 0,0-3 0,0 3 0,0-3 0,0 0 0,0 0 0,-3 3 0,3-3 0,-3 3 0,3-3 0,0 0 0,0 0 0,2 3 0,-1-3 0,2 3 0,-3-3 0,0 0 0,-1 0 0,1 0 0,0 3 0,0-3 0,-2 3 0,1-3 0,-2 0 0,3 3 0,0-3 0,0 3 0,0-3 0,0 0 0,0 0 0,0 0 0,0 0 0,0 0 0,-1 0 0,1 0 0,19 0 0,-9 0 0,15-3 0,-13 3 0,0-3 0,0 3 0,0 0 0,0 0 0,0 0 0,0 0 0,0 0 0,0 0 0,0 0 0,0 0 0,0 0 0,0 0 0,0-3 0,0 3 0,0-3 0,0 3 0,0 0 0,0 0 0,0 0 0,0 0 0,0 0 0,0 0 0,0 0 0,-2 0 0,-2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07.990"/>
    </inkml:context>
    <inkml:brush xml:id="br0">
      <inkml:brushProperty name="width" value="0.2" units="cm"/>
      <inkml:brushProperty name="height" value="1.2" units="cm"/>
      <inkml:brushProperty name="inkEffects" value="pencil"/>
    </inkml:brush>
  </inkml:definitions>
  <inkml:trace contextRef="#ctx0" brushRef="#br0">509 7 16383,'12'-4'0,"0"2"0,-6 2 0,0 0 0,0 0 0,0 0 0,0 0 0,0 0 0,0 0 0,0 0 0,0 0 0,0 0 0,0 0 0,-3 2 0,2-1 0,-1 2 0,2-3 0,0 2 0,0-1 0,0 2 0,0-3 0,0 0 0,-3 2 0,2-1 0,-1 2 0,2-1 0,0-1 0,0 2 0,0-1 0,0-1 0,0 2 0,-3-1 0,2-1 0,-1 2 0,2-1 0,0-1 0,0 2 0,-3-1 0,2-1 0,-1 2 0,2-1 0,0-1 0,-3 4 0,2-4 0,-1 2 0,-1-1 0,2-1 0,-1 2 0,-1-1 0,2-1 0,-4 4 0,4-4 0,-4 4 0,4-4 0,-4 4 0,4-4 0,-4 4 0,4-1 0,-4 2 0,2 0 0,-1-3 0,-1 2 0,2-1 0,-3 2 0,0 0 0,0 0 0,0 0 0,0 0 0,0 0 0,0 0 0,0 0 0,0 0 0,0 0 0,0 0 0,0 0 0,0 0 0,-3 0 0,2 0 0,-1 0 0,-1-3 0,2 2 0,-4-1 0,4 2 0,-4 0 0,2-3 0,-1 2 0,-1-1 0,1 2 0,-2 0 0,0 0 0,0 0 0,0-3 0,3 2 0,-3-4 0,3 4 0,-3-1 0,0 2 0,0-3 0,3 2 0,-6-4 0,5 4 0,-4-4 0,2 4 0,0-4 0,-3 4 0,2-4 0,-2 4 0,3-4 0,0 4 0,0-4 0,0 2 0,0-1 0,0-1 0,-3 4 0,3-4 0,-6 2 0,5-1 0,-1-1 0,2 4 0,0-4 0,0 2 0,0-1 0,-1-1 0,1 2 0,0-1 0,-2-1 0,1 4 0,-2-4 0,0 4 0,0-4 0,0 2 0,0-1 0,3-1 0,0 4 0,-3-4 0,2 4 0,-1-4 0,2 2 0,-1-1 0,1-1 0,0 2 0,0-1 0,-2-1 0,1 2 0,-2-1 0,0-1 0,3 4 0,-3-4 0,3 2 0,0-1 0,0-1 0,0 4 0,0-4 0,-3 2 0,2-1 0,-1 2 0,1-1 0,-1 0 0,-2-1 0,1-1 0,0 2 0,6-1 0,-5-1 0,6 4 0,-6-4 0,5 2 0,-3-1 0,0-1 0,0 2 0,0-1 0,0-1 0,0 4 0,0-4 0,-3 2 0,5-1 0,-4-1 0,4 2 0,1-1 0,-2-1 0,1 2 0,-2-1 0,0-1 0,0 2 0,0-3 0,0 2 0,0-1 0,0 2 0,3-1 0,-3-1 0,3 2 0,-3-3 0,2 2 0,-1-1 0,2 2 0,-1-1 0,-1-1 0,2 2 0,-6-1 0,2-1 0,1 4 0,1-4 0,1 2 0,-2-3 0,3 2 0,-2-1 0,1 2 0,1-1 0,-3-1 0,3 2 0,-3-1 0,0-1 0,3 4 0,-3-4 0,5-6 0,1 3 0,1-7 0,2 9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09.338"/>
    </inkml:context>
    <inkml:brush xml:id="br0">
      <inkml:brushProperty name="width" value="0.2" units="cm"/>
      <inkml:brushProperty name="height" value="1.2" units="cm"/>
      <inkml:brushProperty name="inkEffects" value="pencil"/>
    </inkml:brush>
  </inkml:definitions>
  <inkml:trace contextRef="#ctx0" brushRef="#br0">1 0 16383,'3'13'0,"0"-2"0,-3-5 0,0 0 0,0 0 0,2 0 0,-1 0 0,1 0 0,-2 0 0,0 0 0,0 0 0,0 0 0,0 0 0,0 0 0,0 0 0,0 0 0,0 0 0,0 0 0,0 0 0,0 0 0,0 0 0,3 0 0,-2 0 0,1 0 0,-2 0 0,0 0 0,0 0 0,0 0 0,3 0 0,-2 0 0,1 0 0,-2 0 0,0 0 0,0 0 0,3 3 0,-2-2 0,4 1 0,-4 4 0,1-5 0,-2 4 0,3-5 0,-2 0 0,1 0 0,-2 0 0,3 0 0,-2 0 0,4 0 0,-4 0 0,1 0 0,1 0 0,-2 0 0,1 3 0,-2-2 0,3 4 0,0-4 0,1 4 0,1-4 0,-4 1 0,1-2 0,1 0 0,-2 0 0,4 0 0,-4 0 0,1 0 0,1 0 0,-2 0 0,1 0 0,-2 0 0,3 0 0,-2 0 0,4-2 0,-4 4 0,1-4 0,1 4 0,-2-2 0,1 0 0,-2 0 0,3 0 0,-2 0 0,4 0 0,-4 0 0,1 0 0,-2 3 0,3-5 0,-2 4 0,1-5 0,1 3 0,-2 0 0,1 0 0,-2 0 0,3 0 0,-2 0 0,1 0 0,1 0 0,-2 0 0,1 0 0,1 0 0,-2 3 0,4-5 0,-4 4 0,4-5 0,-4 3 0,1 0 0,1 0 0,-2 0 0,4 0 0,-4 0 0,4 0 0,-4 0 0,4 0 0,-2 0 0,1 0 0,1 0 0,-4 0 0,4 0 0,-4 0 0,4 0 0,-4 0 0,4 0 0,-2 0 0,1 0 0,1 0 0,-2 0 0,3 0 0,-2 0 0,-2 0 0,1 0 0,0 0 0,1 0 0,4 3 0,-4-2 0,4 1 0,-4-2 0,1 0 0,-2 0 0,1 0 0,1-2 0,-4 1 0,4-2 0,-2 3 0,1 0 0,1-2 0,-4 1 0,4-2 0,-2 3 0,3 0 0,-2 0 0,1-2 0,-4 1 0,4-2 0,-2 1 0,1 1 0,1-2 0,-2 1 0,1 1 0,1-4 0,-4 4 0,4-2 0,-2 3 0,3-2 0,0 1 0,0-2 0,-2 3 0,1-2 0,-2 1 0,3-2 0,0 3 0,0 0 0,0 0 0,0 0 0,0-2 0,3 1 0,-5-2 0,4 1 0,-5 1 0,3-4 0,0 4 0,-2-2 0,1 1 0,-2 1 0,3-4 0,0 4 0,0-4 0,-2 4 0,1-4 0,-2 4 0,3-4 0,0 4 0,0-4 0,0 4 0,0-4 0,-2 4 0,1-4 0,-2 1 0,1 1 0,1-2 0,-2 4 0,3-4 0,0 4 0,0-2 0,0 1 0,0 1 0,0-4 0,0 4 0,0-4 0,0 4 0,0-2 0,0 1 0,-2 1 0,1-4 0,-2 1 0,1 1 0,1-2 0,-4 4 0,4-4 0,-2 1 0,1 1 0,1-2 0,-2 4 0,3-4 0,0 4 0,0-4 0,0 4 0,0-4 0,0 1 0,0-2 0,-2 3 0,1-2 0,-2 1 0,3-2 0,0 0 0,0 0 0,0 0 0,-2 3 0,1-2 0,-2 1 0,3-2 0,0 0 0,0 0 0,0 0 0,3 0 0,-2 0 0,1 0 0,-2 0 0,0 0 0,0 0 0,0 0 0,0 0 0,0 0 0,0 0 0,0 0 0,0 0 0,0 0 0,0 0 0,0 0 0,0 0 0,0 0 0,0 0 0,0 0 0,0 0 0,0 0 0,0 0 0,3 0 0,-2 0 0,1 0 0,-2 0 0,0 0 0,0 0 0,0 0 0,0 0 0,0 0 0,0 0 0,0 0 0,0 0 0,3 0 0,-2-3 0,1 3 0,-2-3 0,0 3 0,0 0 0,0 0 0,0 0 0,0 0 0,0-3 0,0 3 0,0-3 0,0 3 0,0 0 0,0-3 0,0 3 0,0-3 0,0 3 0,0-3 0,0 3 0,0-3 0,0 3 0,0 0 0,0 0 0,-2-3 0,1 3 0,-2-3 0,3 3 0,0 0 0,-2-3 0,-2 0 0,-2-3 0,0 2 0,0 2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33.472"/>
    </inkml:context>
    <inkml:brush xml:id="br0">
      <inkml:brushProperty name="width" value="0.2" units="cm"/>
      <inkml:brushProperty name="height" value="1.2" units="cm"/>
      <inkml:brushProperty name="inkEffects" value="pencil"/>
    </inkml:brush>
  </inkml:definitions>
  <inkml:trace contextRef="#ctx0" brushRef="#br0">0 0 16383,'10'7'0,"-2"1"0,-2-7 0,-2 4 0,1-4 0,-4 4 0,4-4 0,-4 4 0,4-4 0,-4 4 0,4-4 0,-4 4 0,4-4 0,-4 4 0,4-2 0,-4 3 0,4 0 0,-4 0 0,4-2 0,-4 1 0,1-2 0,-2 3 0,3 0 0,-2 0 0,1 0 0,-2 0 0,3-2 0,-2 1 0,1-2 0,-2 3 0,0 0 0,3 0 0,-2 0 0,1 0 0,-2 0 0,0 0 0,0 0 0,0 0 0,0 0 0,0 0 0,0 0 0,0 0 0,0 0 0,0 3 0,0-2 0,0 1 0,0-2 0,0 0 0,0 0 0,0 0 0,0 0 0,0 0 0,0 0 0,0 0 0,0 0 0,0 0 0,0 0 0,0 3 0,0-2 0,0 1 0,0-2 0,0 0 0,0 3 0,0-2 0,0 1 0,0-2 0,0 0 0,0 0 0,0 3 0,0-2 0,0 1 0,0-2 0,0 0 0,-2 6 0,1-5 0,-2 4 0,3-5 0,0 3 0,0-2 0,0 1 0,0-2 0,0 0 0,0 3 0,0-2 0,0 4 0,0-4 0,0 1 0,0-2 0,-2 3 0,1 0 0,-2 3 0,3-2 0,0-2 0,-2-2 0,1 0 0,-2 3 0,3-2 0,0 1 0,0-2 0,0 3 0,0-2 0,0 1 0,0-2 0,-2 0 0,1 6 0,-2-5 0,3 4 0,0-5 0,0 0 0,0 0 0,-2 0 0,1 0 0,-2 3 0,3-2 0,0 1 0,0-2 0,-3 0 0,3 3 0,-3-2 0,3 1 0,-3-2 0,3 0 0,-3 0 0,3 0 0,0 0 0,-3 0 0,3 0 0,-3 0 0,3 0 0,0 0 0,0 0 0,0 0 0,0 0 0,-3-2 0,3 1 0,-3-2 0,3 3 0,0 0 0,0 0 0,0 0 0,-3 0 0,3 0 0,-6 0 0,6 0 0,-6-2 0,3-2 0,-1-2 0,2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34.926"/>
    </inkml:context>
    <inkml:brush xml:id="br0">
      <inkml:brushProperty name="width" value="0.2" units="cm"/>
      <inkml:brushProperty name="height" value="1.2" units="cm"/>
      <inkml:brushProperty name="inkEffects" value="pencil"/>
    </inkml:brush>
  </inkml:definitions>
  <inkml:trace contextRef="#ctx0" brushRef="#br0">1 0 16383,'10'9'0,"-2"0"0,-6-6 0,-1 3 0,4-6 0,-4 6 0,2-3 0,-1 3 0,-1 0 0,4-3 0,-4 3 0,2-3 0,-1 3 0,-1 0 0,2 0 0,-1-3 0,-1 3 0,4-3 0,-4 3 0,2 0 0,-1-3 0,-1 3 0,4-3 0,-4 3 0,4 0 0,-4 0 0,4 0 0,-4 0 0,4 0 0,-4 0 0,4 0 0,-4 0 0,2 0 0,-1 0 0,-1 0 0,2 0 0,-1-3 0,-1 3 0,2-3 0,-1 3 0,-1 0 0,2 0 0,-1 0 0,-1 0 0,2 0 0,-3 0 0,2-3 0,-1 3 0,2-3 0,-1 0 0,-1 3 0,2-3 0,-3 3 0,2 0 0,-1 0 0,2 0 0,-1 0 0,-1 0 0,2 0 0,-3 0 0,2-3 0,-1 3 0,2-3 0,-1 3 0,-1 0 0,2 0 0,-1 0 0,-1 0 0,2 0 0,-1 0 0,-1 0 0,2 0 0,-3 0 0,0 0 0,2-3 0,-1 3 0,2-3 0,-3 3 0,2 0 0,-1 0 0,2 0 0,-3 0 0,2 0 0,-1 0 0,2 0 0,-1 0 0,-1 0 0,2 0 0,-3 0 0,2-3 0,-1 3 0,2-3 0,-1 0 0,-1 5 0,2-4 0,-3 5 0,2-6 0,-1 3 0,2-3 0,-3 3 0,2 0 0,-1 0 0,4 0 0,-4 0 0,2 0 0,-1 0 0,-1 0 0,2 0 0,-3 0 0,0 0 0,0 0 0,0 0 0,0 0 0,0 0 0,2-3 0,-1 3 0,2-3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4:45.738"/>
    </inkml:context>
    <inkml:brush xml:id="br0">
      <inkml:brushProperty name="width" value="0.2" units="cm"/>
      <inkml:brushProperty name="height" value="1.2" units="cm"/>
      <inkml:brushProperty name="inkEffects" value="pencil"/>
    </inkml:brush>
  </inkml:definitions>
  <inkml:trace contextRef="#ctx0" brushRef="#br0">455 0 16383,'-3'13'0,"0"-2"0,3-5 0,0 0 0,0 0 0,0 0 0,-3-2 0,2 1 0,-1-2 0,2 3 0,0 0 0,0 0 0,-3 0 0,2 0 0,-1 0 0,2 0 0,-3 0 0,2 0 0,-1 0 0,2 0 0,-3 0 0,2 0 0,-1 0 0,2 0 0,-3-2 0,2 1 0,-1-2 0,2 3 0,-3-2 0,2 4 0,-4-4 0,4 4 0,-2-2 0,1-2 0,1 1 0,-2-2 0,1 3 0,1 0 0,-2 0 0,1-2 0,1 1 0,-4-2 0,4 3 0,-4 0 0,4 0 0,-2 0 0,0-2 0,3 1 0,-3-2 0,0 1 0,3 1 0,-3-2 0,0 1 0,3 1 0,-6-2 0,6 3 0,-6 0 0,3-2 0,0 1 0,0-2 0,0 3 0,0 0 0,-1 0 0,-1 0 0,2 0 0,-1 0 0,-1 0 0,2 0 0,-1 0 0,-1-2 0,4 1 0,-4-4 0,4 4 0,-4-2 0,1 1 0,1 1 0,-2-2 0,1 3 0,1 0 0,-3 0 0,6 0 0,-6-2 0,6 1 0,-6-2 0,3 3 0,0 0 0,-3-2 0,6 1 0,-6-2 0,3 1 0,-1 1 0,-1-2 0,4 3 0,-4-2 0,2 1 0,-1-2 0,-1 1 0,4 1 0,-4-4 0,4 4 0,-4-4 0,4 4 0,-4-2 0,1 1 0,1 1 0,-2-4 0,4 4 0,-4-4 0,1 4 0,-2-2 0,0 1 0,3 1 0,-3-4 0,6 4 0,-6-2 0,3 1 0,-3 1 0,2-2 0,-1 1 0,2 1 0,-3-2 0,0 3 0,0 0 0,-1 0 0,1 0 0,0 0 0,0 0 0,0 0 0,0 0 0,3 0 0,-3-2 0,6 1 0,-6-4 0,6 4 0,-6-2 0,6 3 0,-6-2 0,6 1 0,-3-2 0,0 1 0,3 1 0,-3-2 0,0 1 0,2 1 0,-1-2 0,2 3 0,-3-2 0,2 1 0,-1-2 0,-1 1 0,2 1 0,-4-4 0,4 4 0,-1-2 0,2 3 0,0-2 0,0-2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5:15.503"/>
    </inkml:context>
    <inkml:brush xml:id="br0">
      <inkml:brushProperty name="width" value="0.2" units="cm"/>
      <inkml:brushProperty name="height" value="1.2" units="cm"/>
      <inkml:brushProperty name="inkEffects" value="pencil"/>
    </inkml:brush>
  </inkml:definitions>
  <inkml:trace contextRef="#ctx0" brushRef="#br0">388 1 16383,'-9'6'0,"3"2"0,0-4 0,6 2 0,-6-3 0,6 2 0,-3-1 0,0 2 0,3 0 0,-6-3 0,5 2 0,-1-1 0,-1 2 0,2 0 0,-1 0 0,2 0 0,-3-3 0,2 2 0,-1-1 0,2 2 0,-3 0 0,2 0 0,-1 0 0,2 0 0,-3-3 0,2 2 0,-1-1 0,2 2 0,0 0 0,-3-3 0,2 2 0,-1-1 0,2 2 0,-3 0 0,2 0 0,-2 0 0,3 0 0,-2-3 0,1 2 0,-2-1 0,1 2 0,1 0 0,-2 0 0,3 0 0,-2-3 0,1 2 0,-2-1 0,3 2 0,-2-3 0,1 2 0,-2-1 0,1-1 0,1 2 0,-5-1 0,6 2 0,-6-3 0,6 2 0,-3-1 0,0-1 0,3 2 0,-6-1 0,3 2 0,0 0 0,-3-3 0,6 2 0,-6-4 0,5 4 0,-4-1 0,2 2 0,-1 0 0,-1-3 0,4 2 0,-7-1 0,7 2 0,-7 0 0,4 0 0,1 0 0,-2-3 0,1 2 0,1-1 0,-2-1 0,4 2 0,-5-4 0,3 4 0,-3-1 0,3 2 0,-3-3 0,6 2 0,-6-4 0,3 4 0,-3-4 0,2 4 0,-1-4 0,4 4 0,-4-4 0,4 4 0,-4-4 0,2 2 0,-1-1 0,-1-1 0,2 2 0,-1-1 0,-1-1 0,1 2 0,-2-3 0,0 2 0,0-1 0,0 2 0,0-3 0,0 0 0,0 0 0,0 0 0,0 0 0,3 2 0,-3-1 0,3 2 0,-3-3 0,2 2 0,-1-1 0,2 2 0,-1-1 0,2 2 0,2 2 0,0 0 0,0 0 0,2-3 0,-1 2 0,4-4 0,-4 4 0,2-1 0,-1-1 0,-1 2 0,2-1 0,-1-1 0,-1 2 0,2-1 0,-1-1 0,-1 2 0,4-1 0,-4 2 0,4-3 0,-4 2 0,2-1 0,-1-1 0,-1 2 0,4-1 0,-4 2 0,4 0 0,-1 0 0,2 0 0,-3 0 0,2 0 0,-4 0 0,4 0 0,-4 0 0,4-3 0,-4 2 0,4-1 0,-4 2 0,4-3 0,-4 2 0,4-1 0,-4 2 0,4-3 0,-4 2 0,4-1 0,-1 2 0,-1 0 0,2 0 0,-4 0 0,4-3 0,-4 2 0,2-1 0,-1-1 0,-1 2 0,4-1 0,-4 2 0,4 0 0,-1 0 0,-1 0 0,2 0 0,-4 0 0,4-3 0,-4 2 0,2-1 0,-1-1 0,-1 2 0,4-1 0,-4 2 0,2 0 0,-1-3 0,-1 2 0,4-4 0,-4 4 0,2-1 0,-1 2 0,-1 0 0,4-3 0,-4 2 0,2-1 0,-3 2 0,2-3 0,-1 2 0,4-1 0,-4 2 0,2 0 0,-1-3 0,-1 2 0,4-4 0,-4 4 0,4-4 0,-4 4 0,2-1 0,-1-1 0,-1 2 0,2-1 0,-1-1 0,-1 2 0,4-1 0,-4 2 0,4-3 0,-4 2 0,4-4 0,-4 4 0,4-1 0,-4 2 0,4-3 0,-4 2 0,4-1 0,-4 2 0,4-3 0,-4 2 0,2-1 0,-1-1 0,-1 2 0,2-1 0,-3 2 0,0 0 0,0 0 0,0 0 0,0 0 0,0 0 0,0 0 0,0 0 0,0 0 0,0 0 0,2 0 0,-1 0 0,4 0 0,-4 0 0,4-3 0,-4 2 0,2-1 0,-1 2 0,-1 0 0,2 0 0,-1-3 0,-1 2 0,1-1 0,-2 2 0,3 0 0,-2 0 0,1 0 0,-2 0 0,0 0 0,3-3 0,-2 2 0,1-1 0,-2 2 0,0 0 0,0 0 0,0 0 0,0 0 0,0 0 0,0 0 0,3-3 0,-2 2 0,1-1 0,1-1 0,-2 2 0,4-4 0,-4 4 0,4-4 0,1 2 0,1-1 0,1-1 0,-2 2 0,0-3 0,-2 2 0,4-1 0,-4 2 0,4-3 0,-2 0 0,0 0 0,0 0 0,0 0 0,0 0 0,0 0 0,0 0 0,0 0 0,0 0 0,0 0 0,0 0 0,0 0 0,0 0 0,0 0 0,0 0 0,0 0 0,0 0 0,0 0 0,0 0 0,0 0 0,0 0 0,0 0 0,0 0 0,0 0 0,0 0 0,0 0 0,0 0 0,0 0 0,0 0 0,0 0 0,0 0 0,0 0 0,0 0 0,0 0 0,0 0 0,0 0 0,0 0 0,-2 2 0,1-1 0,-2 2 0,3-3 0,0 0 0,0 0 0,0 0 0,0 0 0,0-3 0,0 2 0,0-2 0,0 3 0,0 0 0,0 0 0,0 0 0,0 0 0,0 0 0,0 0 0,0 0 0,0 0 0,0 0 0,0 0 0,0 0 0,0 0 0,0 0 0,0 0 0,0 0 0,0 0 0,0 0 0,0 0 0,0 0 0,0 0 0,0 0 0,0 0 0,0 0 0,0 0 0,0 0 0,-2-2 0,1 1 0,-4-4 0,1 1 0,-2-2 0,0 0 0,0 0 0,0 0 0,0 0 0,0 0 0,0 0 0,0 0 0,0 0 0,3 3 0,-2-3 0,1 3 0,-2-3 0,3 2 0,-2-1 0,1 2 0,1-1 0,-2-1 0,4 1 0,-4-2 0,4 3 0,-4-2 0,4 1 0,-4-2 0,1 0 0,1 3 0,-2-3 0,1 3 0,1 0 0,-2-3 0,4 3 0,-4-3 0,4 3 0,-4-3 0,4 3 0,-4-3 0,4 2 0,-4-1 0,4 2 0,-2-3 0,1 0 0,1 2 0,-4-1 0,4 4 0,-4-4 0,4 4 0,-4-4 0,4 4 0,-4-4 0,4 4 0,-4-4 0,4 4 0,-4-5 0,4 6 0,-4-6 0,4 6 0,-2-6 0,3 3 0,0 0 0,-2-3 0,1 6 0,-2-3 0,1 0 0,1 3 0,-2-3 0,1 0 0,1 2 0,-2-1 0,1-1 0,1 2 0,-2-1 0,3-1 0,0 2 0,-2-4 0,1 4 0,-2-1 0,3-1 0,0 2 0,0-1 0,0-1 0,0 2 0,0-4 0,0 4 0,0-2 0,0 1 0,0 1 0,0-4 0,0 4 0,0-4 0,0 4 0,0-4 0,0 4 0,0-4 0,0 4 0,-2-5 0,1 6 0,-2-6 0,3 6 0,-2-6 0,1 6 0,-4-6 0,4 6 0,-4-6 0,4 6 0,-4-6 0,4 5 0,-4-4 0,4 4 0,-4-4 0,4 4 0,-4-4 0,4 4 0,-2-4 0,3 2 0,-2-3 0,1 2 0,-2-1 0,1 1 0,1 1 0,-2-2 0,1 1 0,1 1 0,-2-2 0,3 4 0,-2-5 0,1 6 0,-4-6 0,4 6 0,-4-6 0,4 6 0,-4-6 0,4 6 0,-4-6 0,4 6 0,-4-6 0,4 6 0,-2-3 0,1 0 0,1 2 0,-4-4 0,4 4 0,-2-4 0,3 4 0,-2-4 0,1 4 0,-2-4 0,3 4 0,-2-4 0,1 4 0,-2-2 0,3 3 0,-2-2 0,1 1 0,-2-2 0,3 1 0,0 1 0,0-2 0,0 1 0,0 1 0,-2-4 0,1 4 0,-2-2 0,1 1 0,1 1 0,-2-2 0,1 1 0,1 1 0,-4-5 0,4 6 0,-2-6 0,3 6 0,-2-6 0,1 6 0,-4-6 0,4 6 0,-4-6 0,1 3 0,1-1 0,-2-1 0,1 2 0,-2-3 0,0 0 0,0 0 0,0 0 0,-2 2 0,1-1 0,-2 1 0,1-2 0,-2 3 0,1-2 0,-3 4 0,6-4 0,-6 4 0,0-7 0,0 4 0,-3-2 0,6 0 0,-3 6 0,3-3 0,-1 0 0,-1 3 0,2-3 0,-1 0 0,-1 3 0,2-3 0,-1 0 0,-1 2 0,1-1 0,1-1 0,-2 2 0,1-1 0,-2 2 0,3-3 0,-2 2 0,1-1 0,-2 2 0,3-3 0,-3 2 0,3-1 0,-3 2 0,3-3 0,-3 2 0,3-1 0,-3 2 0,0 0 0,0 0 0,0 0 0,2-3 0,-1 2 0,1-2 0,-2 3 0,3-2 0,-2 1 0,1-2 0,-2 3 0,3-2 0,-2 1 0,1-2 0,1 1 0,-3 1 0,6-4 0,-6 4 0,3-2 0,0 1 0,-3 1 0,3-4 0,-3 4 0,2-5 0,-1 6 0,4-6 0,-4 6 0,2-3 0,-1 0 0,2 0 0,-1 0 0,0 0 0,-1 0 0,-1 3 0,4-6 0,-4 5 0,4-4 0,-4 4 0,4-4 0,-4 4 0,4-4 0,-4 4 0,4-4 0,-5 4 0,3-4 0,0 2 0,-3-1 0,6-1 0,-3 1 0,0-2 0,3 0 0,-3 0 0,3 0 0,-3 3 0,3-3 0,-3 3 0,3-3 0,-3 3 0,3-3 0,-3 3 0,3-3 0,0 0 0,0 0 0,-3 2 0,2-1 0,-1 2 0,2-3 0,0-1 0,0 1 0,0 0 0,0 0 0,0 0 0,0 0 0,-3 0 0,2 0 0,-1 0 0,-1 3 0,2-3 0,-1 3 0,-1 0 0,2-3 0,-1 3 0,2-3 0,0 0 0,-3 0 0,2 0 0,-1 0 0,-1 2 0,2-1 0,-2 1 0,3-2 0,-2 0 0,1 0 0,-4 0 0,4 0 0,-2 0 0,3 0 0,0 0 0,-2 3 0,1-3 0,-2 3 0,3-3 0,-2 2 0,1-1 0,-2 2 0,1-1 0,1-1 0,-2 2 0,1-1 0,1-1 0,-5 1 0,6-2 0,-6 0 0,6 0 0,-6 3 0,6-2 0,-6 4 0,6-5 0,-6 6 0,6-6 0,-6 6 0,3-3 0,-1 0 0,-1 3 0,2-3 0,-1 0 0,-1 3 0,2-3 0,-1 0 0,-1 3 0,1-3 0,-2 6 0,0 0 0,3 0 0,0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5:11.485"/>
    </inkml:context>
    <inkml:brush xml:id="br0">
      <inkml:brushProperty name="width" value="0.2" units="cm"/>
      <inkml:brushProperty name="height" value="1.2" units="cm"/>
      <inkml:brushProperty name="inkEffects" value="pencil"/>
    </inkml:brush>
  </inkml:definitions>
  <inkml:trace contextRef="#ctx0" brushRef="#br0">1655 297 16383,'-22'0'0,"2"0"0,14 0 0,0 0 0,0 0 0,0 0 0,0 0 0,0 0 0,0 3 0,0-2 0,0 1 0,0-2 0,-3 0 0,2 0 0,1 3 0,1-2 0,1 1 0,-7-2 0,3 0 0,-3 3 0,5-2 0,0 1 0,0-2 0,0 0 0,-3 0 0,2 3 0,-1-2 0,-1 1 0,2-2 0,-2 3 0,1-2 0,1 1 0,-7 1 0,4-2 0,-2 1 0,0-2 0,3 3 0,0-2 0,0 1 0,0 1 0,0-2 0,-3 1 0,2-2 0,-1 3 0,2-2 0,-1 1 0,-1 1 0,1-2 0,-4 1 0,1 1 0,-2-2 0,3 1 0,3 1 0,-3-2 0,3 4 0,-3-4 0,0 4 0,0-4 0,0 1 0,2 1 0,-1-2 0,-5 5 0,5-5 0,-7 3 0,4-1 0,0 0 0,-3 1 0,7 1 0,-7-4 0,8 4 0,-9-4 0,9 4 0,-3-4 0,3 4 0,-3-4 0,3 4 0,-3-4 0,2 1 0,-1 1 0,-1 0 0,2 3 0,-4-2 0,4 1 0,1-4 0,0 4 0,3-4 0,-3 4 0,0-4 0,0 4 0,-3-4 0,6 1 0,-3 1 0,3-2 0,-3 4 0,2-4 0,-4 4 0,1-2 0,1 1 0,0 1 0,3-4 0,-2 1 0,1 1 0,-2-2 0,3 4 0,0-4 0,0 1 0,0 1 0,0 0 0,-3 1 0,2-2 0,-1 1 0,2-2 0,0 4 0,0-4 0,-1 4 0,1-4 0,0 4 0,0-4 0,0 4 0,0-4 0,0 1 0,0 1 0,0-2 0,0 1 0,0 1 0,0-2 0,0 4 0,-3-2 0,2 3 0,-1-2 0,2-2 0,-1 1 0,1-2 0,0 4 0,-2-2 0,1 1 0,-2 1 0,3-4 0,0 1 0,0 1 0,-3 0 0,3 1 0,-3 1 0,3-4 0,0 4 0,0-4 0,0 1 0,0-2 0,-1 3 0,1-2 0,0 4 0,0-4 0,0 1 0,0 1 0,0-2 0,0 1 0,3 1 0,-5-2 0,4 4 0,-5-4 0,3 1 0,0-2 0,0 3 0,0-2 0,0 1 0,0 1 0,-1-2 0,1 1 0,0 1 0,0-2 0,0 1 0,3 1 0,-2-2 0,1 1 0,-2-2 0,0 3 0,0-2 0,0 4 0,0-4 0,0 1 0,2 1 0,-1-2 0,2 1 0,-1 1 0,-1-2 0,4 4 0,-4-4 0,2 1 0,-4 1 0,1-2 0,0 4 0,0-2 0,0 1 0,3 1 0,-3-4 0,3 1 0,-3 1 0,0 0 0,0 1 0,3 1 0,-3-4 0,6 4 0,-6-4 0,3 1 0,-1 1 0,-1-2 0,2 4 0,-3-4 0,2 4 0,-1-4 0,1 1 0,1 1 0,-2-2 0,4 4 0,-4-4 0,4 4 0,-2-2 0,3 3 0,3-2 0,0 1 0,3-4 0,-2 4 0,1-4 0,-2 4 0,3-4 0,-2 4 0,1-4 0,-2 1 0,1 1 0,1-2 0,-2 4 0,3-4 0,0 1 0,-2 1 0,1-2 0,-2 4 0,3-4 0,0 1 0,-2 1 0,1-2 0,-2 4 0,3-4 0,0 1 0,0 1 0,0-2 0,0 1 0,0 1 0,0-2 0,0 1 0,0 1 0,0-2 0,0 1 0,0-2 0,-2 3 0,1-2 0,-2 1 0,3-2 0,0 0 0,-2 3 0,1-2 0,-2 1 0,3-2 0,0 3 0,0-2 0,0 1 0,0 1 0,0-2 0,0 1 0,0-2 0,0 3 0,0-2 0,3 1 0,-5 1 0,4-2 0,-5 1 0,3-2 0,0 0 0,0 3 0,0-2 0,0 1 0,0-2 0,0 0 0,0 3 0,0-2 0,3 4 0,-2-4 0,4 1 0,-4-2 0,1 3 0,-2-2 0,0 1 0,0-2 0,3 3 0,-2-2 0,1 1 0,-2-2 0,3 3 0,-2-2 0,1 1 0,1 1 0,-2-2 0,1 1 0,1-2 0,-2 3 0,1-2 0,1 1 0,-2 1 0,1-2 0,-2 1 0,3-2 0,-2 3 0,1-2 0,-2 1 0,3 1 0,-2-2 0,1 1 0,4-2 0,-5 3 0,4-2 0,-5 1 0,3 1 0,-2-2 0,1 1 0,-2-2 0,0 0 0,0 3 0,0-2 0,0 1 0,0-2 0,0 3 0,3-2 0,-2 1 0,4 1 0,-4-2 0,1 1 0,-2-2 0,0 0 0,0 3 0,0-2 0,0 1 0,0-2 0,0 0 0,0 0 0,3 3 0,-2-2 0,1 1 0,-2-2 0,0 3 0,0-2 0,0 1 0,0-2 0,0 0 0,0 0 0,0 0 0,0 0 0,0 0 0,0 0 0,0 3 0,0-2 0,0 1 0,3-2 0,0 0 0,-2 3 0,1-2 0,-5 1 0,3-2 0,0 0 0,0 0 0,0 0 0,0 0 0,0 3 0,3-2 0,-2 1 0,1-2 0,-2 3 0,0-2 0,0 1 0,0-2 0,0 0 0,0 0 0,0 0 0,0 3 0,0-2 0,0 1 0,0-2 0,0 0 0,-2 3 0,1-2 0,-2 1 0,3-2 0,0 0 0,0 0 0,0 3 0,3-2 0,-2 1 0,1-2 0,-2 0 0,3 3 0,-2-2 0,1 1 0,1-2 0,-2 0 0,1 0 0,-2 0 0,0 3 0,0-2 0,0 1 0,0-2 0,3 0 0,-2 0 0,1 0 0,-2 0 0,0 0 0,5 3 0,-3-2 0,3 1 0,-5-2 0,3 0 0,-3 0 0,3 0 0,0 0 0,-3 0 0,3 3 0,-3-2 0,3 1 0,-3-2 0,3 0 0,0 0 0,-3 0 0,6 0 0,-3 3 0,0-2 0,0 1 0,-3-2 0,3 0 0,-3 0 0,3 0 0,0 0 0,-3 0 0,6 0 0,-6 0 0,6 0 0,-6 0 0,3 0 0,2 0 0,-3 0 0,6 0 0,-8 0 0,6 0 0,-6 0 0,6 3 0,-6-2 0,6 1 0,-6-2 0,3 0 0,0 0 0,-3 0 0,6 0 0,-6 0 0,6 0 0,-3 0 0,3 0 0,-3 0 0,3 0 0,-6 0 0,6 0 0,-6 0 0,3 0 0,0 0 0,-3 0 0,6 0 0,-6 0 0,3 0 0,0 0 0,-3 0 0,6 0 0,-3 0 0,3 0 0,-3 0 0,3 0 0,-6 0 0,3 0 0,-3 0 0,3 0 0,-3 0 0,3 0 0,0 0 0,-3 0 0,3 0 0,0 0 0,-3 0 0,6 0 0,-3 0 0,3 0 0,-3 0 0,0 0 0,-3 0 0,3 0 0,-3 0 0,3 0 0,-3 0 0,0 0 0,3 0 0,-3 0 0,3 0 0,-3 0 0,3 0 0,3 0 0,-2 0 0,1 0 0,-5 0 0,3 0 0,-3 0 0,3 0 0,-3 0 0,3 0 0,-3 0 0,3 0 0,0 0 0,-3 0 0,6 3 0,-6-2 0,3 1 0,0-2 0,-3 0 0,6 0 0,-6 0 0,3 0 0,-3 0 0,3 0 0,-3 0 0,3 0 0,0 0 0,-3 0 0,3 3 0,-3-2 0,3 1 0,-3-2 0,8 0 0,-6 0 0,3 0 0,-5 0 0,3 0 0,-3 0 0,3 0 0,0 0 0,-3 0 0,3 0 0,-3 0 0,0 0 0,3 0 0,-3 0 0,3 0 0,0 0 0,3 0 0,-2 0 0,4 0 0,-8 3 0,3-2 0,-3 1 0,0-2 0,0 0 0,3 0 0,-3 0 0,3 0 0,-3 0 0,0 0 0,0 0 0,0 0 0,8 0 0,-6 0 0,6 0 0,-8 0 0,0 0 0,0 0 0,0 0 0,0 0 0,0 0 0,0 0 0,0 0 0,0 0 0,0 0 0,0 0 0,8 0 0,-6 0 0,9 0 0,-11 0 0,6 0 0,-6 0 0,3 0 0,-3 0 0,0 0 0,0 0 0,0 0 0,0 0 0,5 3 0,-3-2 0,3 1 0,-2-2 0,-3 0 0,3 0 0,-3 0 0,0 0 0,0 0 0,0 0 0,0 3 0,0-2 0,3 1 0,-3-2 0,3 0 0,-3 0 0,0 0 0,0 0 0,0 0 0,0 0 0,0 0 0,0 0 0,0 3 0,0-2 0,0 1 0,0-2 0,0 0 0,3 0 0,-3 0 0,3 0 0,-3 0 0,3 0 0,-3 0 0,3 0 0,0 0 0,-3 0 0,3 0 0,-3 0 0,3 0 0,0 0 0,0 0 0,0 0 0,-3 0 0,0 0 0,0 0 0,0 0 0,0 0 0,0 0 0,0 0 0,0 0 0,0 0 0,0 0 0,0 0 0,0 0 0,0 0 0,3 0 0,0 0 0,0 0 0,0 0 0,-3 0 0,0 0 0,0 0 0,3 0 0,-3 0 0,6 0 0,-6 0 0,6 0 0,-3 0 0,0 0 0,0 0 0,-3 0 0,0 0 0,0 0 0,0 0 0,0 0 0,0 0 0,0 0 0,0 0 0,0 0 0,0 0 0,0 0 0,0 0 0,0 0 0,3 0 0,-3 0 0,6 0 0,-6-2 0,3 1 0,-3-2 0,0 3 0,0 0 0,0 0 0,0 0 0,0 0 0,0 0 0,0 0 0,0 0 0,0 0 0,0-3 0,3 3 0,0-3 0,0 3 0,0 0 0,-3 0 0,0 0 0,0 0 0,0-3 0,0 3 0,0-3 0,0 3 0,0 0 0,0 0 0,0 0 0,0 0 0,3-3 0,-3 3 0,3-3 0,-3 3 0,0 0 0,3 0 0,-3 0 0,3-3 0,-3 3 0,0-3 0,0 3 0,0 0 0,0 0 0,0 0 0,3 0 0,-3 0 0,3-3 0,-3 3 0,0-3 0,0 3 0,0 0 0,0 0 0,0 0 0,0 0 0,0 0 0,0 0 0,-3-3 0,3 3 0,0-3 0,0 3 0,3 0 0,-3 0 0,0 0 0,0-3 0,0 2 0,0-1 0,0 2 0,0 0 0,0-3 0,0 2 0,0-1 0,0 2 0,0 0 0,0 0 0,0-3 0,0 2 0,0-1 0,0 2 0,0 0 0,0 0 0,0 0 0,0 0 0,3 0 0,-3 0 0,3 0 0,-3 0 0,0 0 0,0 0 0,0 0 0,0 0 0,0 0 0,0 0 0,0 0 0,0 0 0,0 0 0,3 0 0,-3 0 0,3 0 0,-3 0 0,0 0 0,0 0 0,3 0 0,-3 0 0,5 0 0,-4 0 0,2 0 0,-1 0 0,-1 0 0,2 0 0,-3 0 0,0 0 0,0 0 0,0 0 0,0 0 0,2 0 0,-1-3 0,2 2 0,-3-1 0,0 2 0,2 0 0,-1 0 0,2 0 0,-3 0 0,0 0 0,0 0 0,0 0 0,0 0 0,0 0 0,0-3 0,0 2 0,0-1 0,0 2 0,0 0 0,2 0 0,-1 0 0,4 0 0,-7-3 0,4 2 0,-4-2 0,2 3 0,0 0 0,0 0 0,0 0 0,0-2 0,0 1 0,0-2 0,0 3 0,2 0 0,-1-2 0,2 1 0,-3-2 0,0 3 0,0 0 0,2 0 0,-1 0 0,2 0 0,-3-2 0,2 1 0,-1-2 0,2 3 0,-1 0 0,-1 0 0,2 0 0,-3-2 0,0 1 0,0-2 0,2 3 0,2 0 0,-4-2 0,2 1 0,-4-2 0,2 3 0,0 0 0,0 0 0,0 0 0,0 0 0,0 0 0,0 0 0,0-3 0,0 3 0,0-3 0,0 3 0,0 0 0,0-3 0,0 3 0,0-3 0,2 3 0,-1-3 0,2 3 0,-3-3 0,0 3 0,0 0 0,0 0 0,0 0 0,0-3 0,0 3 0,0-3 0,2 3 0,-1-3 0,2 3 0,-3-3 0,0 3 0,0-3 0,0 3 0,0-3 0,2 3 0,-1 0 0,2 0 0,-3 0 0,0-3 0,2 2 0,-1-4 0,2 4 0,-3-1 0,0 2 0,0 0 0,0 0 0,0 0 0,0 0 0,0-3 0,0 2 0,0-1 0,0-1 0,0 2 0,0-1 0,0 2 0,0 0 0,-3-3 0,2 2 0,-1-1 0,2 2 0,0 0 0,0 0 0,0-3 0,0 2 0,0-1 0,0 2 0,0 0 0,0-3 0,0 2 0,0-2 0,-3 1 0,2 1 0,-1-2 0,2 3 0,0-2 0,0 1 0,0-2 0,0 3 0,0-2 0,0 1 0,0-4 0,0 4 0,0-2 0,0 1 0,0 1 0,-3-5 0,2 6 0,-1-3 0,-1 0 0,2 3 0,-1-6 0,2 6 0,-3-6 0,2 6 0,-1-3 0,-1 0 0,2 3 0,-4-6 0,4 6 0,-4-6 0,4 5 0,-4-4 0,4 4 0,-1-4 0,2 2 0,0-1 0,-3-1 0,2 4 0,-1-4 0,2 4 0,-3-4 0,2 4 0,-1-2 0,-1 1 0,2 1 0,-4-4 0,4 4 0,-1-2 0,-1 1 0,2 1 0,-4-4 0,4 4 0,-1-2 0,-1 1 0,2 1 0,-4-5 0,4 3 0,-4-3 0,2 0 0,-1 3 0,-1-3 0,2 3 0,-1-1 0,-1-1 0,2 2 0,-3-3 0,0 0 0,2 0 0,-1 0 0,2-1 0,-3 1 0,0 0 0,0 0 0,0 0 0,0 0 0,0 0 0,0 0 0,-3 3 0,2-3 0,-1 3 0,2-3 0,0 0 0,0 0 0,0 0 0,0 0 0,0 0 0,0 0 0,2-1 0,-1 1 0,2 0 0,-3 0 0,0 0 0,0 0 0,2 3 0,-1-3 0,2 3 0,-3-3 0,0 0 0,0 0 0,0 0 0,0 0 0,0 0 0,0 0 0,0 0 0,0 0 0,0 0 0,0-1 0,0 1 0,2 0 0,-1 0 0,2 0 0,-3 0 0,0 0 0,0 0 0,0 0 0,0 0 0,0 0 0,-3 3 0,2-3 0,-1 3 0,-1-1 0,0 2 0,-1-1 0,-1 2 0,4-4 0,-4 4 0,1-1 0,-2-1 0,0 2 0,0-4 0,0 4 0,0-2 0,0 1 0,0 1 0,0-2 0,0 3 0,0-2 0,0 1 0,0-2 0,0 1 0,0 1 0,-1-2 0,1 3 0,-2 0 0,1-2 0,-2 1 0,3-2 0,-3 3 0,3 0 0,-3-2 0,3 1 0,-3-2 0,2 3 0,-1 0 0,-1 0 0,2-2 0,-4 1 0,4-2 0,-7 0 0,7 3 0,-7-3 0,7 3 0,-4 0 0,4 0 0,-5 0 0,3-3 0,0 3 0,-3-3 0,3 0 0,-3 3 0,2-3 0,-1 3 0,4 0 0,-4 0 0,-4-3 0,2 3 0,-2-3 0,4 3 0,1 0 0,-2 0 0,3-3 0,-3 3 0,3-3 0,-3 3 0,0 0 0,0 0 0,0-3 0,2 2 0,-1-1 0,2 2 0,-3 0 0,-1 0 0,1 0 0,3-3 0,-9 2 0,7-1 0,-5 2 0,-1 0 0,8-3 0,-9 2 0,9-1 0,-3 2 0,0 0 0,0 0 0,2-3 0,-1 2 0,-4-1 0,2 2 0,-4 0 0,7 0 0,-1 0 0,1-3 0,-2 2 0,3-1 0,-2 2 0,1 0 0,-2 0 0,3 0 0,-3 0 0,3 0 0,0-3 0,-3 2 0,0-1 0,-1 2 0,-1 0 0,4 0 0,-1 0 0,1 0 0,1 0 0,-2-3 0,4 2 0,-4-2 0,4 3 0,-5 0 0,3 0 0,0 0 0,0 0 0,0-2 0,0 1 0,-1-2 0,-7 3 0,8 0 0,-6 0 0,6 0 0,0 0 0,0 0 0,-3 0 0,3 0 0,-3 0 0,2 0 0,-1-2 0,2 1 0,-1-2 0,1 3 0,-5 0 0,6 0 0,-8-2 0,6 1 0,-2-2 0,3 3 0,-3 0 0,6 0 0,-6 0 0,3 0 0,-1 0 0,-1 0 0,2-2 0,-3 1 0,2-2 0,-1 3 0,-1 0 0,-1 0 0,-2 0 0,6-2 0,-3 1 0,3-2 0,-3 3 0,3 0 0,-3 0 0,3 0 0,-1 0 0,-1 0 0,2 0 0,-3 0 0,0 0 0,2 0 0,-7-3 0,9 3 0,-8-3 0,6 3 0,-2 0 0,3 0 0,-3 0 0,3 0 0,-3 0 0,3 0 0,-3-3 0,3 3 0,-1-3 0,-1 3 0,4 0 0,-9 0 0,7 0 0,-7 0 0,9-3 0,-4 3 0,1-3 0,1 3 0,-3 0 0,6 0 0,-6 0 0,3 0 0,0 0 0,-3 0 0,5 0 0,-4-3 0,4 3 0,-7-3 0,7 0 0,-7 3 0,7-3 0,-4 3 0,4 0 0,-2 0 0,3 0 0,-3 0 0,3 0 0,-6-3 0,6 3 0,-6-3 0,5 3 0,-1 0 0,2-3 0,-3 2 0,2-1 0,-1 2 0,1 0 0,-1 0 0,1 0 0,-2 0 0,1-3 0,1 2 0,-2-1 0,0 2 0,3 0 0,-3 0 0,0 0 0,3 0 0,-3-3 0,-3 2 0,2-1 0,-2 2 0,4 0 0,1-3 0,-1 2 0,1-1 0,-4 2 0,1 0 0,1 0 0,-3 0 0,6-3 0,-6 2 0,6-1 0,-3 2 0,0 0 0,-3 0 0,-1 0 0,1-3 0,1 2 0,4-2 0,-4 3 0,4 0 0,-4 0 0,4 0 0,-2 0 0,0 0 0,0 0 0,0 0 0,-3 0 0,6 0 0,-3 0 0,0 0 0,0 0 0,-1 0 0,2 0 0,-1 0 0,2 0 0,-2 0 0,1 0 0,1 0 0,-4 0 0,4 0 0,-2 0 0,3 0 0,-3 0 0,3 0 0,-6 0 0,3 0 0,-1 0 0,-1 0 0,4 0 0,-1 0 0,-1 0 0,2 0 0,-2 0 0,3 0 0,0 0 0,-2 0 0,1 0 0,-2 0 0,3 0 0,0 0 0,0 0 0,-13 0 0,9 0 0,-9 0 0,13 0 0,-1 0 0,1 3 0,0-2 0,0 1 0,0-2 0,0 0 0,0 0 0,0 0 0,0 0 0,-13 0 0,9 0 0,-9 0 0,13 0 0,-1 0 0,1 3 0,0-2 0,0 1 0,-13-2 0,9 3 0,-9-2 0,13 1 0,0-2 0,0 0 0,0 0 0,-8 0 0,5 0 0,-5 3 0,8-2 0,0 1 0,0-2 0,0 0 0,0 0 0,0 0 0,0 0 0,0 0 0,0 0 0,0 0 0,0 0 0,0 0 0,0 0 0,-3 0 0,2 0 0,-2 0 0,3 0 0,0 0 0,0 0 0,0 0 0,0 0 0,0 0 0,0 0 0,0 0 0,0 0 0,0 0 0,0 0 0,0 0 0,0 0 0,0 0 0,-1 0 0,1 0 0,0 0 0,0 0 0,0 0 0,0 0 0,0 0 0,0 0 0,0 0 0,0 0 0,0 0 0,0 0 0,0 0 0,0 0 0,0 0 0,0 0 0,0 0 0,0 0 0,-1 0 0,1 0 0,0 0 0,0 0 0,0 3 0,-2-2 0,1 1 0,-5-2 0,6 0 0,-3 3 0,3-2 0,0 1 0,0-2 0,0 0 0,0 0 0,0 3 0,0-2 0,-1 1 0,1-2 0,0 0 0,0 3 0,0-2 0,0 1 0,0-2 0,0 0 0,0 0 0,0 3 0,0-2 0,0 1 0,0-2 0,0 0 0,0 0 0,0 0 0,0 0 0,-1 0 0,1 0 0,0 0 0,0 0 0,0 0 0,0 0 0,0 0 0,0 3 0,0-2 0,0 1 0,0-2 0,0 0 0,0 0 0,0 0 0,0 0 0,0 0 0,0 3 0,0-2 0,-1 1 0,1-2 0,0 0 0,0 0 0,0 0 0,3 3 0,0-10 0,3 5 0,0-10 0,0 6 0,0 0 0,0 0 0,0 0 0,0 0 0,0 0 0,-3-6 0,3 5 0,-3-4 0,3 5 0,0 0 0,0-1 0,0 1 0,0 0 0,-3 3 0,3-2 0,-3 1 0,3-2 0,0 0 0,-3 0 0,3 0 0,-3 0 0,3 0 0,-3 3 0,3-3 0,-3 3 0,3-3 0,-3 2 0,3-1 0,-3 2 0,3-3 0,-3 2 0,3-1 0,-6 1 0,5-2 0,-1 0 0,2 0 0,-3 3 0,2-2 0,-1 1 0,-1-2 0,2 0 0,-1 0 0,-1 3 0,2-3 0,4 3 0,1 0 0,5 0 0,-3 3 0,0-3 0,0 2 0,5-1 0,-4 2 0,5 0 0,-6 0 0,0 0 0,0 0 0,0 0 0,0 0 0,0 0 0,2 0 0,-1 0 0,31 0 0,-22 0 0,20 0 0,-25 0 0,-1 0 0,-1 0 0,2 0 0,-1 0 0,10 0 0,-6 0 0,6 0 0,-8 0 0,-3 0 0,2 0 0,-1 0 0,2 0 0,-3 0 0,2 0 0,-1 0 0,2 0 0,-3 0 0,2 0 0,-1 0 0,4 0 0,5 0 0,-5 0 0,4 0 0,-9 0 0,3 0 0,-3 0 0,3 0 0,3 0 0,-4 0 0,7 0 0,-9 0 0,3 0 0,-2 0 0,1 0 0,-4 0 0,9 0 0,-8 0 0,9 0 0,-8 0 0,3 0 0,-2 0 0,1 0 0,-2 0 0,1 0 0,1 0 0,-4-3 0,4 2 0,-4-1 0,4 2 0,-2 0 0,1 0 0,-2 0 0,1 0 0,0 0 0,1 0 0,-2 0 0,1 0 0,0 0 0,1 0 0,-2 0 0,1 0 0,-2 0 0,1 0 0,-2 0 0,3 0 0,0 0 0,1 0 0,4-3 0,-7 2 0,4-1 0,-2 2 0,-2 0 0,1 0 0,-2 0 0,3 0 0,-2 0 0,1 0 0,-2 0 0,3 0 0,-2 0 0,1 0 0,-2 0 0,0 0 0,6-3 0,-5 2 0,4-1 0,-5 2 0,0 0 0,0 0 0,0 0 0,0 0 0,3 0 0,-2 0 0,1 0 0,-2 0 0,3 0 0,-2 0 0,1 0 0,4 0 0,-5 0 0,4 0 0,-2 0 0,-2 0 0,1 0 0,-2 0 0,3 0 0,0 0 0,1 0 0,-2 0 0,-2 0 0,3 0 0,-2 0 0,1 0 0,1 0 0,0 0 0,3 0 0,-2 0 0,-2 0 0,-2 0 0,3 0 0,-2 0 0,1 0 0,1 0 0,-2 0 0,1 0 0,1 0 0,-2 0 0,4 0 0,-4 0 0,1 0 0,4 0 0,-5 0 0,4 0 0,-2 0 0,-2 0 0,4 0 0,-4 0 0,4 0 0,-4 0 0,1 0 0,1 0 0,0 0 0,1 0 0,-2 0 0,1 0 0,6 0 0,-2 0 0,2 0 0,-4 0 0,-4 0 0,4 0 0,-4 0 0,4 0 0,-4 0 0,1 0 0,1 0 0,-2 0 0,4 0 0,-4 0 0,4 0 0,1 0 0,-2 0 0,1 0 0,-2 0 0,0 0 0,1 0 0,1 0 0,-4 0 0,4 0 0,-4 0 0,4 0 0,-4 0 0,4 0 0,-4 0 0,4 0 0,-2 0 0,6 0 0,-5 0 0,4 0 0,-5 0 0,1 0 0,-2 0 0,1 0 0,0 0 0,1 0 0,1 0 0,-4 0 0,4 0 0,-2 0 0,1 0 0,1 0 0,-4 0 0,4 0 0,-4 0 0,4 0 0,-4 0 0,4 0 0,-4 0 0,1 0 0,1 0 0,0 0 0,1 0 0,-2 0 0,-2 0 0,3 0 0,0 0 0,1 0 0,-2 0 0,4 0 0,-2 0 0,4 0 0,-4 0 0,1 0 0,-4 0 0,4 0 0,-4 0 0,4 0 0,-4 0 0,4 0 0,-4 0 0,4 0 0,-2 0 0,1 0 0,-2 0 0,4 0 0,-5 0 0,7 0 0,-7 0 0,4 0 0,-4 0 0,1 0 0,-2 0 0,3 0 0,-2 0 0,1 0 0,1 0 0,-2 0 0,4 0 0,-2 0 0,1 0 0,1 0 0,-4 0 0,1 0 0,1 0 0,-2 0 0,1 0 0,-2 0 0,3 0 0,-2 0 0,1 0 0,-2 0 0,0 0 0,3 0 0,-2 0 0,1 0 0,4 0 0,-5 0 0,4 0 0,-5 0 0,3 0 0,-2 0 0,1 0 0,-2 0 0,3 0 0,-2 0 0,1 0 0,-2 0 0,0 0 0,0 2 0,3-1 0,0 2 0,6-3 0,-5 0 0,1 0 0,-5 0 0,3 0 0,-2 0 0,1 0 0,-2 0 0,3 0 0,-2 0 0,1 0 0,1 0 0,-2 2 0,1-1 0,1 2 0,-2-3 0,4 0 0,-4 2 0,1-1 0,-2 2 0,3-3 0,-2 0 0,1 0 0,-2 0 0,0 0 0,3 2 0,-2-1 0,1 2 0,1-3 0,-2 0 0,4 0 0,-2 0 0,1 2 0,-2-1 0,-2 2 0,3-3 0,-2 0 0,1 0 0,1 0 0,-2 2 0,1-1 0,1 2 0,-2-3 0,1 0 0,-2 0 0,3 2 0,0-1 0,3 2 0,-2-3 0,-2 0 0,-2 0 0,3 2 0,-2-1 0,1 2 0,1-3 0,-2 0 0,1 0 0,1 0 0,-2 2 0,1-1 0,1 2 0,-3-3 0,6 0 0,-3 0 0,0 2 0,3-1 0,-6 2 0,3-3 0,-3 0 0,3 0 0,-5 2 0,6-1 0,-6 2 0,8-3 0,-6 0 0,3 0 0,-3 2 0,5-1 0,-3 2 0,3-3 0,-5 0 0,0 0 0,0 0 0,3 0 0,-3 2 0,3-1 0,0 2 0,-3-3 0,3 0 0,-3 0 0,0 0 0,0 2 0,0-1 0,3 2 0,-3-3 0,3 0 0,-3 0 0,0 0 0,0 0 0,0 0 0,0 0 0,-3 2 0,3-1 0,-3 2 0,3-3 0,0 0 0,0 0 0,0 0 0,0 2 0,0-1 0,0 2 0,0-3 0,0 0 0,0 0 0,0 0 0,0 2 0,0-1 0,0 2 0,0-3 0,0 0 0,0 0 0,0 0 0,0 2 0,0-1 0,0 2 0,0-3 0,0 0 0,0 0 0,-3 2 0,3-1 0,-3 2 0,3-3 0,0 0 0,0 0 0,0 2 0,3-1 0,-3 2 0,3-3 0,-3 2 0,0-1 0,0 2 0,0-3 0,0 2 0,0-1 0,0 2 0,0-3 0,0 0 0,-3 2 0,3-1 0,-3 2 0,3-3 0,0 0 0,0 2 0,0-1 0,3 2 0,-3-3 0,3 0 0,-3 2 0,0-1 0,3 2 0,-3-1 0,3-1 0,-3 2 0,0-3 0,0 0 0,0 2 0,0-1 0,0 2 0,0-3 0,0 0 0,0 0 0,0 0 0,0 2 0,0-1 0,-3 4 0,0-1 0,-6 2 0,3 0 0,-6-3 0,6 2 0,-6-1 0,6 2 0,-6-3 0,3 2 0,-1-1 0,-1 2 0,2 0 0,-3 0 0,0 0 0,0 0 0,0 0 0,-1-3 0,4 2 0,-2-4 0,4 4 0,-4-1 0,1 2 0,-2-3 0,3 2 0,-3-4 0,3 4 0,-3-1 0,0 2 0,0 0 0,0-3 0,3 2 0,-3-1 0,3-1 0,-1 2 0,-1-4 0,4 4 0,-4-4 0,2 4 0,-3-1 0,-1 2 0,4 0 0,-2-3 0,4 2 0,-4-4 0,4 4 0,-4-4 0,4 4 0,-4-4 0,1 4 0,1-1 0,-3-1 0,3 5 0,-3-7 0,0 7 0,3-4 0,-3-1 0,3 2 0,-3-1 0,0-1 0,0 0 0,0-3 0,0 0 0,0-3 0,-1 2 0,1-2 0,3 1 0,-2 1 0,1-2 0,-2 3 0,3-2 0,-3 1 0,3-2 0,-3 3 0,0-2 0,3 1 0,0-2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5:12.366"/>
    </inkml:context>
    <inkml:brush xml:id="br0">
      <inkml:brushProperty name="width" value="0.2" units="cm"/>
      <inkml:brushProperty name="height" value="1.2" units="cm"/>
      <inkml:brushProperty name="inkEffects" value="pencil"/>
    </inkml:brush>
  </inkml:definitions>
  <inkml:trace contextRef="#ctx0" brushRef="#br0">0 1 16383,'13'0'0,"-2"0"0,-5 0 0,0 0 0,0 0 0,0 0 0,0 0 0,0 0 0,0 2 0,0-1 0,3 2 0,-3-3 0,3 0 0,-3 0 0,0 0 0,0 0 0,0 0 0,0 2 0,0-1 0,0 2 0,0-3 0,3 0 0,3 0 0,-2 0 0,1 0 0,-5 0 0,0 2 0,0-1 0,0 2 0,0-3 0,0 0 0,0 0 0,0 0 0,0 0 0,0 2 0,0-1 0,3 2 0,0-3 0,0 0 0,0 0 0,-3 0 0,0 2 0,0-1 0,0 2 0,0-3 0,0 0 0,0 0 0,0 0 0,3 0 0,-3 0 0,3 0 0,-3 2 0,3-1 0,5 2 0,-3-3 0,3 0 0,-5 0 0,-3 2 0,3-1 0,-3 2 0,3-3 0,-3 0 0,3 0 0,-3 0 0,0 0 0,0 0 0,0 0 0,8 2 0,-6-1 0,6 2 0,-8-3 0,0 0 0,0 0 0,0 0 0,0 0 0,0 0 0,0 0 0,0 0 0,5 0 0,-3 0 0,3 0 0,-5 0 0,0 0 0,0 0 0,0 0 0,-19-3 0,12 2 0,-15-1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5:19.120"/>
    </inkml:context>
    <inkml:brush xml:id="br0">
      <inkml:brushProperty name="width" value="0.2" units="cm"/>
      <inkml:brushProperty name="height" value="1.2" units="cm"/>
      <inkml:brushProperty name="inkEffects" value="pencil"/>
    </inkml:brush>
  </inkml:definitions>
  <inkml:trace contextRef="#ctx0" brushRef="#br0">1174 2122 16383,'-3'-13'0,"0"2"0,3 5 0,0 0 0,0-1 0,0 1 0,0 0 0,-3 0 0,3 0 0,-3 0 0,3 0 0,0 0 0,-3 3 0,3-3 0,-3 3 0,3-3 0,-3 3 0,3-3 0,-3 3 0,3-6 0,-3 2 0,3-1 0,-6 2 0,5-1 0,-4 1 0,4 0 0,-4 0 0,4 0 0,-1 0 0,-1 0 0,2 0 0,-4 0 0,2 0 0,-1-3 0,-1 2 0,1-1 0,1 2 0,-2 0 0,4 0 0,-4-1 0,1 1 0,1 0 0,-2 0 0,1 0 0,-2-2 0,3 1 0,-3-2 0,3 3 0,-3 0 0,0-3 0,0 2 0,0-4 0,2 4 0,-1-1 0,2-1 0,-3 2 0,0-2 0,-1 3 0,4-2 0,-5 1 0,7-2 0,-7 3 0,4 0 0,-2 0 0,-2-5 0,1 3 0,-2-3 0,3 7 0,0-4 0,0 4 0,0-4 0,-3-1 0,2 5 0,1-4 0,1 4 0,2-2 0,-3 0 0,-1 0 0,1 3 0,-2-5 0,4 4 0,-4-2 0,4 0 0,-2 3 0,0 0 0,0-3 0,0 3 0,0-3 0,0 3 0,0-3 0,0 3 0,0-1 0,0-1 0,0 2 0,-1-1 0,-1-4 0,1 7 0,-2-7 0,3 7 0,0-4 0,0 1 0,0 1 0,3-2 0,-5 1 0,4 1 0,-5-3 0,3 6 0,0-6 0,0 3 0,0 0 0,-3-5 0,2 6 0,-2-6 0,3 5 0,0-1 0,0 2 0,0-1 0,0 0 0,0-1 0,0-1 0,-3 2 0,3-1 0,-3-1 0,3 4 0,0-4 0,0 1 0,-3-2 0,0 0 0,-1 3 0,1-2 0,3 4 0,0-4 0,0 4 0,0-5 0,-3 3 0,3 0 0,-3-3 0,3 6 0,-3-6 0,5 3 0,-6 0 0,5-3 0,-6 3 0,2-3 0,-1 2 0,2-1 0,-1 4 0,5-4 0,-7 2 0,7-1 0,-5-1 0,1 4 0,1-4 0,-2 4 0,3-4 0,0 4 0,-3-4 0,0 1 0,-1 1 0,-1 0 0,7 1 0,-7 1 0,7-2 0,-4 0 0,2 3 0,-1-3 0,1 0 0,0 3 0,0-3 0,0 0 0,0 3 0,0-3 0,0 0 0,-3 3 0,3-3 0,-3 0 0,3 3 0,0-3 0,0 3 0,0 0 0,2-3 0,-1 3 0,1-3 0,-2 3 0,0 0 0,0-3 0,0 2 0,0-1 0,0 2 0,0 0 0,0 0 0,0-3 0,0 2 0,0-1 0,0 2 0,0 0 0,0 0 0,0 0 0,0 0 0,2-3 0,-1 2 0,1-1 0,-2 2 0,0 0 0,0 0 0,0 0 0,0 0 0,0 0 0,0 0 0,0 0 0,19 0 0,-9 0 0,12-3 0,-10 2 0,-3-1 0,3 2 0,0 0 0,0 0 0,0 0 0,0 0 0,0 0 0,0 0 0,0 0 0,0 0 0,3 0 0,-3 0 0,3 0 0,-3 0 0,0 0 0,0 0 0,0-3 0,3 2 0,-3-1 0,3 2 0,-3 0 0,3 0 0,-3 0 0,3 0 0,-3 0 0,0 0 0,0 0 0,3 0 0,0-3 0,0 2 0,3-1 0,-6 2 0,3 0 0,-3 0 0,0-3 0,3 2 0,3-2 0,-2 3 0,4-2 0,-8 1 0,6-2 0,-6 1 0,6 1 0,-3-2 0,0 1 0,0 1 0,0-2 0,0 3 0,0-2 0,3 1 0,-3-4 0,6 4 0,-3-5 0,3 6 0,-6-6 0,3 6 0,-6-3 0,6 3 0,-3-3 0,3 3 0,0-6 0,-3 6 0,3-6 0,-3 6 0,3-6 0,0 6 0,-3-6 0,8 3 0,-6-1 0,3-1 0,4 0 0,-10 2 0,10-1 0,-11 1 0,4 0 0,-2-1 0,1-1 0,1 4 0,-2-4 0,1 4 0,-2-4 0,1 4 0,0-4 0,6 1 0,-5-2 0,4 0 0,-7 3 0,4-2 0,-2 4 0,1-4 0,-2 4 0,1-5 0,-2 3 0,4 0 0,-4-3 0,1 3 0,1 0 0,0-3 0,1 3 0,-2-3 0,1 2 0,-2-1 0,1 4 0,1-4 0,-2 2 0,1-3 0,1 2 0,-2-1 0,1 1 0,-2 1 0,3-2 0,-2 1 0,1 1 0,-2-2 0,0 1 0,3-2 0,-2 0 0,4 0 0,-4 3 0,1-3 0,-2 3 0,0-3 0,0 0 0,0 2 0,0-1 0,0 2 0,0-1 0,0-4 0,0 7 0,0-7 0,3 5 0,-5-4 0,4 4 0,-5-2 0,3 1 0,0 1 0,0-2 0,-2 1 0,1-2 0,-2 3 0,3-3 0,-2 3 0,1 0 0,-2-3 0,1 3 0,1-3 0,-2 3 0,1-3 0,1 3 0,-2-1 0,3-1 0,-2 2 0,1-3 0,-2 0 0,3 0 0,0-1 0,0 1 0,0 0 0,0 0 0,0 0 0,0 0 0,-2 0 0,1 0 0,-2 0 0,3 0 0,0 0 0,-2 0 0,1 0 0,-2 0 0,1 0 0,1 2 0,-4-1 0,4 2 0,-2-4 0,3 1 0,0 0 0,-2 0 0,1 0 0,-4 0 0,4 0 0,-4 0 0,4 0 0,-2 0 0,3 0 0,-2 0 0,1 0 0,-4 0 0,4 0 0,-2 0 0,1 0 0,1 0 0,-2-3 0,3 5 0,-2-4 0,1 4 0,-4-2 0,4 0 0,-4 0 0,1 0 0,1 0 0,0 0 0,1 0 0,1 0 0,-4 0 0,4 0 0,-2-3 0,1 2 0,1-1 0,-4 2 0,4-1 0,-4 1 0,4-2 0,-2 1 0,1-2 0,1 3 0,-4 0 0,1 0 0,1 0 0,0-3 0,1 3 0,1-1 0,-4 2 0,4 2 0,-4-3 0,4 0 0,-4 0 0,4 2 0,-4-1 0,4 1 0,-4-2 0,1 0 0,1 0 0,-2 0 0,4 3 0,-4-3 0,4 3 0,-4-3 0,4 3 0,-4-3 0,4 3 0,-4-3 0,4 2 0,-4-1 0,4 2 0,-4-3 0,4 0 0,-4 0 0,4 2 0,-4-1 0,1 1 0,1 1 0,-2-2 0,1 1 0,-2-2 0,3 3 0,-2-2 0,4 4 0,-2-2 0,3 3 0,0 0 0,0-3 0,0 3 0,0-3 0,0 3 0,0 0 0,13 0 0,-9-3 0,9 3 0,-13-3 0,0 3 0,0 0 0,0 0 0,0 0 0,0-3 0,0 3 0,5-3 0,-3 3 0,3 0 0,-5-3 0,3 3 0,-3-3 0,3 3 0,-3 0 0,0-3 0,3 3 0,-3-3 0,6 3 0,-6-3 0,3 3 0,2-3 0,-3 3 0,6 0 0,-8-3 0,3 2 0,0-1 0,-3 2 0,6 0 0,-6-3 0,3 2 0,0-1 0,0 2 0,0 0 0,0 0 0,0 0 0,0 0 0,6-3 0,-3 2 0,0-1 0,0 2 0,-6-3 0,12 2 0,-10-1 0,10 2 0,-8 0 0,2-3 0,0 2 0,-3-1 0,2 2 0,-1 0 0,2-3 0,2 2 0,-1-2 0,2 3 0,-3 0 0,0-2 0,-3 1 0,2-2 0,5 3 0,-5 0 0,7 0 0,-9-2 0,9 1 0,-4-2 0,2 3 0,-5 0 0,5-4 0,0 3 0,10-3 0,-10 2 0,0 1 0,-5-2 0,-2 3 0,10-4 0,-8 3 0,7-2 0,-9 3 0,3 0 0,0-3 0,0 2 0,0-2 0,6 3 0,-7-2 0,12 1 0,-12-2 0,6 3 0,-5-2 0,0 1 0,0-2 0,-2 3 0,1-2 0,-2 1 0,3-2 0,0 3 0,0 0 0,-2 0 0,1-2 0,-2 1 0,6-2 0,-2 3 0,1-2 0,-2 1 0,-2-2 0,1 3 0,-2 0 0,1 0 0,1-2 0,-2 1 0,3-2 0,-2 3 0,1-3 0,-2 3 0,3-3 0,-2 3 0,6 0 0,-8 0 0,9 0 0,-10 0 0,4 0 0,-2 0 0,1 0 0,1 0 0,-4 0 0,4 0 0,-4 0 0,4 0 0,-2 0 0,1 0 0,1 0 0,-2 0 0,6 0 0,-5 0 0,4 0 0,-7 0 0,4 0 0,-4 0 0,4 0 0,-4 0 0,4 0 0,-4 0 0,4 0 0,-4 0 0,1 0 0,1 0 0,0 0 0,3 0 0,0 0 0,-2 0 0,-2 0 0,1 0 0,-2 0 0,4 0 0,-4 0 0,4 3 0,-4-3 0,1 3 0,-2-3 0,3 0 0,-2 0 0,1 0 0,-2 0 0,6 0 0,-5 0 0,7 0 0,-7 3 0,1-3 0,-2 3 0,3-3 0,-2 0 0,1 0 0,-2 0 0,3 0 0,-2 0 0,4 3 0,-4-3 0,1 3 0,1-3 0,0 0 0,3 0 0,-2 0 0,-2 0 0,1 3 0,-2-3 0,1 3 0,1-3 0,-2 0 0,4 3 0,-4-3 0,1 3 0,1-3 0,-2 0 0,4 0 0,1 3 0,-2-3 0,1 3 0,-2-3 0,-2 3 0,4-3 0,-4 3 0,4-3 0,-2 3 0,1-3 0,1 3 0,-2-3 0,1 3 0,1-3 0,-2 3 0,1 0 0,4-3 0,-4 3 0,2 0 0,-1-3 0,-4 3 0,4 0 0,-4-3 0,4 3 0,-2 0 0,1-3 0,1 3 0,-2-3 0,1 3 0,1-3 0,-4 3 0,4-3 0,1 3 0,1-3 0,-1 3 0,-1 0 0,-4-3 0,4 3 0,-4 0 0,4-3 0,-2 3 0,1-3 0,1 0 0,-4 3 0,4-3 0,-4 3 0,4-3 0,-2 3 0,1-3 0,-2 3 0,1-3 0,0 3 0,1-3 0,-2 3 0,1-3 0,-3 0 0,6 3 0,-3-3 0,0 3 0,3 0 0,-6-3 0,6 3 0,-6-3 0,3 0 0,2 3 0,-1-3 0,2 3 0,0-3 0,-6 3 0,3-3 0,0 3 0,-3-3 0,3 0 0,-3 3 0,3-3 0,-3 3 0,6-3 0,-6 0 0,3 0 0,0 0 0,0 3 0,0-3 0,3 3 0,-6-3 0,3 0 0,-3 0 0,0 3 0,3-3 0,0 3 0,0-3 0,0 0 0,0 0 0,-3 0 0,3 3 0,-3-3 0,0 3 0,0-3 0,0 0 0,3 0 0,-3 0 0,3 3 0,-3-3 0,0 3 0,0-3 0,0 0 0,0 0 0,0 0 0,3 0 0,-3 3 0,3-3 0,0 3 0,-3-3 0,3 0 0,-3 0 0,0 0 0,0 0 0,0 0 0,0 0 0,0 0 0,0 3 0,0-3 0,0 3 0,0-3 0,0 0 0,0 0 0,0 0 0,0 0 0,5 0 0,-3 3 0,3-3 0,-5 3 0,0-3 0,0 0 0,3 0 0,0 0 0,0 3 0,0-3 0,-3 3 0,0-3 0,0 0 0,0 0 0,0 0 0,0 0 0,0 0 0,0 0 0,0 3 0,0-3 0,0 3 0,0-3 0,0 0 0,0 0 0,0 0 0,0 0 0,3 0 0,-3 0 0,3 3 0,-3-3 0,0 3 0,0-3 0,0 0 0,0 0 0,0 0 0,0 0 0,0 0 0,-3 3 0,3-3 0,-3 3 0,3-3 0,0 0 0,3 0 0,-3 0 0,3 0 0,-6 3 0,3-3 0,-3 3 0,3-3 0,0 0 0,0 0 0,0 0 0,0 0 0,0 0 0,0 0 0,0 0 0,0 0 0,0 0 0,0 0 0,-3 3 0,0 0 0,-3 3 0,0 0 0,0 0 0,3 0 0,-3 0 0,3 0 0,-3 0 0,3 0 0,-3 0 0,3 3 0,0-5 0,-3 4 0,3-5 0,-3 3 0,3 0 0,-3 0 0,3 0 0,-3 0 0,0 0 0,3-3 0,-3 3 0,3 2 0,0-3 0,-3 6 0,3-8 0,0 3 0,-3 0 0,3 0 0,0-3 0,-3 3 0,3-3 0,-3 3 0,3 0 0,-3 0 0,3 0 0,-3 0 0,3 3 0,-3-3 0,3 3 0,0-3 0,-3 0 0,3 0 0,0 0 0,-3 0 0,3 0 0,0 0 0,-3 0 0,3 0 0,0 0 0,-3 0 0,3 3 0,0-3 0,0 3 0,0-3 0,0 0 0,0 0 0,-3 0 0,3 0 0,0 0 0,-3 0 0,6-3 0,-6 3 0,6-3 0,-6 6 0,6-5 0,-6 4 0,3-5 0,0 0 0,0 3 0,0-3 0,0 3 0,0-3 0,-3 3 0,6-6 0,-6 6 0,6-3 0,-6 3 0,6-3 0,-3 3 0,0-3 0,3 3 0,-3 0 0,0 0 0,3-3 0,-6 3 0,6-6 0,-6 6 0,6-6 0,-6 6 0,6-6 0,-6 6 0,6-3 0,-6 3 0,6-3 0,-6 3 0,6-3 0,-6 3 0,6-3 0,-3 3 0,0-3 0,3 3 0,-3-3 0,0 3 0,3-6 0,-6 6 0,6-3 0,-6 3 0,6-3 0,-6 3 0,6-6 0,-6 6 0,6-6 0,-6 6 0,6-6 0,-6 6 0,6-3 0,-3 3 0,3-3 0,-3 3 0,3-3 0,-3 3 0,3 0 0,0 0 0,0-3 0,0 3 0,0-3 0,3 3 0,-5 0 0,4 0 0,-2 0 0,0-3 0,0 5 0,0-6 0,-3 6 0,3-8 0,0 6 0,0-3 0,0 0 0,0 3 0,0-6 0,0 6 0,0-3 0,0 3 0,3-3 0,-3 5 0,6-6 0,-6 6 0,6-5 0,-6 0 0,3 3 0,-3-6 0,0 6 0,0-6 0,0 6 0,3-6 0,-3 6 0,3-6 0,-3 6 0,3-6 0,0 6 0,0-3 0,0 0 0,0 0 0,-3 0 0,6-3 0,-6 6 0,3-6 0,0 6 0,-3-6 0,3 3 0,0 0 0,-3-3 0,3 3 0,-3 0 0,0-3 0,5 6 0,-1-6 0,2 6 0,-3-6 0,-3 3 0,3-3 0,-3 3 0,3-3 0,-3 3 0,3 0 0,-3-3 0,3 3 0,-3-3 0,3 0 0,-3 0 0,6 3 0,-3-3 0,0 3 0,0-3 0,-3 3 0,0-3 0,0 3 0,0-3 0,3 3 0,-3-3 0,3 3 0,-3-3 0,0 0 0,0 0 0,0 0 0,3 0 0,-3 0 0,3 3 0,-3-3 0,0 3 0,0-3 0,0 0 0,0 0 0,0 0 0,0 0 0,0 0 0,0 0 0,0 0 0,0 0 0,0 0 0,0 0 0,0 0 0,0 0 0,0 0 0,0 0 0,0 0 0,0 0 0,0 0 0,0 0 0,0 3 0,0-3 0,0 3 0,0-3 0,0 0 0,-3 3 0,3-3 0,-6 6 0,3-3 0,-3 3 0,-3-3 0,3 3 0,-6-6 0,3 6 0,-3-6 0,2 6 0,-1-6 0,4 6 0,-4-6 0,2 6 0,-3-6 0,-1 6 0,1-6 0,3 6 0,-2-6 0,1 6 0,-2-6 0,0 6 0,0-6 0,3 6 0,-5-6 0,4 6 0,-5-6 0,3 6 0,0-6 0,0 6 0,0-6 0,0 6 0,0-6 0,-1 6 0,1-3 0,0 3 0,0-3 0,0 3 0,0-6 0,0 6 0,0-6 0,0 6 0,0-6 0,0 6 0,0-6 0,0 6 0,0-6 0,-3 6 0,2-3 0,-1 0 0,2 3 0,-1-3 0,-1 0 0,-2 3 0,-2-3 0,3 0 0,0 3 0,3-3 0,-3 3 0,3-3 0,-3 3 0,0-6 0,2 6 0,-1-3 0,-1 0 0,0 3 0,-1-3 0,2 0 0,-1 3 0,-1-3 0,1 3 0,-2 0 0,4-3 0,-2 3 0,0-6 0,3 6 0,-3-3 0,0 0 0,5 3 0,-7-3 0,7 0 0,-4 3 0,-1-3 0,2 0 0,-1 3 0,1-6 0,1 6 0,0-6 0,0 6 0,0-6 0,0 6 0,0-3 0,0 0 0,0 0 0,0 0 0,0 0 0,0 0 0,0 3 0,0-6 0,2 6 0,-1-6 0,-1 6 0,-1-3 0,-1 0 0,1 3 0,1-3 0,0 0 0,0 3 0,0-6 0,0 6 0,0-3 0,0 3 0,0-3 0,0 3 0,0-3 0,0 0 0,2 3 0,-1-6 0,4 6 0,-4-6 0,4 6 0,-4-6 0,2 6 0,-3-3 0,-1 3 0,4 0 0,-2-3 0,4 3 0,-4-6 0,4 6 0,-4-6 0,4 6 0,-4-6 0,4 6 0,-4-3 0,4 3 0,-5-3 0,6 3 0,-6-6 0,6 6 0,-3-3 0,3 3 0,0 0 0,-3-3 0,3 3 0,-3-3 0,6 3 0,-3 0 0,6-3 0,-6 3 0,3-3 0,-3 3 0,3 0 0,-3 0 0,3 0 0,-3 0 0,0 0 0,0 0 0,0 0 0,0 0 0,0 0 0,0 0 0,0 0 0,0 0 0,0 0 0,0 0 0,-3 0 0,3 0 0,-3 0 0,3 0 0,-3 0 0,3 0 0,-3 0 0,3 0 0,-3-3 0,2 3 0,-1-3 0,-1 3 0,2 0 0,-1 0 0,-1 0 0,2 0 0,-4-3 0,4 3 0,-1-3 0,-1 3 0,2 0 0,-4-3 0,4 3 0,-7 0 0,7 0 0,-7 0 0,7 0 0,-4-6 0,4 6 0,-2-3 0,1 0 0,-2 3 0,1-3 0,-3 0 0,3 3 0,-6 0 0,3 0 0,-3 0 0,6 0 0,-3-6 0,3 6 0,-3-3 0,0 0 0,2 3 0,-1-3 0,2 0 0,-4 3 0,1-6 0,3 6 0,-5-3 0,1 3 0,-2 0 0,0 0 0,3-3 0,3 3 0,-3-6 0,3 6 0,-3-6 0,0 6 0,0-6 0,0 6 0,2-3 0,-1 0 0,2 3 0,-3-6 0,0 6 0,-1-3 0,1 0 0,3 3 0,-2-6 0,1 6 0,-2-6 0,0 6 0,0-3 0,0 3 0,0-3 0,3 3 0,-3-6 0,3 6 0,-3-6 0,2 6 0,-1-6 0,2 6 0,-3-3 0,0 0 0,2 3 0,-1-6 0,2 3 0,-1 0 0,-1-3 0,4 6 0,-4-6 0,4 5 0,-4-4 0,1 4 0,-2-4 0,3 4 0,-3-4 0,3 4 0,0-1 0,-3-1 0,3 5 0,-3-7 0,3 7 0,-3-7 0,6 4 0,-3-1 0,3 2 0,0 0 0,0 0 0,0 0 0,-3-3 0,2 2 0,-4-4 0,4 4 0,-1-1 0,-1 2 0,2 0 0,-1 0 0,2 0 0,-3-3 0,2 2 0,-1-1 0,4 2 0,-1-3 0,2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5:21.393"/>
    </inkml:context>
    <inkml:brush xml:id="br0">
      <inkml:brushProperty name="width" value="0.2" units="cm"/>
      <inkml:brushProperty name="height" value="1.2" units="cm"/>
      <inkml:brushProperty name="inkEffects" value="pencil"/>
    </inkml:brush>
  </inkml:definitions>
  <inkml:trace contextRef="#ctx0" brushRef="#br0">9 28 16383,'-3'-13'0,"-2"4"0,4 4 0,1 4 0,9 6 0,3 3 0,1 1 0,-2-1 0,-5-7 0,0 4 0,0-4 0,0 4 0,0-2 0,0 1 0,3 1 0,-2-2 0,4 1 0,-4 1 0,1-2 0,4 6 0,-2-5 0,2 4 0,-1-5 0,-2 3 0,3-2 0,-2 1 0,1-2 0,-2 3 0,3 0 0,-2 0 0,7 2 0,-8-2 0,8 1 0,-7-1 0,12 6 0,-7-5 0,8 2 0,-11-4 0,0-2 0,0 3 0,0 0 0,0 0 0,0 0 0,0 0 0,0 0 0,0 0 0,0 0 0,0 0 0,0 0 0,10 3 0,-10-2 0,17 3 0,-21-1 0,10-4 0,-9 3 0,3-5 0,-2 3 0,1 0 0,-4 0 0,4 0 0,-4 0 0,4 0 0,-4-3 0,4 5 0,-2-4 0,3 5 0,-2-3 0,-2 0 0,-2 0 0,0 0 0,3 0 0,-2 0 0,1-3 0,-2 5 0,0-6 0,0 6 0,0-5 0,-2 3 0,1 0 0,1 0 0,1 3 0,1-3 0,-2 3 0,-2-3 0,1 0 0,-4 0 0,4 0 0,-4 0 0,4 0 0,-4 0 0,4 0 0,-4 0 0,4 0 0,-4 3 0,4-3 0,-4 3 0,1-3 0,-2 0 0,0 3 0,3-3 0,-2 3 0,1-3 0,-2 0 0,0 3 0,0-3 0,0 3 0,0 0 0,0-3 0,0 6 0,0 0 0,-2-2 0,1 4 0,-2-8 0,3 6 0,-3-3 0,3 0 0,-3 3 0,3-3 0,-3 3 0,0-3 0,0 3 0,0-3 0,0 3 0,3 0 0,-11 11 0,9-9 0,-9 9 0,10-11 0,-4 0 0,2 0 0,-1 0 0,-1 0 0,2 0 0,-1 0 0,-1 0 0,1 0 0,1 0 0,-4 6 0,6-4 0,-8 10 0,5-11 0,-2 11 0,3-13 0,-1 13 0,3-13 0,-5 7 0,5-6 0,-2 0 0,-1 7 0,3-6 0,-3 6 0,4-7 0,0 0 0,-2 0 0,1 0 0,-2 5 0,3-3 0,0 3 0,0 1 0,0-7 0,0 7 0,0-9 0,0 3 0,0 0 0,0-2 0,0 1 0,0-2 0,0 3 0,3-2 0,-2 7 0,4-6 0,-2 8 0,1-7 0,-2-3 0,1 3 0,-2-6 0,4 6 0,-4-6 0,4 6 0,-4-6 0,4 6 0,-2-6 0,3 3 0,-2 0 0,1-3 0,-2 3 0,3 0 0,0 0 0,0 0 0,0 0 0,0-3 0,0 0 0,-2 0 0,1 0 0,-2 0 0,3 0 0,0 0 0,-2 0 0,1 2 0,-2-4 0,3 4 0,0-4 0,3 4 0,-2-1 0,1-1 0,-4-1 0,1-1 0,-2 2 0,3 0 0,0 0 0,0 0 0,0 0 0,0-3 0,-2 2 0,4-1 0,-4 2 0,4 0 0,-2 0 0,0-3 0,-2 2 0,1-4 0,-2 4 0,3-1 0,0 2 0,0-3 0,-2 2 0,1-1 0,-2 2 0,3 0 0,0-3 0,-2 2 0,1-1 0,-2 2 0,1 0 0,1-3 0,-2 2 0,1-1 0,1-1 0,-4 2 0,1-1 0,1 2 0,-2 0 0,4-3 0,-4 2 0,1-1 0,-2 2 0,0 0 0,0 0 0,3 0 0,-2 0 0,1 0 0,-2 0 0,0 0 0,0 0 0,0 0 0,0 0 0,0 0 0,0 0 0,-2 0 0,1 0 0,-2 0 0,3 0 0,0 2 0,-2-1 0,1 2 0,-2-3 0,1 0 0,1 0 0,-2 0 0,3 0 0,0 0 0,0 0 0,-2 0 0,1 0 0,-5 2 0,6-1 0,-3 2 0,3-3 0,-3 0 0,3 0 0,-3 0 0,3 0 0,-3 0 0,3 0 0,-3 0 0,3 0 0,0 0 0,0 0 0,0 0 0,-3 0 0,3 0 0,-3 0 0,3 0 0,0 0 0,0 0 0,0 0 0,0 0 0,0 0 0,0 0 0,0 0 0,0 0 0,0 2 0,0-1 0,0 2 0,0-3 0,3 0 0,-3 0 0,3 0 0,-3 0 0,0 0 0,0 0 0,3-3 0,-3 2 0,3-1 0,-3 2 0,3 0 0,0 0 0,0 0 0,0 0 0,0 0 0,-3 0 0,6 0 0,-6 0 0,3 0 0,0 0 0,-3 0 0,6 0 0,-6 0 0,6-3 0,-6 2 0,6 1 0,-3 1 0,0 2 0,3-3 0,-6 0 0,6 0 0,-6 0 0,6 0 0,-3 0 0,0 0 0,3 0 0,-6 0 0,6 0 0,-3 0 0,0 0 0,3 2 0,-3 2 0,3-1 0,0 0 0,-3-3 0,3 0 0,-3 0 0,0 0 0,3 0 0,-3 0 0,3 2 0,0 2 0,0-1 0,0 0 0,-3-3 0,5 2 0,-6-1 0,6 2 0,-5-1 0,0-1 0,3 2 0,-3-3 0,0 0 0,3 0 0,-3 2 0,0-1 0,3 2 0,-6-3 0,6 0 0,-6 2 0,6-1 0,-6 2 0,3-3 0,0 0 0,-3 0 0,3 0 0,0 2 0,-3-1 0,3 2 0,-3-3 0,0 0 0,0 0 0,0 0 0,0 2 0,0-1 0,0 2 0,0-3 0,0 5 0,0-4 0,0 5 0,0-4 0,0-1 0,0 4 0,-3-4 0,3 4 0,-6-4 0,5 2 0,-4-1 0,4 2 0,-1-1 0,-1 2 0,2-4 0,-4 4 0,-1 1 0,2 1 0,-4-1 0,7-1 0,-4-1 0,1-1 0,-2 2 0,0-4 0,3 4 0,-5-1 0,7-1 0,-8 2 0,6-1 0,-3 2 0,0-3 0,0 2 0,0 1 0,0 1 0,0 2 0,0-3 0,0-3 0,2 2 0,-1-4 0,2 4 0,-4-1 0,4-1 0,-2 0 0,4-1 0,-4 2 0,4-1 0,-4 2 0,1 1 0,1 1 0,-3-1 0,6-1 0,-3-4 0,3 2 0,-3-1 0,3-1 0,-3 4 0,3-4 0,0 2 0,0-1 0,0-1 0,0 2 0,0-1 0,0-1 0,3 4 0,-3-4 0,3 4 0,0-4 0,-3 2 0,6-3 0,-6 0 0,6 2 0,-6-1 0,6 2 0,-6-3 0,6 2 0,-3 2 0,0-1 0,3 0 0,-3-3 0,0 0 0,3 0 0,-3 2 0,0-1 0,3 2 0,-3-3 0,0 0 0,3 0 0,-6 0 0,6 0 0,-3 0 0,3 0 0,0 0 0,-3 0 0,3 0 0,0 2 0,0-1 0,3 2 0,-3-6 0,0 2 0,-3-1 0,5 2 0,-6 0 0,6 0 0,-5 0 0,3 0 0,0 0 0,0-3 0,0 2 0,0-1 0,0 2 0,3 2 0,-3-1 0,3 2 0,-3-6 0,0 2 0,0-1 0,0 2 0,0 0 0,0 0 0,0 0 0,0 0 0,0 0 0,0-3 0,0 5 0,3-7 0,-3 7 0,6-2 0,-6 1 0,3 2 0,0-3 0,-5 0 0,6 0 0,-8 0 0,8 0 0,-6 0 0,5 0 0,-3-3 0,0 5 0,0-7 0,0 7 0,0-4 0,3 4 0,-3-1 0,3 2 0,-3-3 0,0 0 0,-3 0 0,3 0 0,-3 0 0,3-3 0,-3 2 0,3-1 0,-3 2 0,0 0 0,3 0 0,-6 0 0,6 0 0,-3 0 0,3 0 0,-3 0 0,0 0 0,0 0 0,-3 0 0,6 0 0,-6 0 0,6 0 0,-6 0 0,6-3 0,-6 2 0,3-1 0,0 2 0,-3 0 0,6 0 0,-3 2 0,0-1 0,0 2 0,0-3 0,-3 0 0,3 0 0,0 0 0,0 0 0,0 0 0,0 0 0,-3 0 0,3 0 0,-3 2 0,6-1 0,-6 2 0,6-1 0,-6 2 0,6-1 0,-6 0 0,6-3 0,-6 0 0,3 0 0,0 2 0,-3-1 0,6 2 0,-6-3 0,6 2 0,-6-1 0,3 1 0,0-2 0,-3 0 0,6 6 0,-6-5 0,6 4 0,-6-2 0,3-2 0,-3 1 0,3-2 0,-3 0 0,3 3 0,0-2 0,-3 1 0,3-2 0,-3 0 0,3 0 0,-3 3 0,3-2 0,0 1 0,-3-2 0,3 0 0,-3 3 0,3-2 0,-3 1 0,3 1 0,-3-2 0,0 1 0,0-2 0,0 0 0,3 0 0,-3 0 0,3 3 0,-3-2 0,0 1 0,3 4 0,-3-5 0,3 4 0,-3-5 0,0 3 0,3-2 0,-3 1 0,3 1 0,-3-2 0,0 1 0,0-2 0,0 3 0,0-2 0,0 1 0,3 1 0,-3-2 0,3 7 0,-3-7 0,0 7 0,0-7 0,0 1 0,0 1 0,0-2 0,0 4 0,0-4 0,0 4 0,0-4 0,0 1 0,0 1 0,0 0 0,0 1 0,0-2 0,0 1 0,0-2 0,0 4 0,0-4 0,0 1 0,0 1 0,0-2 0,0 1 0,0 1 0,0-2 0,0 1 0,0 1 0,0-2 0,0 4 0,0-4 0,0 1 0,0 4 0,0-5 0,0 7 0,0-7 0,0 1 0,0-2 0,0 3 0,0-2 0,0 1 0,0 1 0,0-2 0,0 4 0,0-4 0,0 1 0,0-2 0,0 3 0,0 0 0,0 3 0,0-2 0,0-2 0,0 1 0,0-2 0,0 1 0,0-2 0,0 3 0,3-2 0,-3 1 0,3 1 0,-3-2 0,0 1 0,0 1 0,0-2 0,0 1 0,0-2 0,0 3 0,3-2 0,-3 1 0,3 1 0,-3-2 0,0 1 0,0-2 0,0 0 0,3 3 0,-3-2 0,3 1 0,-3-2 0,3 3 0,-3-2 0,3 4 0,-3-2 0,0 1 0,0-2 0,0-2 0,0 0 0,3 3 0,-3-2 0,3 1 0,-3-2 0,0 0 0,0 3 0,0-2 0,0 1 0,0-2 0,0 0 0,0 6 0,0-5 0,0 4 0,0-5 0,0 3 0,0-2 0,0 1 0,0-2 0,3 0 0,-3 3 0,3-2 0,-3 1 0,0-2 0,0 0 0,0 0 0,0 0 0,0 6 0,0-5 0,0 7 0,3-10 0,-3 7 0,3-5 0,-3 4 0,0-2 0,0-2 0,0 0 0,0 0 0,0 0 0,0 3 0,0-2 0,0 1 0,0-2 0,0 0 0,0 0 0,0 0 0,0 0 0,0 0 0,0 0 0,0 0 0,0 0 0,0 0 0,0 0 0,0 0 0,-3 0 0,3 0 0,-6 0 0,6 0 0,-6-2 0,5 1 0,-4-2 0,4 3 0,-1 0 0,2 0 0,-3-2 0,2 1 0,-1-2 0,-1 3 0,2 0 0,-1 0 0,2 0 0,0 0 0,0 0 0,-3-2 0,2 1 0,-1-2 0,2 3 0,0 0 0,0 0 0,0 0 0,0 0 0,0 0 0,0 0 0,0 0 0,0 0 0,0 0 0,2-2 0,-1 1 0,2-2 0,-3 3 0,2-2 0,-1 1 0,4-2 0,-4 3 0,2 0 0,-1-2 0,-1 1 0,4-4 0,-4 4 0,2-2 0,-3 3 0,2-2 0,-1 1 0,4-4 0,-4 4 0,4-2 0,-4 3 0,4 0 0,-4 0 0,4 0 0,-1 0 0,2 0 0,-3 0 0,2-2 0,-4 1 0,4-2 0,-4 3 0,4-2 0,-4 1 0,4-2 0,-4 3 0,4 0 0,-1 0 0,-1 0 0,2-2 0,-4 1 0,2-2 0,-1 1 0,2 1 0,-1-2 0,2 3 0,-1-2 0,-1 1 0,0-2 0,-1 1 0,-1 1 0,4-4 0,-4 4 0,4-2 0,-4 3 0,4-2 0,-4 1 0,4-2 0,-4 3 0,4-2 0,-4 1 0,2-2 0,-1 1 0,-1 1 0,2-2 0,-1 1 0,-1 1 0,2-2 0,-3 3 0,2-2 0,-1 1 0,2-2 0,-3 3 0,0 0 0,0 0 0,-3-2 0,2 1 0,-2-2 0,1 3 0,1 0 0,-2 0 0,1 0 0,-2 0 0,1 0 0,-2 0 0,4 0 0,-4 0 0,4 0 0,-4-2 0,4 1 0,-2-2 0,3 3 0,-3 0 0,3 0 0,-8 6 0,6-5 0,-6 4 0,8-5 0,-3 0 0,3 0 0,-3 0 0,3 0 0,-3 0 0,0-2 0,3 4 0,-9 6 0,8 0 0,-4 4 0,2-10 0,2-2 0,-1 0 0,-1 0 0,2 0 0,-1 0 0,-1 3 0,2-2 0,-1 1 0,-4 17 0,5-14 0,-7 13 0,7-18 0,-4 0 0,4 3 0,-2-2 0,1 1 0,1-2 0,-2 0 0,1 0 0,-2 16 0,1-9 0,-3 10 0,6-15 0,-6-2 0,6 0 0,-3 3 0,0-2 0,3 1 0,-3-2 0,3 0 0,-3 8 0,3-3 0,-6 4 0,6-7 0,-3-2 0,3 0 0,0 0 0,0 0 0,-3 0 0,2 0 0,-1 0 0,2 0 0,0 3 0,-3-5 0,2 4 0,-1-5 0,2 3 0,0 0 0,0 0 0,0 0 0,0 0 0,0 0 0,-3-2 0,-3-7 0,-1 1 0,1-6 0,4 8 0,2-3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5:23.251"/>
    </inkml:context>
    <inkml:brush xml:id="br0">
      <inkml:brushProperty name="width" value="0.2" units="cm"/>
      <inkml:brushProperty name="height" value="1.2" units="cm"/>
      <inkml:brushProperty name="inkEffects" value="pencil"/>
    </inkml:brush>
  </inkml:definitions>
  <inkml:trace contextRef="#ctx0" brushRef="#br0">1072 12 16383,'-9'-7'0,"0"2"0,3 8 0,0-3 0,3 6 0,-3-6 0,6 6 0,-6-3 0,3 0 0,-3 3 0,0-3 0,0 3 0,0 0 0,-3 3 0,5-3 0,-4 0 0,4 0 0,-2-3 0,3 3 0,-2 0 0,1 0 0,-2 0 0,0-3 0,0 3 0,0-3 0,0 3 0,0 0 0,3 0 0,-11 5 0,11-3 0,-13 6 0,12-8 0,-4 3 0,1 0 0,1-3 0,-2 3 0,1-3 0,-2 3 0,3-3 0,0 3 0,0 0 0,-3-3 0,3 6 0,-6 0 0,3-2 0,-1 4 0,-1-8 0,4 6 0,-4-3 0,4 0 0,-4 3 0,1-3 0,1 3 0,0-3 0,1 3 0,1-3 0,-5 3 0,6-3 0,-14 13 0,12-10 0,-9 11 0,8-11 0,2 0 0,-1-3 0,-4 9 0,5-10 0,-4 10 0,5-8 0,-3 2 0,2 0 0,-1 0 0,2 0 0,-1-1 0,-5 16 0,4-11 0,-5 7 0,10-11 0,-2-3 0,1 3 0,-2 0 0,3 0 0,-3 0 0,6 0 0,-6 0 0,6 0 0,-6 0 0,3 0 0,0 0 0,-3 5 0,3-3 0,-1 3 0,-1-5 0,4 0 0,-1 0 0,2 0 0,-4 6 0,3-4 0,-3 4 0,4 1 0,0-6 0,0 6 0,-3-7 0,2 6 0,-1 7 0,2 2 0,0-3 0,0-5 0,0-7 0,0 6 0,0-4 0,2 4 0,-1-6 0,2 0 0,-3 0 0,0 0 0,4 7 0,-3-6 0,3 6 0,1 3 0,-4-7 0,7 8 0,-7-11 0,4 0 0,-4-3 0,6 9 0,-6-10 0,5 10 0,-5-9 0,4 3 0,-2 0 0,1 0 0,1-2 0,-2 1 0,3 4 0,0-2 0,-2 4 0,1-7 0,-2 1 0,1-2 0,1 3 0,-2-2 0,3 1 0,0-2 0,0 3 0,0-2 0,0 1 0,0-2 0,0 1 0,0 1 0,3 1 0,-2 1 0,1-1 0,-2-1 0,0-2 0,3 1 0,-2 1 0,1-4 0,-2 4 0,0-4 0,3 4 0,-2-2 0,1 1 0,1 1 0,0-4 0,3 7 0,0-4 0,-2 2 0,1-1 0,-4-4 0,1 4 0,1-4 0,-2 1 0,1 1 0,1-2 0,-2 4 0,1-4 0,1 1 0,-2 1 0,4-2 0,-4 1 0,7 4 0,-7-5 0,4 4 0,-5-5 0,3 3 0,-2-2 0,1 1 0,-2-2 0,0 0 0,0 3 0,0-5 0,3 7 0,-5-7 0,4 4 0,-5-2 0,3 0 0,0 3 0,0-3 0,0 3 0,-2-3 0,1 0 0,-2 0 0,1 0 0,1 0 0,-2 3 0,3-3 0,-2 3 0,-2-3 0,1 0 0,-2 3 0,4-3 0,-4 3 0,1-3 0,-2 0 0,0 0 0,3 0 0,-2 0 0,1 0 0,-2 0 0,0 0 0,0 0 0,0 0 0,0 0 0,0 0 0,0 0 0,0 0 0,-2 0 0,1 0 0,-2 0 0,3 0 0,0 0 0,-2-3 0,1 3 0,-2-3 0,1 3 0,1 0 0,-2 0 0,0 3 0,0-3 0,0 3 0,-3-3 0,6 0 0,-6 0 0,6 0 0,-6 0 0,6 0 0,-6 0 0,3 0 0,-1 0 0,-1 0 0,-1 5 0,-1-3 0,1 6 0,1-10 0,2 6 0,-4-3 0,1 2 0,0-3 0,3 2 0,-2-4 0,1 5 0,-2-3 0,0 0 0,0 0 0,-3 3 0,5 0 0,-6 0 0,8 0 0,-6-3 0,5 3 0,-3-3 0,0 3 0,-3-3 0,5 0 0,-4 3 0,2-3 0,-1 3 0,-2 0 0,3-3 0,0 3 0,-5 2 0,3-3 0,-3 6 0,5-8 0,-3 6 0,3-6 0,-6 6 0,5-6 0,-1 3 0,2 0 0,-3-3 0,2 3 0,-1 0 0,1-3 0,-1 6 0,-7 2 0,4 0 0,-3 0 0,8-5 0,-3 0 0,3-3 0,-3 3 0,3 0 0,0 0 0,0 0 0,-3 0 0,5 0 0,-7-3 0,10 6 0,-7-6 0,2 8 0,-1-6 0,-2 3 0,3-2 0,3-3 0,-2 3 0,4 0 0,-5-3 0,3 6 0,0-6 0,-3 3 0,6 0 0,-6-3 0,6 3 0,-3-3 0,0 0 0,0 5 0,0-3 0,0 3 0,3-5 0,-3 0 0,2 0 0,-1 0 0,2 0 0,0 0 0,-3 3 0,2-3 0,-1 3 0,2-3 0,0 0 0,0 5 0,0-3 0,0 3 0,0-5 0,0 0 0,0 0 0,2-3 0,-1 3 0,2-3 0,-1 3 0,-1 0 0,4 0 0,-4 0 0,4 0 0,-4 0 0,4-3 0,-4 3 0,2-3 0,-1 0 0,-1 3 0,2-3 0,-1 0 0,-1 3 0,2-3 0,-1 0 0,-1 3 0,4-3 0,-4 3 0,4-3 0,-4 3 0,2-3 0,-1 0 0,-1 3 0,4-3 0,-4 3 0,4-3 0,-4 3 0,2-3 0,-1 3 0,-1 0 0,2 0 0,-1-3 0,-1 3 0,2-3 0,-3 3 0,2-3 0,-1 3 0,2-3 0,-3 3 0,0 0 0,0 0 0,0 0 0,0 0 0,0 0 0,2 0 0,-1 0 0,2 0 0,-3 0 0,0 0 0,0 0 0,0 0 0,0 0 0,0 0 0,0 0 0,0 0 0,0 0 0,0 0 0,0 0 0,0 0 0,0 5 0,0-3 0,0 3 0,0-5 0,2 0 0,-1 0 0,2 0 0,-3 0 0,0 3 0,0-3 0,2 3 0,-1-3 0,2 0 0,-3 0 0,2 0 0,2 8 0,-1-3 0,0 3 0,-3-2 0,2-8 0,-1 6 0,4-6 0,-4 5 0,4 0 0,-4-3 0,2 3 0,-1 0 0,-1-3 0,4 6 0,-4-6 0,4 6 0,-1-3 0,-1 0 0,0 3 0,-1-8 0,-1 6 0,4-3 0,-4 2 0,4 0 0,-4-3 0,4 3 0,-4-3 0,2 3 0,-1-3 0,2 0 0,2 11 0,-3-9 0,0 9 0,-1-8 0,2-3 0,-1 3 0,0-3 0,-1 0 0,-1 3 0,4-3 0,-4 3 0,2-3 0,-1 0 0,-1 0 0,2 0 0,-1 3 0,-1-3 0,2 3 0,-1-3 0,-1 0 0,2 0 0,-3 0 0,0 0 0,0 0 0,0 0 0,2 0 0,-1 0 0,2 0 0,-3 0 0,0 0 0,0 0 0,0 0 0,0 0 0,0 0 0,0 3 0,0-3 0,0 3 0,0-3 0,0 0 0,0 0 0,0 0 0,-3 0 0,2 3 0,-4 0 0,4 0 0,-1 0 0,-1-6 0,2 3 0,-2-3 0,1 3 0,1 0 0,-4 0 0,4 0 0,-4-3 0,4 5 0,-4-6 0,1 11 0,-2-11 0,0 9 0,3-8 0,-3 6 0,3-5 0,-3 6 0,0-8 0,0 8 0,0-6 0,2 5 0,-1-3 0,-1 0 0,2 0 0,-4 0 0,2 0 0,-3 3 0,-1-3 0,1 3 0,3 0 0,0-3 0,0 3 0,0-3 0,0 0 0,0 0 0,0 3 0,-3-3 0,5 3 0,-7-3 0,7 0 0,-4 0 0,-1 3 0,0 0 0,2 0 0,-1 0 0,4-3 0,-4 0 0,1 0 0,-2 0 0,3 0 0,0 0 0,0 0 0,3 0 0,-5 3 0,4-3 0,-8 6 0,6-3 0,-3 0 0,3 0 0,0-3 0,0 0 0,0 0 0,0 0 0,2 3 0,-1-3 0,1 3 0,-2-3 0,0 0 0,3 0 0,-2 0 0,1 3 0,-2-3 0,0 6 0,0-6 0,0 3 0,0 0 0,3-3 0,-3 3 0,3-3 0,-3 0 0,2 0 0,-1 3 0,2-3 0,-1 3 0,-1-3 0,2 0 0,-1 0 0,-4 5 0,4-6 0,-5 8 0,6-9 0,-2 5 0,1-3 0,1 0 0,-3 0 0,3 0 0,0 0 0,-3 0 0,6 0 0,-6 0 0,6 0 0,-6 0 0,3 0 0,-3 2 0,0-1 0,2 2 0,2-3 0,-1 0 0,0 0 0,-1 0 0,-1 0 0,1 0 0,1 0 0,-2 0 0,4 0 0,-4-3 0,4 2 0,-4-1 0,4 2 0,-4 2 0,1-1 0,1 2 0,0-3 0,0 0 0,0 0 0,0 0 0,-3 0 0,6 0 0,-3 0 0,0 0 0,3 0 0,-6 0 0,6 2 0,-3-1 0,0 2 0,2-3 0,-1 0 0,2 0 0,-3 0 0,2 0 0,-1 0 0,2 0 0,-3 0 0,2 0 0,-1 0 0,2 0 0,0 0 0,-3 0 0,2 2 0,-1-1 0,2 2 0,0-3 0,0 0 0,0 0 0,0 0 0,0 0 0,0 0 0,0 0 0,0 0 0,0 0 0,0 0 0,0 0 0,0 0 0,0 2 0,0-1 0,0 2 0,2-3 0,-1 0 0,2 0 0,-3 2 0,0-1 0,2 4 0,-1-4 0,2 2 0,-3-3 0,2 0 0,-1 0 0,2 0 0,-1 2 0,-1-1 0,2 2 0,-1-3 0,-1 2 0,2-1 0,-1 2 0,-1-3 0,2 0 0,-1 0 0,-1 0 0,2 0 0,-1 0 0,-1 0 0,4 0 0,-4 2 0,2-1 0,-1 2 0,-1-3 0,4 0 0,-4 0 0,2 0 0,-1 0 0,-1 0 0,2 0 0,-3 0 0,2 0 0,-1 0 0,4 0 0,-4 0 0,2 0 0,-1 2 0,-1-1 0,2 2 0,-3-3 0,0 0 0,2 0 0,-1 0 0,2 0 0,-3 0 0,0 0 0,0 0 0,0 0 0,2 5 0,-1-4 0,2 5 0,-3-6 0,0 0 0,0 0 0,2 0 0,-1 0 0,2 0 0,-3 0 0,0 2 0,0-1 0,0 2 0,0-3 0,0 0 0,0 0 0,0 0 0,0 0 0,0 0 0,-3-3 0,0 0 0,-3-3 0,-1 0 0,4-3 0,-2 2 0,1-4 0,1 2 0,-2-1 0,1-1 0,1 1 0,-3-2 0,6 0 0,-3 3 0,3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5:25.211"/>
    </inkml:context>
    <inkml:brush xml:id="br0">
      <inkml:brushProperty name="width" value="0.2" units="cm"/>
      <inkml:brushProperty name="height" value="1.2" units="cm"/>
      <inkml:brushProperty name="inkEffects" value="pencil"/>
    </inkml:brush>
  </inkml:definitions>
  <inkml:trace contextRef="#ctx0" brushRef="#br0">1 0 16383,'0'13'0,"0"-2"0,0-5 0,2-3 0,-1 3 0,2-3 0,-3 3 0,0 0 0,0 0 0,2-3 0,-1 3 0,2-3 0,-3 3 0,2 0 0,-1 0 0,2 0 0,-3 0 0,2 0 0,-1 0 0,2 0 0,-3 0 0,2-3 0,-1 3 0,2-3 0,-3 3 0,2 0 0,-1 0 0,2 3 0,-3-3 0,0 3 0,2-6 0,-1 3 0,2-3 0,-3 3 0,2 0 0,-1 0 0,2 0 0,-1-3 0,-1 3 0,2-3 0,-3 3 0,2 0 0,-1 0 0,2 0 0,-3 0 0,2 0 0,-1 0 0,4 0 0,-4 0 0,2 0 0,-3 0 0,2-3 0,-1 3 0,2-3 0,-1 0 0,-1 3 0,2-3 0,-3 3 0,2 0 0,-1 0 0,4 0 0,-4 0 0,4-3 0,-4 3 0,4-3 0,-4 3 0,2 0 0,-1 0 0,-1 0 0,4-3 0,-4 3 0,2-3 0,-1 0 0,-1 3 0,4-6 0,-4 6 0,4-3 0,-4 3 0,4-3 0,-4 3 0,4-3 0,-1 0 0,-1 3 0,2-6 0,-4 6 0,4-3 0,-1 0 0,-1 3 0,2-6 0,-1 3 0,2 0 0,0-3 0,0 3 0,-3 0 0,2-3 0,-1 3 0,2-3 0,0 0 0,0 0 0,0 0 0,0 0 0,0 0 0,0 0 0,0 0 0,0 0 0,0 0 0,0 0 0,2 0 0,-1 0 0,2 0 0,-3 0 0,0 0 0,0 0 0,0 0 0,0 0 0,0 0 0,0 0 0,0 0 0,0 0 0,0 0 0,0 0 0,0 0 0,-3-3 0,2 3 0,-1-3 0,2 3 0,0 0 0,-3-3 0,2 3 0,-1-3 0,2 3 0,0 0 0,0 0 0,0 0 0,0 0 0,-3-3 0,2 3 0,-1-3 0,2 3 0,0 0 0,0 0 0,0 0 0,0 0 0,0 0 0,0 0 0,0-3 0,0 2 0,0-1 0,0 2 0,0 0 0,0 0 0,0 0 0,0 0 0,0 0 0,-3-3 0,2 2 0,-1-1 0,2 2 0,0 0 0,0 0 0,0 0 0,0 0 0,0 0 0,0 0 0,0 0 0,0 0 0,0 0 0,0 0 0,0 0 0,-3 2 0,2-1 0,-1 2 0,2-3 0,-3 2 0,2-1 0,-1 2 0,-1-1 0,2-1 0,-1 2 0,2-1 0,0-1 0,-3 4 0,2-4 0,-1 2 0,-1-1 0,2-1 0,-4 4 0,4-4 0,-1 2 0,-1-1 0,2 2 0,-1-1 0,-1 2 0,2-4 0,-4 4 0,4-4 0,-4 4 0,4-4 0,-4 4 0,2-1 0,-1-1 0,2 0 0,-1-1 0,0 2 0,-1-1 0,-1 2 0,2-1 0,-1-1 0,-1 2 0,2-1 0,-1-1 0,-1 2 0,2-1 0,-3 2 0,2-3 0,-1 2 0,2-1 0,-3 2 0,0 0 0,0 0 0,2-3 0,-1 2 0,2-1 0,-3 2 0,2 0 0,-1 0 0,2 0 0,-1-3 0,-1 2 0,2-1 0,-1 2 0,-1 0 0,2 0 0,-1-3 0,-1 2 0,2-1 0,-1-1 0,-1 2 0,2-1 0,-3 2 0,0 0 0,0 0 0,2-3 0,-1 2 0,2-1 0,-3 2 0,0 0 0,0 0 0,0 0 0,0 0 0,0 0 0,0 0 0,-3-3 0,2 2 0,-2-1 0,3 2 0,0 0 0,0 0 0,3-3 0,0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5:30.140"/>
    </inkml:context>
    <inkml:brush xml:id="br0">
      <inkml:brushProperty name="width" value="0.2" units="cm"/>
      <inkml:brushProperty name="height" value="1.2" units="cm"/>
      <inkml:brushProperty name="inkEffects" value="pencil"/>
    </inkml:brush>
  </inkml:definitions>
  <inkml:trace contextRef="#ctx0" brushRef="#br0">0 115 16383,'13'-3'0,"-2"0"0,-7 1 0,1 1 0,-2-4 0,3 4 0,0-5 0,0 6 0,0-3 0,-2 0 0,1 3 0,-2-6 0,3 6 0,0-3 0,0 0 0,3 0 0,-2-3 0,1 3 0,-2 0 0,0 0 0,0 2 0,0-1 0,0-1 0,0 2 0,-2-4 0,1 4 0,-2-1 0,3 2 0,0-3 0,0 2 0,0-4 0,0 4 0,0-1 0,0-1 0,0 2 0,0-2 0,0 3 0,0 0 0,-2-2 0,4 1 0,-4-2 0,7 1 0,-4 1 0,1-2 0,-2 3 0,0-2 0,0 1 0,0-2 0,0 3 0,0 0 0,0 0 0,0 0 0,0 0 0,0 0 0,3-2 0,-2 1 0,1-2 0,-2 3 0,0 0 0,0 0 0,0 0 0,0 0 0,0 0 0,0 0 0,0 0 0,0 0 0,0 0 0,0 0 0,0 0 0,-2 3 0,1-2 0,-2 1 0,3-2 0,0 0 0,0 0 0,-2 3 0,1-2 0,-2 1 0,3-2 0,0 0 0,0 3 0,0-2 0,0 1 0,0 1 0,0-2 0,0 1 0,0 1 0,0-2 0,0 4 0,0-4 0,0 4 0,0-4 0,0 4 0,3-4 0,-5 4 0,4-4 0,-5 1 0,1 1 0,1-2 0,-2 1 0,1 1 0,1-2 0,-2 4 0,3-4 0,0 4 0,0-4 0,0 4 0,0-4 0,0 4 0,0-4 0,0 4 0,-2-2 0,1 1 0,-2-2 0,3 1 0,0 0 0,-2 3 0,1-2 0,-2 1 0,1-2 0,1 1 0,-4 1 0,-7-4 0,2 1 0,-8-2 0,6 0 0,0 0 0,0 0 0,0 0 0,0 0 0,-3 0 0,2 0 0,-1 0 0,2 0 0,-1 0 0,1 0 0,0 0 0,0 0 0,0 0 0,0 0 0,0 0 0,0 0 0,0 0 0,-3 0 0,3 0 0,-3 0 0,3 0 0,0 0 0,0 0 0,0 0 0,-1 0 0,1 0 0,0 0 0,0 0 0,0 0 0,0 0 0,-3 0 0,3 0 0,-3 0 0,0 0 0,3 0 0,-3 0 0,3 0 0,-3 0 0,2 0 0,-1 0 0,2 0 0,-1 0 0,1 0 0,-2 0 0,1 0 0,-2 0 0,3 0 0,0 0 0,0 0 0,0 0 0,0 0 0,0 0 0,-3 0 0,2 0 0,-1 0 0,2 0 0,0 0 0,0 0 0,-1 0 0,1 0 0,0 0 0,0 0 0,0 0 0,0-2 0,-3 1 0,3-2 0,-3 3 0,3 0 0,0 0 0,0 0 0,0 0 0,0 0 0,0 0 0,0 0 0,0 0 0,2-3 0,-1 3 0,1-3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5:40.922"/>
    </inkml:context>
    <inkml:brush xml:id="br0">
      <inkml:brushProperty name="width" value="0.2" units="cm"/>
      <inkml:brushProperty name="height" value="1.2" units="cm"/>
      <inkml:brushProperty name="inkEffects" value="pencil"/>
    </inkml:brush>
  </inkml:definitions>
  <inkml:trace contextRef="#ctx0" brushRef="#br0">179 1 16383,'-7'12'0,"-1"-3"0,7-4 0,-1-1 0,-1-1 0,2 2 0,-4 1 0,4 1 0,-4 2 0,1-1 0,1-1 0,-2 2 0,1-3 0,1 0 0,0 0 0,0 0 0,0 0 0,0 0 0,0 2 0,0-1 0,0 2 0,0-1 0,-3 2 0,3 4 0,0-1 0,-3-1 0,5-1 0,-4-1 0,2 2 0,-1 0 0,-1 0 0,4 0 0,-4 0 0,2 0 0,-1 0 0,-1 0 0,4 6 0,-4-4 0,1 21 0,1-19 0,-2 14 0,4-12 0,-4-4 0,4 10 0,-2-10 0,3 11 0,-2-11 0,1 10 0,-2-4 0,3 0 0,0-1 0,-4-1 0,3 2 0,-3 6 0,4 0 0,0-1 0,-2-5 0,1-1 0,-2-1 0,3 2 0,0 0 0,0-1 0,0 12 0,0-14 0,0 15 0,0-14 0,0 2 0,0 0 0,0-1 0,0 4 0,3-8 0,-2 16 0,1-18 0,2 12 0,-3-11 0,3 4 0,0 1 0,-3-6 0,3 6 0,-1-7 0,-3 6 0,6-7 0,-6 7 0,6-9 0,-6 10 0,6-9 0,-6 8 0,3-2 0,0-5 0,-3 7 0,6-9 0,-6 3 0,6-3 0,-3 3 0,0-6 0,0 6 0,0-3 0,-3 3 0,6-3 0,-6 3 0,6-6 0,-3 8 0,3-4 0,-3 5 0,3-6 0,-6 3 0,6-6 0,-3 3 0,0 0 0,3 0 0,-6 0 0,6 0 0,-3 0 0,0 0 0,5 0 0,-6 0 0,6 0 0,-5 3 0,3 0 0,0 0 0,-3 0 0,3-6 0,-3 3 0,3 0 0,0 0 0,-3 0 0,3 3 0,-3-6 0,0 6 0,3-6 0,-3 6 0,3-3 0,0 0 0,-3 3 0,5-6 0,-6 6 0,6-3 0,-5 0 0,0 3 0,3-3 0,-3 3 0,3-3 0,0 3 0,0-3 0,0 0 0,0 3 0,0-3 0,-3 3 0,3-3 0,0 8 0,3-6 0,-2 3 0,1-2 0,-5-3 0,5 3 0,-4 0 0,7 0 0,-7 0 0,5-3 0,-3 3 0,0-3 0,0 3 0,0 0 0,2 0 0,-1 0 0,7 3 0,-5 4 0,2-3 0,-1 2 0,-3-6 0,2 0 0,-3 0 0,2 0 0,-1 0 0,4 0 0,-4 0 0,2-2 0,2 8 0,-4-8 0,7 6 0,-6 2 0,6-2 0,-5 4 0,5-3 0,-8-5 0,3-2 0,-3 1 0,3-2 0,0 3 0,0 0 0,0 0 0,0 0 0,-3 0 0,3 0 0,0 0 0,-3 0 0,8 3 0,-4-2 0,2 1 0,-3-4 0,0 1 0,-3-2 0,6 3 0,-6-2 0,3 1 0,0-4 0,-3 4 0,6-4 0,-6 4 0,6-4 0,-6 4 0,3-4 0,2 7 0,-3-7 0,6 4 0,-8-2 0,6-2 0,-6 1 0,3-2 0,0 3 0,-3-2 0,6 1 0,-6-2 0,6 0 0,-6 0 0,6 0 0,-3 0 0,0 0 0,3 3 0,-3 0 0,3 1 0,-3-2 0,3-2 0,-6 0 0,6-2 0,-6 1 0,6-2 0,-3 3 0,0 0 0,3 0 0,-3 0 0,0 0 0,3 0 0,0 3 0,0-2 0,3-1 0,-3-1 0,-3-2 0,3 3 0,-3 0 0,3 0 0,0 0 0,-3 0 0,3-2 0,3 2 0,-4-2 0,7 3 0,-2 0 0,-5 0 0,12 0 0,-12-1 0,6-3 0,-5 3 0,0-3 0,0 0 0,0 3 0,0-6 0,0 6 0,0-6 0,6 7 0,-7-6 0,7 5 0,-2-5 0,-3 4 0,6-4 0,-2 4 0,-3-4 0,3 2 0,-5-1 0,0-1 0,-3 2 0,3-3 0,-3 0 0,3 0 0,0 0 0,0 0 0,-3 0 0,3 0 0,-3 0 0,3 0 0,3 0 0,-5 0 0,4 0 0,-8 0 0,6 0 0,-3 0 0,0 0 0,0 0 0,0 0 0,-3 0 0,6 0 0,-6 0 0,3 0 0,-3 0 0,3 0 0,-3 0 0,8 0 0,-6 0 0,6 0 0,-8 0 0,3 0 0,0 0 0,-3 0 0,3 0 0,-3 0 0,0 0 0,0 0 0,0 0 0,0 0 0,0 0 0,0 0 0,0 0 0,0 0 0,0 0 0,0 0 0,0 0 0,0 0 0,0 0 0,-3 2 0,3-1 0,-3 2 0,6-3 0,-3 2 0,3-1 0,-3 2 0,-3-1 0,3-1 0,-3 2 0,3-3 0,-3 2 0,3-1 0,-3 2 0,3-3 0,-3 2 0,3-1 0,-3 4 0,3-4 0,0 2 0,-3-1 0,3-1 0,-3 4 0,3-4 0,0 4 0,0-4 0,-3 4 0,3-4 0,-3 2 0,-13-9 0,9 2 0,-15-2 0,12 1 0,1 2 0,-2-1 0,1-1 0,-2 1 0,3-2 0,-2 3 0,1-2 0,-5-1 0,3-1 0,-3-2 0,3 3 0,0 3 0,3-3 0,0 3 0,0 0 0,0 0 0,-1 0 0,-1 0 0,2-1 0,-3-4 0,0 4 0,-1-2 0,4 1 0,-2 1 0,1 1 0,1-2 0,-2 4 0,1-4 0,-2 1 0,0-2 0,3 0 0,-3 3 0,3-3 0,-3 3 0,0 0 0,0-3 0,2 3 0,-1-3 0,2 3 0,-1-3 0,-1 3 0,2-3 0,-3 0 0,0 2 0,2-1 0,-1 4 0,1-4 0,-2 2 0,0-4 0,0 1 0,0 0 0,0 0 0,0 0 0,0 0 0,0 0 0,0 0 0,0 3 0,2-3 0,-1 6 0,4-6 0,-7 3 0,7-3 0,-7 2 0,5-1 0,-4 2 0,4-3 0,-2 2 0,1 2 0,1-1 0,-2 0 0,1-4 0,-2 1 0,0 3 0,0-2 0,0 1 0,0 1 0,3-2 0,-3 4 0,6-4 0,-6 4 0,3-5 0,-3 6 0,0-6 0,0 6 0,2-6 0,-1 6 0,10 8 0,-4-6 0,5 12 0,-1-14 0,-4 6 0,4-3 0,-4 3 0,4-3 0,-4 3 0,4-3 0,-1 0 0,2 3 0,-3-3 0,2 0 0,-1 3 0,2-3 0,0 3 0,-3 0 0,2-3 0,-1 0 0,-1 0 0,2-3 0,-2 6 0,1-3 0,1 0 0,-2 3 0,6-3 0,-5 3 0,4 0 0,-5-3 0,3 3 0,0-6 0,-2 6 0,1-3 0,-2 3 0,3-3 0,3 3 0,-5-3 0,4 0 0,-5 3 0,3-3 0,0 3 0,0-3 0,0 3 0,0-3 0,0 0 0,-2 3 0,1-6 0,-2 6 0,6-3 0,-2 3 0,1 0 0,-2-3 0,-2 3 0,1-6 0,-2 6 0,3-3 0,0 0 0,-2 3 0,1-6 0,-2 6 0,3-6 0,-2 6 0,1-6 0,-4 6 0,4-6 0,-2 6 0,3-3 0,0 0 0,-2 3 0,1-6 0,-4 6 0,4-6 0,-2 6 0,3-3 0,0 0 0,0 3 0,0-3 0,0 3 0,0 0 0,0-3 0,0 3 0,0-3 0,0 3 0,0-3 0,0 3 0,0-3 0,0 3 0,0-3 0,-2 3 0,1-6 0,-2 6 0,3-6 0,-2 6 0,1-6 0,-2 3 0,1 0 0,1-3 0,-4 6 0,4-6 0,-4 6 0,1-3 0,-2 3 0,0 0 0,-2-3 0,1 3 0,-4-3 0,1 0 0,1 3 0,-2-6 0,1 6 0,-2-6 0,3 6 0,-3-6 0,6 6 0,-6-6 0,0 6 0,0-6 0,-3 6 0,3-6 0,0 6 0,0-6 0,0 6 0,0-6 0,-1 6 0,1-6 0,0 6 0,0-6 0,0 6 0,0-6 0,-5 6 0,3-3 0,-3 0 0,5 3 0,0-6 0,0 6 0,0-6 0,-3 6 0,2-6 0,-1 3 0,2 0 0,-3-3 0,2 6 0,-2-6 0,3 6 0,-2-6 0,-2 8 0,-2-6 0,3 6 0,-3-8 0,6 3 0,-6 0 0,5 0 0,-1 0 0,-1 0 0,2 0 0,-1-3 0,-1 6 0,2-6 0,-4 6 0,4-6 0,-7 6 0,7-3 0,-8 0 0,9 0 0,-6 0 0,6-3 0,-3 3 0,3 0 0,-3-3 0,2 3 0,-1 0 0,-1-3 0,2 6 0,-2-6 0,3 3 0,-2 0 0,-2-3 0,1 3 0,0 0 0,3-3 0,0 3 0,-3-3 0,3 3 0,-3-3 0,3 3 0,0 0 0,0-3 0,0 3 0,0 0 0,0-3 0,-1 3 0,1 0 0,0-3 0,0 3 0,0-3 0,0 0 0,0 3 0,0-3 0,0 3 0,3 0 0,-3-3 0,3 3 0,-3-3 0,0 3 0,-3-3 0,2 6 0,-1-6 0,1 6 0,1-6 0,0 3 0,0 0 0,0-3 0,0 3 0,0 0 0,0-3 0,0 3 0,0 0 0,0-3 0,0 6 0,0-6 0,2 6 0,-1-6 0,2 3 0,-3 0 0,0-3 0,2 6 0,-1-6 0,7 6 0,-4-3 0,4 3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7:04.130"/>
    </inkml:context>
    <inkml:brush xml:id="br0">
      <inkml:brushProperty name="width" value="0.2" units="cm"/>
      <inkml:brushProperty name="height" value="1.2" units="cm"/>
      <inkml:brushProperty name="inkEffects" value="pencil"/>
    </inkml:brush>
  </inkml:definitions>
  <inkml:trace contextRef="#ctx0" brushRef="#br0">12 243 16383,'-6'-9'0,"0"0"0,6 3 0,0 0 0,0 0 0,0 0 0,3 0 0,-2-1 0,1 1 0,-2 0 0,3 3 0,-2-2 0,1 1 0,1 1 0,-2-2 0,1 1 0,1-2 0,-2 0 0,4 0 0,-4 0 0,4 3 0,-4-3 0,4 3 0,-4-3 0,4 2 0,-4-1 0,4 4 0,-4-4 0,1 2 0,1-1 0,-2-1 0,4 4 0,-2-4 0,1 1 0,1-2 0,-2 3 0,1-2 0,1 4 0,-2-4 0,3 1 0,0 1 0,0-3 0,0 6 0,-2-6 0,1 6 0,-2-6 0,3 6 0,0-6 0,0 6 0,-2-6 0,1 6 0,-2-3 0,3 3 0,-2-3 0,1 2 0,-2-1 0,3 2 0,0 0 0,0 0 0,0 0 0,-2-3 0,1 2 0,-2-1 0,3 2 0,0 0 0,0 0 0,0 0 0,0 0 0,0 0 0,0 0 0,0 2 0,0-1 0,0 2 0,0-3 0,-2 2 0,1-1 0,-2 2 0,3-1 0,0-1 0,0 4 0,0-4 0,-2 4 0,1-4 0,-2 2 0,3-3 0,-2 2 0,1-1 0,-2 2 0,1-1 0,1-1 0,-2 4 0,3-4 0,0 4 0,0-4 0,0 4 0,0-4 0,0 4 0,0-4 0,-2 4 0,1-4 0,-2 2 0,1-1 0,1-1 0,-2 4 0,3-1 0,0-1 0,-2 2 0,1-4 0,-2 2 0,1-1 0,1-1 0,-4 4 0,4-4 0,-4 4 0,4-4 0,-4 4 0,4-4 0,-4 4 0,4-4 0,-4 4 0,4-4 0,-4 4 0,4-4 0,-4 4 0,4-1 0,-2 2 0,1 0 0,-2 0 0,1-3 0,-2 2 0,4-4 0,-4 4 0,1-1 0,1-1 0,-2 2 0,4-1 0,-4 2 0,4 0 0,-4 0 0,1 0 0,1 0 0,0 0 0,1 0 0,-2 0 0,1 0 0,-2 0 0,1 0 0,1-3 0,-2 2 0,1-1 0,1-1 0,-2 2 0,1-1 0,-2 2 0,3 0 0,-2 2 0,4-4 0,-4 4 0,1-4 0,-2 2 0,3-3 0,-2 2 0,1-1 0,1-1 0,-2 2 0,1-1 0,-2 2 0,3-3 0,-3 2 0,3-1 0,-3 2 0,0 0 0,3-3 0,-3 2 0,3-1 0,-3 2 0,3-3 0,-3 2 0,3-1 0,-3 2 0,0 0 0,0 0 0,0 0 0,3 0 0,-3 0 0,3 0 0,-3 0 0,3-3 0,0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7:04.985"/>
    </inkml:context>
    <inkml:brush xml:id="br0">
      <inkml:brushProperty name="width" value="0.2" units="cm"/>
      <inkml:brushProperty name="height" value="1.2" units="cm"/>
      <inkml:brushProperty name="inkEffects" value="pencil"/>
    </inkml:brush>
  </inkml:definitions>
  <inkml:trace contextRef="#ctx0" brushRef="#br0">0 376 16383,'0'-13'0,"0"2"0,0 5 0,0 0 0,0 0 0,0 0 0,0 0 0,0 0 0,0 0 0,0 0 0,0 0 0,0-1 0,3 1 0,-2 0 0,1 0 0,1 0 0,-2 0 0,1 0 0,1 3 0,-2-3 0,1 3 0,1-6 0,0 3 0,1-3 0,1 3 0,-4 0 0,4 0 0,-4 0 0,4 2 0,-4-1 0,4 1 0,-4-2 0,4 3 0,-4-2 0,4 1 0,-2-2 0,1 0 0,1 0 0,-2 0 0,3 0 0,0 0 0,-2 0 0,1 3 0,-4-3 0,4 5 0,-4-4 0,4 4 0,-2-4 0,3 2 0,0-3 0,0 2 0,0-1 0,-2 1 0,1 1 0,-2-2 0,3 1 0,0 1 0,0-2 0,0 1 0,0 1 0,0-2 0,0 1 0,0 1 0,0-3 0,0 6 0,0-6 0,0 6 0,0-6 0,0 6 0,0-3 0,-3 0 0,5 3 0,-4-3 0,5 3 0,-3-3 0,0 2 0,0-1 0,0 2 0,0 0 0,0-3 0,0 2 0,0-1 0,0 2 0,0 0 0,0 0 0,0 0 0,3 0 0,-3 0 0,3 0 0,-3 0 0,3 0 0,-3 0 0,3 0 0,0 0 0,-3 0 0,6 0 0,-6 0 0,3 0 0,2 0 0,-3 0 0,3 0 0,-2 0 0,-3 2 0,6-1 0,-6 2 0,3-3 0,-3 0 0,3 2 0,0-1 0,0 2 0,0-3 0,0 2 0,-3-1 0,6 2 0,-6-3 0,3 2 0,-3-1 0,3 2 0,0-1 0,0-1 0,0 2 0,-3-1 0,0-1 0,0 2 0,0-3 0,3 2 0,0-1 0,3 4 0,-3-4 0,0 2 0,-6-1 0,3-1 0,-3 4 0,3-4 0,0 2 0,0-1 0,0-1 0,0 4 0,0-4 0,0 4 0,0-4 0,0 4 0,0-1 0,0-1 0,-3 2 0,3-4 0,-6 4 0,6-4 0,-6 4 0,6-4 0,-6 4 0,3-1 0,0-1 0,-3 2 0,3-1 0,-3 2 0,3 0 0,-3 0 0,3 0 0,-3 0 0,0 0 0,0 0 0,0 0 0,0 0 0,0 0 0,0 0 0,3 0 0,-3 0 0,3 0 0,-3 0 0,0 0 0,0 0 0,0 0 0,0 0 0,0 0 0,0 0 0,0 0 0,0 0 0,0 0 0,0 0 0,0 0 0,0 0 0,0 0 0,0 0 0,-3-3 0,3 2 0,-3-1 0,3 2 0,0 0 0,0 0 0,-3 0 0,3 0 0,-3 0 0,3 0 0,0 0 0,-3-3 0,3 2 0,-3-1 0,0-1 0,3 2 0,-6-1 0,5-1 0,-1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7:10.761"/>
    </inkml:context>
    <inkml:brush xml:id="br0">
      <inkml:brushProperty name="width" value="0.2" units="cm"/>
      <inkml:brushProperty name="height" value="1.2" units="cm"/>
      <inkml:brushProperty name="inkEffects" value="pencil"/>
    </inkml:brush>
  </inkml:definitions>
  <inkml:trace contextRef="#ctx0" brushRef="#br0">0 449 16383,'7'9'0,"1"-3"0,-7-1 0,4-4 0,-4 4 0,1-1 0,1-1 0,-2 2 0,4-4 0,-4 4 0,4-4 0,-2 4 0,3-1 0,0 2 0,0-3 0,-2 2 0,1-4 0,-4 4 0,4-4 0,-2 2 0,3-1 0,0 2 0,0-1 0,0 2 0,0-4 0,-2 4 0,1-4 0,-2 2 0,3-1 0,0-1 0,0 4 0,0-4 0,0 4 0,0-4 0,0 2 0,0-1 0,6 2 0,-5-1 0,7 2 0,-7-4 0,1 4 0,-2-4 0,3 2 0,-2-1 0,1-1 0,1 2 0,-2-3 0,4 2 0,-4-1 0,4 2 0,-4-1 0,9-1 0,-5 2 0,4-1 0,-4-1 0,-4 2 0,4-3 0,-2 0 0,3 0 0,-2 0 0,1 0 0,-2 0 0,1 0 0,1 0 0,-2 0 0,3 0 0,0 0 0,6 0 0,-5 0 0,4 0 0,-7 0 0,7 0 0,-6-3 0,8 2 0,-7-1 0,0 2 0,0-3 0,0 2 0,0-1 0,0-1 0,0 2 0,0-4 0,9 2 0,0-1 0,1-1 0,-3 4 0,-7-4 0,0 4 0,0-2 0,0 1 0,6-3 0,-7 1 0,13-3 0,-13 3 0,8-1 0,-7 0 0,6 4 0,-4-4 0,7 1 0,-2 1 0,-3-2 0,3 1 0,-7 1 0,6-4 0,-4 4 0,4-2 0,-6 0 0,0 4 0,0-4 0,0 4 0,7-6 0,-6 6 0,6-5 0,-7 2 0,5-2 0,-4 3 0,5-3 0,-6 3 0,0 0 0,0-3 0,0 3 0,0 0 0,0-3 0,0 6 0,0-6 0,0 3 0,0-3 0,-3 0 0,9 2 0,-5-4 0,13 3 0,-13-1 0,5-1 0,-11 4 0,11-5 0,-10 2 0,10 1 0,-12 0 0,6 2 0,-3-4 0,0 1 0,3 0 0,-6 0 0,6 0 0,-6 0 0,11-3 0,-9 3 0,6-3 0,-5 3 0,-3 0 0,6 0 0,-6 0 0,6 0 0,-6 0 0,3 0 0,-3-1 0,0 1 0,3 0 0,-3 3 0,3-2 0,-3 1 0,3-5 0,-3 3 0,6-3 0,-8 3 0,4 0 0,-5 3 0,3-3 0,0 3 0,0-1 0,-3-1 0,3 2 0,-3-3 0,3 0 0,0 0 0,0-1 0,0 1 0,0 0 0,0 3 0,-3-2 0,3 1 0,-3-2 0,3 0 0,-3 0 0,3 3 0,-6-3 0,6 3 0,-6-3 0,6 3 0,-6-3 0,6 3 0,-6-3 0,6 0 0,-6 0 0,6 2 0,-6-1 0,3 1 0,0-2 0,-3 0 0,3 0 0,-3 0 0,0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7:14.111"/>
    </inkml:context>
    <inkml:brush xml:id="br0">
      <inkml:brushProperty name="width" value="0.2" units="cm"/>
      <inkml:brushProperty name="height" value="1.2" units="cm"/>
      <inkml:brushProperty name="inkEffects" value="pencil"/>
    </inkml:brush>
  </inkml:definitions>
  <inkml:trace contextRef="#ctx0" brushRef="#br0">0 487 16383,'0'12'0,"0"0"0,0-6 0,3 0 0,-3 0 0,6-3 0,-6 2 0,6-4 0,-6 4 0,6-4 0,-6 4 0,6-4 0,-6 4 0,6-4 0,-3 2 0,0-1 0,3 2 0,-3-1 0,3 2 0,0-4 0,-3 4 0,3-4 0,-3 2 0,0-1 0,3-1 0,-6 4 0,6-4 0,-3 4 0,3-4 0,0 2 0,0-3 0,-3 2 0,3-1 0,-3 2 0,3-1 0,0-1 0,-3 4 0,3-4 0,-3 2 0,3-3 0,0 0 0,0 0 0,-3 2 0,3-1 0,-3 2 0,3-3 0,0 2 0,0-1 0,0 2 0,0-3 0,0 2 0,0-1 0,0 2 0,0-1 0,0-1 0,0 2 0,0-3 0,0 0 0,0 2 0,0-1 0,0 2 0,0-3 0,0 0 0,0 2 0,0-1 0,0 2 0,0-3 0,0 2 0,0-1 0,0 2 0,0-3 0,0 0 0,0 0 0,-3 2 0,3-1 0,-3 2 0,3-3 0,0 0 0,0 0 0,-3 2 0,3-1 0,-3 2 0,3-3 0,3 0 0,-3 0 0,3 0 0,-3 2 0,0-1 0,0 2 0,0-3 0,0 0 0,0 0 0,0 0 0,0 0 0,0 0 0,0 0 0,0 0 0,0 0 0,0 0 0,0 0 0,0 0 0,0 0 0,0 0 0,0 0 0,0 0 0,0 0 0,0 0 0,0 0 0,0 0 0,0 0 0,0 0 0,0 0 0,0 0 0,0 0 0,0-3 0,0 2 0,0-1 0,0 2 0,0 0 0,0 0 0,0 0 0,0-3 0,0 2 0,0-1 0,0 2 0,0 0 0,0 0 0,0-3 0,0 2 0,0-1 0,0 2 0,0 0 0,0 0 0,0-3 0,0 2 0,0-1 0,3 2 0,-3 0 0,3 0 0,-3-3 0,3 2 0,-3-2 0,3 3 0,-3 0 0,0-2 0,0 1 0,0-2 0,0 3 0,0-2 0,0 1 0,0-2 0,0 3 0,-3-2 0,3 1 0,-3-2 0,8 1 0,-3 1 0,3-2 0,-5 1 0,0 1 0,0-2 0,0 0 0,0 3 0,0-3 0,-3 0 0,3 3 0,-3-3 0,3 0 0,0 3 0,0-6 0,0 6 0,0-6 0,0 6 0,0-3 0,0 0 0,0 3 0,-3-6 0,3 5 0,-3-1 0,3-1 0,0 0 0,0-1 0,0-1 0,0 4 0,0-4 0,0 4 0,0-4 0,0 4 0,0-4 0,0 1 0,0 1 0,0-2 0,0 1 0,0 1 0,-3-2 0,3 4 0,-3-2 0,3 1 0,0-2 0,0 1 0,0-3 0,0 6 0,-3-6 0,3 6 0,-3-6 0,3 3 0,0 0 0,0-3 0,0 5 0,0-4 0,0 4 0,-3-4 0,5 2 0,-4-3 0,5 2 0,-3-1 0,0 4 0,-3-4 0,3 4 0,-3-4 0,3 4 0,0-4 0,-3 1 0,5 1 0,-4-2 0,5 1 0,-3-2 0,0 3 0,-3-3 0,3 6 0,-6-6 0,6 6 0,-6-6 0,6 6 0,-3-6 0,3 6 0,-3-6 0,3 6 0,-6-6 0,6 5 0,-6-4 0,6 4 0,-3-4 0,3 2 0,-3-3 0,3 2 0,-6-1 0,6 1 0,-3 1 0,0-2 0,3 4 0,-6-4 0,6 4 0,-6-4 0,6 1 0,-6-2 0,6 3 0,-6-3 0,6 6 0,-6-6 0,6 3 0,-3-3 0,3 0 0,0 0 0,0 0 0,-3 0 0,3 0 0,-3 0 0,3 0 0,0 0 0,-3-1 0,3 4 0,-6-2 0,6 1 0,-3-2 0,3 0 0,0 0 0,0 0 0,-3 0 0,3 3 0,-6-3 0,6 6 0,-6-6 0,6 6 0,-6-6 0,6 6 0,-3-6 0,0 3 0,3-1 0,-6-1 0,6 4 0,-6-4 0,6 4 0,-6-4 0,6 4 0,-6-4 0,6 1 0,-3-2 0,3 0 0,0 0 0,-3 0 0,3 3 0,-6-2 0,6 4 0,-6-5 0,3 3 0,0 0 0,-3-3 0,6 6 0,-6-6 0,3 3 0,0 0 0,-3-3 0,6 3 0,-6-3 0,3 0 0,0 2 0,-3-1 0,3 2 0,0-1 0,-3-1 0,3 1 0,-3-2 0,3 3 0,0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26:09.792"/>
    </inkml:context>
    <inkml:brush xml:id="br0">
      <inkml:brushProperty name="width" value="0.2" units="cm"/>
      <inkml:brushProperty name="height" value="1.2" units="cm"/>
      <inkml:brushProperty name="inkEffects" value="pencil"/>
    </inkml:brush>
  </inkml:definitions>
  <inkml:trace contextRef="#ctx0" brushRef="#br0">1 1 16383,'0'0'0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31:10.149"/>
    </inkml:context>
    <inkml:brush xml:id="br0">
      <inkml:brushProperty name="width" value="0.2" units="cm"/>
      <inkml:brushProperty name="height" value="1.2" units="cm"/>
      <inkml:brushProperty name="color" value="#008C3A"/>
      <inkml:brushProperty name="inkEffects" value="pencil"/>
    </inkml:brush>
  </inkml:definitions>
  <inkml:trace contextRef="#ctx0" brushRef="#br0">1 0 16383,'9'2'0,"0"0"0,-5-2 0,-1 0 0,3 0 0,-2 0 0,1 0 0,-2 0 0,1 0 0,0 1 0,-1 0 0,1 0 0,1-1 0,-1 0 0,2 0 0,-3 0 0,1 0 0,1 0 0,-1 0 0,3 0 0,-3 0 0,2 0 0,-1 0 0,-1 0 0,1 0 0,-1 0 0,-1 0 0,3 0 0,-2 0 0,1 0 0,-1 0 0,1 0 0,-1 0 0,1 0 0,2 0 0,-2 0 0,2 0 0,-4 0 0,1 0 0,1 0 0,-1 0 0,1 0 0,1 0 0,-2 0 0,1 0 0,0 0 0,-1 0 0,3 0 0,-3 0 0,2 0 0,-1-1 0,-1 0 0,1 0 0,0 1 0,0 0 0,0 0 0,0 0 0,-1 0 0,3 0 0,-3 0 0,3 0 0,-3 0 0,3 0 0,-3 0 0,3 0 0,-1 0 0,1 0 0,0 0 0,0 0 0,-1 0 0,-1 0 0,1 0 0,-1 0 0,3 0 0,-3 0 0,2 0 0,-3 0 0,3 0 0,-1 1 0,1 0 0,0 0 0,-1-1 0,4 0 0,-3 0 0,2 0 0,-2 0 0,-2 0 0,1 0 0,1 0 0,-1 0 0,1 0 0,-1 0 0,0 2 0,0-2 0,1 2 0,1-2 0,-1 0 0,0 0 0,1 0 0,-1 2 0,0-2 0,1 2 0,-1-2 0,-2 0 0,6 0 0,-4 0 0,4 0 0,-5 1 0,5 0 0,-6 0 0,6-1 0,-6 0 0,6 3 0,-2-3 0,7 3 0,-7-3 0,4 0 0,-6 0 0,4 0 0,-2 1 0,2 0 0,-4 0 0,1-1 0,-1 0 0,0 0 0,4 3 0,-2-3 0,2 3 0,-4-3 0,4 0 0,1 0 0,0 0 0,2 2 0,-5-1 0,2 1 0,-4-2 0,4 0 0,-2 0 0,2 0 0,-4 0 0,4 0 0,-2 0 0,2 0 0,0 0 0,-3 0 0,4 0 0,2 0 0,-5 2 0,6-2 0,-8 2 0,4-2 0,-3 0 0,4 0 0,-1 0 0,-3 0 0,3 0 0,-3 0 0,3 0 0,-3 0 0,3 0 0,-3 0 0,3 0 0,-3 0 0,3 0 0,1 0 0,-4 1 0,3 0 0,-4 0 0,5-1 0,-4 0 0,3 0 0,-4 0 0,1 0 0,3 0 0,-4 0 0,7 0 0,-7 0 0,4 2 0,0-2 0,-3 2 0,2-2 0,-2 0 0,-1 0 0,0 0 0,1 0 0,-1 0 0,0 0 0,1 0 0,-1 0 0,0 0 0,0 0 0,1 2 0,-3-2 0,6 2 0,-4-2 0,4 0 0,-5 0 0,1 0 0,-2 0 0,3 0 0,-1 0 0,0 0 0,1 0 0,-3 0 0,2 0 0,3 0 0,-4 1 0,5 0 0,-5 0 0,1-1 0,-1 0 0,1 0 0,-2 0 0,3 0 0,-1 0 0,-1 0 0,1 0 0,-2 0 0,3 0 0,-1 2 0,0-2 0,1 2 0,-3-2 0,2 0 0,-1 0 0,1 0 0,-1 0 0,4 0 0,-4 0 0,5 0 0,-4 0 0,-1 0 0,1 0 0,-2 0 0,3 0 0,-3 0 0,2 0 0,-1 0 0,1 0 0,-1 0 0,1 0 0,-1 0 0,-1 2 0,2-2 0,-3 2 0,3-2 0,-3 0 0,3 0 0,-1 0 0,1 0 0,-1 0 0,1 0 0,-2 0 0,1 0 0,1 0 0,-3 0 0,3 0 0,-2 0 0,1 0 0,1 0 0,-1 0 0,-1 0 0,2 0 0,-1 0 0,0 0 0,1 0 0,-3 0 0,3 0 0,-2 0 0,1 0 0,1 0 0,-3 0 0,3 1 0,-3 0 0,3 0 0,-2-1 0,4 0 0,-1 0 0,-1 0 0,0 0 0,-3 0 0,3 0 0,-3 0 0,3 0 0,-3 0 0,3 0 0,-1 0 0,-1 0 0,2 0 0,-3 0 0,2 0 0,-1 0 0,1 0 0,-1 0 0,2 0 0,-3 0 0,3 0 0,-3 0 0,1 0 0,1 0 0,-2 0 0,3 0 0,-3 0 0,3 0 0,-3 0 0,1 0 0,0 0 0,-1 0 0,3 0 0,-3 0 0,1 0 0,1 0 0,-2 0 0,1 0 0,0 0 0,-1 0 0,3 0 0,-3 0 0,2 0 0,-1 0 0,-1 0 0,1 0 0,1 0 0,-2 0 0,2 0 0,2 0 0,-2 0 0,1 0 0,-2 0 0,-1 0 0,1 0 0,-1 0 0,1 0 0,-1 0 0,3 0 0,-1 0 0,0 0 0,0 0 0,-1 0 0,0 0 0,2 0 0,-3 0 0,5 0 0,-5 0 0,1 0 0,0 0 0,-1 0 0,2 0 0,-3 0 0,3 0 0,-2 0 0,1 0 0,-1-1 0,-1 0 0,2 0 0,-1 1 0,2 0 0,-3 0 0,1 0 0,1 0 0,-1 0 0,2 0 0,-3 0 0,3 0 0,-1 0 0,1 0 0,-1 0 0,-1 0 0,0 0 0,1 0 0,0 0 0,1 0 0,-1 0 0,-1 0 0,0 0 0,1 0 0,-1 0 0,1 0 0,-1 0 0,0 0 0,1 0 0,-1 0 0,1 0 0,1 0 0,-2 0 0,1 0 0,-2 0 0,1 0 0,1 0 0,1 0 0,0 0 0,-1 0 0,0 0 0,-1 0 0,3 0 0,-3 0 0,2 0 0,-3 0 0,1 0 0,1 0 0,-1 0 0,3 0 0,-3 0 0,1-2 0,-1 1 0,0 0 0,1 1 0,-1 0 0,3 0 0,-3 0 0,5-2 0,-5 2 0,3-2 0,-3 2 0,-1 0 0,2-1 0,1 0 0,0-1 0,-1 2 0,-1 0 0,-1 0 0,1-1 0,0 0 0,-1 0 0,3 1 0,-2 0 0,1-2 0,-1 2 0,-1-2 0,3 2 0,-2 0 0,1-2 0,-1 2 0,-1-2 0,2 2 0,-1 0 0,2-1 0,-3 0 0,3 0 0,-2 1 0,1 0 0,-1 0 0,-1-2 0,1 2 0,0-2 0,1 2 0,-1 0 0,1 0 0,-1 0 0,0 0 0,1 0 0,-1-2 0,1 2 0,-1-2 0,-1 2 0,3 0 0,-2 0 0,1 0 0,-1 0 0,-1 0 0,3 0 0,-2 0 0,1 0 0,-1-1 0,-1 0 0,1 0 0,1 1 0,-1 0 0,1 0 0,-1 0 0,0 0 0,1 0 0,-1 0 0,1 0 0,-1 0 0,0 0 0,1 0 0,-1 0 0,0-2 0,1 2 0,-3-2 0,3 2 0,-1 0 0,0 0 0,1 0 0,-1 0 0,1 0 0,-1 0 0,-1 0 0,3 0 0,-2 0 0,1 0 0,-1 0 0,-1 0 0,3 0 0,-2 2 0,1-2 0,-1 2 0,-1-2 0,1 1 0,0 0 0,-1 0 0,1 1 0,0-2 0,-1 2 0,2 0 0,-1-2 0,2 2 0,-3-1 0,1 0 0,0 0 0,-1 1 0,1-2 0,0 2 0,-1 0 0,1-2 0,0 3 0,-1-2 0,1 0 0,0 1 0,-1-2 0,1 3 0,0-1 0,-2 2 0,1 0 0,-3-1 0,-6-1 0,2 0 0,-6-2 0,6 0 0,0 0 0,-1 0 0,-1 0 0,-1-2 0,1 2 0,-1-2 0,-2 2 0,0-1 0,-2 0 0,4 0 0,-1-1 0,-3 2 0,3-2 0,-7 0 0,6 1 0,-6-1 0,7 0 0,-21 2 0,17-2 0,-13 2 0,14 0 0,3 0 0,-3 0 0,3 0 0,1 0 0,0 0 0,-1 0 0,2 0 0,0 0 0,0 0 0,-13 3 0,9 0 0,-9 0 0,13-1 0,1-2 0,0 2 0,1-2 0,-3 2 0,3-2 0,-2 1 0,1 0 0,1 0 0,-5 1 0,5-2 0,-3 2 0,2-2 0,-1 1 0,0 0 0,-1 1 0,3-2 0,-3 0 0,3 1 0,-1 0 0,0 0 0,0-1 0,0 0 0,0 0 0,1 0 0,-3 0 0,3 0 0,-2 0 0,3 0 0,-1 0 0,-1 0 0,1 0 0,-2 0 0,3 0 0,-3 0 0,2 0 0,-1 0 0,0 0 0,1 0 0,-3 0 0,3 0 0,-5 0 0,3 0 0,-2 0 0,3 0 0,0 0 0,-1-1 0,0 0 0,-4-1 0,3 2 0,-4-1 0,3 0 0,1 0 0,0-1 0,-1 2 0,1-2 0,-4 0 0,-5 1 0,3-3 0,-5 4 0,6-4 0,-1 3 0,-2-4 0,3 5 0,0-3 0,-4 3 0,4-2 0,-4 1 0,0-1 0,0 2 0,0-3 0,0 3 0,3-4 0,-10 3 0,13 0 0,-13 1 0,14 0 0,-14 0 0,13 0 0,-13 0 0,10 0 0,-3 0 0,4 0 0,1 0 0,4 0 0,-5 0 0,0 0 0,0 0 0,-3 0 0,3 0 0,0 0 0,1 0 0,4 0 0,0 1 0,-1 0 0,-3 0 0,-8 2 0,6-3 0,-5 4 0,10-3 0,1 0 0,0-1 0,-4 2 0,3-2 0,-1 2 0,2 0 0,1-2 0,-1 2 0,0-2 0,-1 0 0,1 1 0,1 0 0,-1 0 0,-2-1 0,2 2 0,-2-2 0,4 2 0,-1-2 0,-2 2 0,3-2 0,-2 2 0,3-2 0,-3 0 0,1 1 0,0 0 0,1 0 0,1-1 0,-1 2 0,1-2 0,-1 2 0,-1-2 0,2 2 0,-1-2 0,0 2 0,-1-2 0,0 0 0,1 1 0,1 0 0,1 0 0,-3-1 0,2 0 0,-1 0 0,1 2 0,0-2 0,1 2 0,-3-2 0,2 0 0,-1 0 0,1 0 0,1 0 0,-3 0 0,2 0 0,-1 0 0,1 0 0,-1 1 0,1 0 0,-2 1 0,3-2 0,-1 0 0,-1 0 0,1 0 0,-2 0 0,3 0 0,-1 0 0,-1 0 0,1 0 0,-2 0 0,3 0 0,-1 0 0,-1 0 0,0 0 0,0 0 0,1 0 0,1 0 0,-3 0 0,2 0 0,-1 0 0,1 0 0,-1 0 0,1 0 0,-1 0 0,1 0 0,-1 0 0,-1 0 0,0 0 0,-1 0 0,3 0 0,-3 0 0,3 0 0,-1 0 0,1 0 0,-1 0 0,-1-2 0,0 1 0,-1 0 0,3 1 0,-1 0 0,0 0 0,1 0 0,-3 0 0,3 0 0,-3 0 0,3 0 0,-2 0 0,1 0 0,1 0 0,-3 0 0,1 0 0,1 0 0,-1 0 0,1 0 0,1 0 0,-1 0 0,-1 0 0,1 0 0,-1 0 0,-1 0 0,3 0 0,-3 0 0,3 0 0,-3 0 0,3 0 0,-3 0 0,3 0 0,-2 0 0,1 0 0,1 0 0,-3 0 0,3 0 0,-1 0 0,-1 0 0,2 0 0,-4 0 0,3 0 0,-3 0 0,4 0 0,-2 0 0,1 0 0,1 0 0,-1 0 0,-1 0 0,2 0 0,-3 0 0,3 0 0,-1 0 0,0 0 0,0 0 0,0 0 0,0 0 0,1 0 0,-3 0 0,3 0 0,-2 0 0,1 0 0,1 0 0,-1 0 0,1 0 0,-1 0 0,-1 0 0,0 0 0,-1 0 0,3 0 0,-1 0 0,0 0 0,1 0 0,-2 0 0,1 0 0,1 0 0,-3 1 0,1 0 0,0 0 0,1-1 0,0 0 0,1 0 0,-2 0 0,1 0 0,-1 0 0,1 0 0,-1 0 0,1 0 0,-1 0 0,-1 0 0,0 0 0,-1 0 0,3 0 0,-2 0 0,1 0 0,0 0 0,-1 0 0,3 0 0,-3 0 0,3 0 0,-3 0 0,2 0 0,-1 2 0,-1-1 0,3 0 0,-3-1 0,1 0 0,1 0 0,-2 0 0,1 0 0,0 0 0,-1 0 0,1 0 0,1 0 0,-2 0 0,3 0 0,-3 0 0,3 0 0,-3 0 0,1 0 0,0 0 0,-1 0 0,3 0 0,-3 0 0,3 0 0,-3 0 0,3 0 0,-3 0 0,2 0 0,-1 0 0,-1 0 0,1 0 0,1 0 0,-1 0 0,1 0 0,-1 0 0,1 0 0,-1 0 0,-2 0 0,3 0 0,-4 0 0,4 0 0,1-1 0,-3 0 0,3-1 0,-3 2 0,3 0 0,-2 0 0,1 0 0,-1 0 0,1 0 0,-1 0 0,1 0 0,1 0 0,-1 0 0,-1 0 0,2 0 0,-3 0 0,3 0 0,-1 0 0,1 0 0,-1 0 0,1 0 0,-1 0 0,-1 0 0,2 0 0,-1 0 0,0 0 0,0 0 0,0 0 0,0 0 0,-1 0 0,0 0 0,1 0 0,1 0 0,1 0 0,-4 0 0,2 0 0,-2 0 0,4 0 0,-3 0 0,2 0 0,-1 0 0,1 0 0,1 0 0,-3 0 0,2 0 0,-3 0 0,3 0 0,-1 0 0,1 0 0,0 0 0,-2 0 0,1 0 0,-2 0 0,2 0 0,1 0 0,-2 0 0,3 0 0,-3 0 0,2 0 0,-1 0 0,1 0 0,1 0 0,-3 0 0,2 0 0,-1 0 0,1 0 0,0 0 0,-1 0 0,1 0 0,-1 0 0,1 0 0,0 0 0,-1 0 0,1 0 0,-1 0 0,1 0 0,0 0 0,-1 0 0,1-1 0,-3 0 0,3 0 0,-2 1 0,3 0 0,-1 0 0,-1 0 0,1 0 0,-2 0 0,3 0 0,-1 0 0,-1 0 0,1 0 0,-2 0 0,3 0 0,-1 0 0,0 1 0,13 1 0,-7 2 0,11-2 0,-13 0 0,2-2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31:13.970"/>
    </inkml:context>
    <inkml:brush xml:id="br0">
      <inkml:brushProperty name="width" value="0.2" units="cm"/>
      <inkml:brushProperty name="height" value="1.2" units="cm"/>
      <inkml:brushProperty name="color" value="#008C3A"/>
      <inkml:brushProperty name="inkEffects" value="pencil"/>
    </inkml:brush>
  </inkml:definitions>
  <inkml:trace contextRef="#ctx0" brushRef="#br0">886 0 16383,'-2'14'0,"1"-2"0,-1-10 0,2 1 0,-2 1 0,2 0 0,-2 1 0,2-1 0,-2 0 0,1-1 0,0 1 0,0-1 0,-1 3 0,1-2 0,0 1 0,1-1 0,-2-1 0,2 1 0,-2 0 0,1-1 0,0 1 0,-1 0 0,1 1 0,0-1 0,0 1 0,-1-1 0,2 0 0,-2-1 0,0 2 0,2 1 0,-2 0 0,1-1 0,0-1 0,0 1 0,-1-1 0,2 1 0,-2 1 0,2-2 0,0 1 0,-2 0 0,2-1 0,-2 2 0,1-1 0,0-1 0,0 3 0,-1-3 0,2 3 0,-2-3 0,0 1 0,2 0 0,-3 1 0,2 0 0,0 1 0,-1-3 0,2 3 0,-4-3 0,4 2 0,-3 0 0,2 1 0,0-1 0,-1-1 0,2 1 0,-2-1 0,0 1 0,2 1 0,-3-1 0,2 1 0,-2-1 0,1 0 0,0 0 0,0 0 0,1 1 0,0-2 0,-2 3 0,2-3 0,-2 2 0,3-1 0,-4 0 0,2 4 0,-1-4 0,1 3 0,-2-2 0,4-1 0,-3 1 0,2-1 0,-2 1 0,3-2 0,-4 3 0,4-1 0,-3 0 0,1-1 0,0-1 0,-2 0 0,4 1 0,-5 5 0,4-5 0,-4 4 0,5-4 0,-2 1 0,1-1 0,-2 1 0,1-1 0,1 1 0,-1 0 0,0 0 0,0-1 0,-1 1 0,2-1 0,-2 1 0,3-1 0,-4 1 0,4-2 0,-3 3 0,2-1 0,-2 0 0,3-1 0,-2 1 0,0-2 0,2 3 0,-2-1 0,1-1 0,0 1 0,-2-2 0,3 3 0,-4-1 0,4-1 0,-4 6 0,3-5 0,-3 6 0,4-6 0,-3 0 0,2 1 0,-1-1 0,1 0 0,0-1 0,0 1 0,-1-1 0,2 1 0,-2 0 0,0 1 0,2-1 0,-3-1 0,0 8 0,1-9 0,-1 9 0,2-8 0,0 1 0,0 1 0,-1-3 0,2 2 0,-2-1 0,0 1 0,2 1 0,-2-1 0,1 0 0,0-1 0,0 1 0,1-2 0,-2 3 0,2-1 0,-2-1 0,0 5 0,1-6 0,-1 5 0,2-6 0,0 7 0,-2-6 0,1 6 0,0-5 0,1-1 0,-2 2 0,2-1 0,-2 1 0,2-1 0,-2 3 0,2-3 0,-3 3 0,2-4 0,0 1 0,1-1 0,0 0 0,-2 1 0,2 1 0,-2-3 0,0 3 0,2-3 0,-2 3 0,2-3 0,-1 3 0,0-3 0,0 3 0,-1-3 0,2 1 0,-2-1 0,0 1 0,2-1 0,-2 3 0,2-3 0,-1 1 0,0-1 0,0 1 0,-1-1 0,2 2 0,-4-3 0,4 1 0,-2 1 0,1-1 0,0 2 0,0-1 0,1-1 0,-2 1 0,2-1 0,-2 1 0,0-1 0,2 1 0,-3-1 0,2 0 0,0 1 0,-1-1 0,1 1 0,0-1 0,-1 1 0,2-1 0,-3 3 0,2-3 0,-1 1 0,1 1 0,0-2 0,0 1 0,1 0 0,0-1 0,-2 2 0,2-1 0,-4-1 0,4 3 0,-2-3 0,1 1 0,0-1 0,0 1 0,1-1 0,0 3 0,-2-3 0,2 1 0,-2 1 0,0-2 0,2 3 0,-3-3 0,2 3 0,0-3 0,1 3 0,-2-3 0,2 1 0,-2 0 0,0-1 0,2 3 0,-3-3 0,1 5 0,0-5 0,0 5 0,2-5 0,-2 3 0,2-3 0,-3 3 0,2-3 0,-2 3 0,3-3 0,-2 2 0,0-1 0,2 1 0,-2-2 0,1 3 0,-1 1 0,-1-2 0,0 2 0,3-2 0,-3 0 0,2 1 0,-2-3 0,2 2 0,0-1 0,1 1 0,-2-1 0,2 1 0,-2-2 0,0 3 0,2-3 0,-3 3 0,2 1 0,-2-2 0,3 2 0,-4-4 0,4 3 0,-3-3 0,2 3 0,0-3 0,1 3 0,-2-3 0,2 1 0,-4 1 0,4-2 0,-2 3 0,1-3 0,0 3 0,0-3 0,-1 1 0,0 0 0,0-1 0,0 3 0,2-3 0,-1 3 0,0-3 0,0 1 0,-1 1 0,1-2 0,0 1 0,1 0 0,-2 1 0,2 0 0,-3-1 0,2 2 0,-1-1 0,1 1 0,0-2 0,-2 1 0,3-2 0,-2 1 0,2 0 0,-2-1 0,2 2 0,-2-1 0,1-1 0,0 1 0,0 1 0,1-2 0,-2 1 0,2 2 0,-2-3 0,0 5 0,2-5 0,-3 1 0,2-1 0,0 1 0,-1-1 0,2 1 0,-2 1 0,0-2 0,2 1 0,-2-1 0,1 1 0,0-1 0,-2 1 0,3 0 0,-2 0 0,0 0 0,2 0 0,-2-1 0,1 1 0,0 1 0,-2-2 0,3 1 0,-4 0 0,4-1 0,-3 3 0,2-3 0,0 2 0,1-3 0,-2 2 0,0 3 0,0-2 0,-1 2 0,2-4 0,-1 2 0,1-3 0,0 3 0,-2-2 0,3 3 0,-2-3 0,0 3 0,2-3 0,-2 1 0,2 0 0,-1 1 0,0-1 0,-2 4 0,3-5 0,-4 5 0,4-5 0,-2 1 0,2 1 0,-1-2 0,0 3 0,0-3 0,-1 1 0,2 0 0,-2-1 0,0 3 0,2-3 0,-2 1 0,2 1 0,-1-2 0,0 1 0,0 0 0,1-1 0,-2 2 0,2-1 0,-2-1 0,0 1 0,2 0 0,-2 0 0,1 0 0,0-2 0,0 3 0,-1-2 0,1 3 0,0-3 0,1 4 0,-2-3 0,2 2 0,-2-4 0,1 3 0,0-2 0,-1 1 0,2-1 0,-1-1 0,0 1 0,0-1 0,-1 1 0,2 1 0,-2-1 0,0 2 0,2-1 0,-3 1 0,2-1 0,-2 1 0,3-3 0,-2 1 0,2 1 0,-2-1 0,2 2 0,-2-3 0,1 2 0,0 0 0,0 0 0,-1-2 0,2 1 0,-2 0 0,0 3 0,2-3 0,-2 3 0,1-3 0,0-1 0,0 3 0,1-2 0,-2 1 0,2-1 0,-2 1 0,0-1 0,2 1 0,-2-1 0,2 1 0,0-1 0,0 1 0,-1 2 0,0-2 0,-2 3 0,3-4 0,-2 2 0,2-3 0,-2 3 0,2-2 0,-2 1 0,2 0 0,-1-1 0,0 1 0,0 1 0,1-2 0,0 1 0,0 0 0,-2 3 0,1-2 0,-2 1 0,3-4 0,-2 3 0,2-2 0,0 1 0,0 0 0,-1-1 0,0 1 0,-1 1 0,2-2 0,0 1 0,-1-1 0,0 1 0,-2-1 0,3 3 0,-2-3 0,0 1 0,2-1 0,-2 1 0,2-1 0,-1 2 0,0-1 0,-2-3 0,3 3 0,-4-1 0,4 0 0,-2 1 0,1 0 0,0-1 0,-2 2 0,3-1 0,-4 1 0,4-1 0,-2 1 0,1-3 0,0 1 0,-2 0 0,3 1 0,-4-1 0,4 1 0,-3-1 0,2-1 0,0 3 0,-1-2 0,2 1 0,-4-1 0,4-1 0,-3 1 0,2 0 0,-1-1 0,1 1 0,0 0 0,-2-1 0,3 1 0,-4 1 0,4-1 0,-3 3 0,2-3 0,0 1 0,-1-1 0,2 0 0,-4-1 0,4 1 0,-2 0 0,1-1 0,0 1 0,0 1 0,-1-1 0,2 3 0,-4-4 0,4 3 0,-3-3 0,2 2 0,0-1 0,-1 1 0,2 2 0,-4-1 0,4 1 0,-2-3 0,2-1 0,-1 1 0,0 0 0,0-1 0,-1 1 0,2 0 0,-2-1 0,0 3 0,2-2 0,-2 1 0,1 0 0,0-1 0,0 1 0,1-1 0,0 0 0,-2-1 0,1 1 0,-2 0 0,3-1 0,-2 1 0,2 1 0,-1-1 0,0 2 0,-1-3 0,2 1 0,-1 0 0,0-1 0,0 1 0,1 1 0,-2-1 0,2 1 0,-2-1 0,2 0 0,0 1 0,0-1 0,-2 1 0,2 1 0,-2-2 0,2 1 0,0-1 0,0-1 0,-1 1 0,0 0 0,0-1 0,1 3 0,0-2 0,-2 1 0,2-2 0,-2 1 0,2 1 0,0-1 0,0 2 0,0-3 0,0 1 0,-2 0 0,2-1 0,-2 1 0,2 1 0,0-1 0,0 2 0,0-3 0,-1 1 0,0 0 0,0-1 0,1 2 0,0 0 0,0 0 0,0-2 0,0 1 0,-2 0 0,2-1 0,-2 1 0,2 1 0,0-1 0,-2 0 0,-6-4 0,2-2 0,-4 0 0,5 0 0,2 1 0,-1 0 0,0 0 0,0 1 0,-3 0 0,3-2 0,-2 2 0,1-2 0,3 2 0,-2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31:17.824"/>
    </inkml:context>
    <inkml:brush xml:id="br0">
      <inkml:brushProperty name="width" value="0.2" units="cm"/>
      <inkml:brushProperty name="height" value="1.2" units="cm"/>
      <inkml:brushProperty name="color" value="#008C3A"/>
      <inkml:brushProperty name="inkEffects" value="pencil"/>
    </inkml:brush>
  </inkml:definitions>
  <inkml:trace contextRef="#ctx0" brushRef="#br0">1 0 16383,'6'8'0,"-1"-1"0,-4-5 0,0 1 0,2 1 0,-3 0 0,4 1 0,-4-1 0,2-1 0,-1 3 0,0-2 0,0 1 0,1-1 0,-2-1 0,2 1 0,0 1 0,-2-1 0,2 3 0,-1-5 0,0 3 0,2 1 0,-3-2 0,2 3 0,-2-3 0,0-1 0,1 1 0,0 1 0,0-1 0,1 2 0,-1-1 0,0-1 0,-1 1 0,2 0 0,-2-1 0,2 2 0,-2-1 0,1-1 0,0 3 0,2-3 0,-3 3 0,2-3 0,-2 3 0,2-3 0,-2 3 0,2-3 0,-1 3 0,0-3 0,0 3 0,1-3 0,-2 3 0,2-2 0,0 1 0,-2 1 0,2-1 0,-2-1 0,1 2 0,0-3 0,2 3 0,-3-1 0,2-1 0,0 2 0,-2-1 0,3 0 0,-2 4 0,0-4 0,1 3 0,-2-2 0,2-1 0,0 1 0,-2-1 0,3 1 0,-2-2 0,2 3 0,-3-3 0,4 2 0,-4-1 0,2 1 0,-1 1 0,0-1 0,0-1 0,-1 0 0,2 0 0,0 1 0,0 1 0,-1-3 0,1 2 0,-1-1 0,2 1 0,-3 1 0,3-1 0,-2 0 0,2 1 0,-3-3 0,4 6 0,-3-6 0,1 6 0,0-5 0,0 1 0,0 0 0,0 0 0,-1-1 0,0 5 0,2-6 0,-3 6 0,4-6 0,-4 3 0,3-1 0,-2-1 0,0 1 0,1-2 0,-2 1 0,4 1 0,-4 2 0,3-3 0,-2 4 0,2-4 0,-3 0 0,2 1 0,0-2 0,-2 3 0,3-3 0,-2 1 0,0-1 0,1 1 0,-2-1 0,2 1 0,0-1 0,-2-1 0,2 4 0,-1-2 0,0 2 0,0-3 0,1 0 0,-2-1 0,2 2 0,-2-1 0,1-1 0,0 1 0,1 0 0,-2 0 0,1 0 0,0-2 0,0 1 0,-1 1 0,0-1 0,2 2 0,-2-3 0,3 1 0,-2 0 0,0-1 0,-1 4 0,2-2 0,-1 2 0,0-4 0,-1 1 0,2 1 0,-2-1 0,2 1 0,-1 1 0,0-2 0,0 1 0,-1-1 0,2-1 0,-2 3 0,2-2 0,-2 1 0,2 0 0,-2-1 0,2 2 0,-2-3 0,1 1 0,0 0 0,0-1 0,-1 2 0,2 0 0,-2 0 0,4-2 0,-4 1 0,2 0 0,-2 1 0,1-1 0,0 1 0,0-1 0,-1 0 0,2-1 0,-2 1 0,2 0 0,0-1 0,-2 1 0,3 0 0,-2 1 0,0-1 0,-1 1 0,0-1 0,2-1 0,-2 1 0,4 0 0,-4-1 0,2 3 0,-1-2 0,0 1 0,2-1 0,-3-1 0,4 1 0,-4 0 0,3 1 0,-2-1 0,0 1 0,1 0 0,-2 0 0,3 0 0,-2-2 0,0 1 0,1 0 0,-1-1 0,0 1 0,1 1 0,-2-1 0,3 2 0,-2-3 0,0 1 0,1 1 0,-2-1 0,4 2 0,-4-3 0,2 1 0,-1 0 0,0-1 0,0 1 0,1-1 0,-2 1 0,4 1 0,-4 1 0,3 0 0,-2-1 0,0-1 0,1-1 0,-2 1 0,2 0 0,0-1 0,-2 1 0,2 0 0,-1-1 0,0 1 0,0 0 0,1 1 0,-2-1 0,2 1 0,-2-1 0,0-1 0,2 3 0,-2-2 0,2 1 0,-1-1 0,0-1 0,0 1 0,1 0 0,-2-1 0,2 1 0,0 0 0,-2-1 0,2 1 0,-1 1 0,0-1 0,2 3 0,-3-3 0,3 3 0,-2-3 0,0 1 0,-1-1 0,2 0 0,-1-1 0,0 1 0,1 0 0,-2-1 0,2 1 0,-1 0 0,0 1 0,4 5 0,-4-3 0,3 3 0,-3-4 0,2-1 0,-3 1 0,2-1 0,0-1 0,-2 1 0,2-1 0,-2 2 0,1-3 0,0 3 0,2-1 0,-3 1 0,2-1 0,-2-1 0,2 1 0,-2-1 0,2 1 0,-1-1 0,0 0 0,0 1 0,1-1 0,-2 1 0,2-1 0,0 1 0,-2-1 0,2 2 0,-2-3 0,1 2 0,0 0 0,0 1 0,1-2 0,-2 2 0,2-1 0,0-1 0,-2 1 0,2 1 0,-2-2 0,1 1 0,0 0 0,2-1 0,-3 3 0,3-3 0,-2 3 0,1-3 0,-1 3 0,0-3 0,2 3 0,-3-3 0,3 3 0,-2-3 0,2 3 0,-3-3 0,4 3 0,-4-1 0,3-1 0,-2 1 0,0-1 0,1 0 0,0 4 0,2-1 0,-1-1 0,-1-1 0,0-1 0,0 1 0,-2-1 0,3 2 0,-2-3 0,2 3 0,-1-3 0,0 3 0,0-1 0,-1-1 0,0 1 0,2-1 0,-3 1 0,2-1 0,0 2 0,-2-3 0,3 3 0,-2-3 0,2 2 0,-3-1 0,2-1 0,-1 3 0,0-3 0,2 3 0,-2-3 0,0 3 0,1-3 0,-2 1 0,3 0 0,-2-1 0,0 2 0,-1-1 0,0-1 0,2 1 0,-2 0 0,2 0 0,-2 0 0,2 0 0,-2-1 0,2 1 0,-1 1 0,0-2 0,0 1 0,1 0 0,-2-1 0,2 5 0,0-5 0,-2 3 0,3 3 0,-2-3 0,2 5 0,-3-6 0,2-1 0,-2 1 0,2-2 0,-2 1 0,2 0 0,-1-1 0,0 5 0,2-3 0,-3 1 0,2-2 0,-2-1 0,2 1 0,-2-1 0,2 3 0,-1-3 0,0 3 0,0-3 0,1 3 0,-2-3 0,2 2 0,0-1 0,-2-1 0,2 3 0,-1-3 0,0 1 0,0-1 0,-1 1 0,2-1 0,-2 3 0,2-3 0,-1 1 0,0 1 0,1-2 0,-2 1 0,1 0 0,0-1 0,0 2 0,-1-3 0,2 4 0,-2-2 0,3 3 0,-2-4 0,0 1 0,1-1 0,-1 1 0,0-1 0,1 2 0,-2-1 0,2-1 0,-2 1 0,0 1 0,1-2 0,0 1 0,0-1 0,1-1 0,-2 2 0,2-1 0,-2 2 0,2-3 0,-2 1 0,2 0 0,-2 1 0,1-1 0,0 1 0,0-1 0,-1 0 0,2 1 0,-2-1 0,2 1 0,-2-1 0,0 0 0,2 1 0,-2 0 0,2 1 0,-2-1 0,0-1 0,0 0 0,1 1 0,0-1 0,0 1 0,-1-1 0,0 0 0,2-1 0,-2 1 0,2 0 0,-2 1 0,0-1 0,0 1 0,0-1 0,2-1 0,-2 1 0,2 0 0,-1 1 0,0-1 0,0 1 0,-1 1 0,0-2 0,2 1 0,-2-1 0,2 1 0,0-1 0,-2 3 0,2-3 0,-2 1 0,1 0 0,0 1 0,2 1 0,-3 1 0,4-3 0,-4 1 0,2-3 0,-2 1 0,1 0 0,0-1 0,0 1 0,1 0 0,-2-1 0,2 1 0,-1 3 0,0-1 0,2 1 0,-2 0 0,0-3 0,-1 1 0,2 1 0,-2-2 0,3 1 0,-2-1 0,0-1 0,1 3 0,-2-2 0,2 1 0,0-1 0,-2-1 0,2 1 0,-1 1 0,0-1 0,0 1 0,-1-1 0,2 0 0,-2-1 0,2 1 0,0 1 0,-2-1 0,2 2 0,-2-3 0,1 1 0,0 1 0,2 1 0,-3 0 0,2-1 0,-2-1 0,2 1 0,-2-1 0,3 1 0,-2-1 0,0-1 0,1 1 0,-2 0 0,2-1 0,0 3 0,-2-2 0,3 1 0,-2-1 0,0-1 0,1 3 0,0-2 0,0 3 0,0-3 0,-1 1 0,0-2 0,0 1 0,1 0 0,-2-1 0,2 1 0,-1 1 0,0-1 0,0 2 0,1-3 0,-1 1 0,2 0 0,-3-1 0,3 1 0,-2 0 0,0-1 0,1 3 0,-2-2 0,2 1 0,-2-1 0,2-1 0,-2 1 0,2-1 0,-1 1 0,0 0 0,2-1 0,-3 3 0,4-4 0,-4 3 0,2-1 0,-1 0 0,0 1 0,2-1 0,-3-1 0,2 1 0,0 0 0,-2-1 0,3 1 0,-2 0 0,2 1 0,-3-1 0,2 1 0,0-1 0,-2-1 0,3 1 0,-2 0 0,0-1 0,1 3 0,-2-2 0,4 1 0,-4-1 0,3-1 0,-2 1 0,2 0 0,-3-1 0,3 1 0,0 3 0,-1-3 0,1 3 0,-3-3 0,3-1 0,-2 1 0,0 0 0,1-1 0,0 1 0,0 1 0,1-1 0,-2 3 0,0-3 0,1 2 0,0-3 0,0 1 0,0 0 0,-1-1 0,0 1 0,2-1 0,-3 1 0,2 0 0,0-1 0,-2 1 0,2 0 0,-1-1 0,0 1 0,0 0 0,1-1 0,-2 1 0,2 0 0,0-1 0,-2 1 0,3 0 0,-2-1 0,0 1 0,1 0 0,-2-1 0,2 1 0,0-1 0,-2 1 0,2 0 0,-2 3 0,1-3 0,1 3 0,0-3 0,0-1 0,-2 1 0,0 1 0,1-2 0,0 2 0,1-2 0,-2 1 0,1 2 0,0-3 0,0 1 0,1 0 0,-2-1 0,2 1 0,-2 1 0,0-1 0,1 1 0,0-1 0,2 0 0,-3-1 0,2 1 0,-2 1 0,2-2 0,-2 2 0,3 0 0,-2-1 0,0 3 0,-1-3 0,2 0 0,-2-1 0,2 1 0,0-1 0,-2 1 0,2 0 0,-1 1 0,0-1 0,0 1 0,-1-1 0,2 0 0,-2-1 0,2 1 0,0 0 0,-2-1 0,2 1 0,-1 0 0,0-1 0,0 1 0,-1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31:24.447"/>
    </inkml:context>
    <inkml:brush xml:id="br0">
      <inkml:brushProperty name="width" value="0.2" units="cm"/>
      <inkml:brushProperty name="height" value="1.2" units="cm"/>
      <inkml:brushProperty name="color" value="#008C3A"/>
      <inkml:brushProperty name="inkEffects" value="pencil"/>
    </inkml:brush>
  </inkml:definitions>
  <inkml:trace contextRef="#ctx0" brushRef="#br0">0 19 16383,'2'10'0,"1"-1"0,-2-6 0,2 1 0,-2 0 0,0-1 0,1 1 0,-2 0 0,3-1 0,-1 1 0,0 0 0,0-1 0,0 1 0,0 0 0,0-1 0,1 1 0,-1-2 0,0 3 0,1-3 0,-1 3 0,0-1 0,2 0 0,-4-1 0,3 1 0,-1 0 0,0-1 0,2 1 0,-2-2 0,1 3 0,-1-3 0,2 2 0,-2 1 0,0-3 0,1 4 0,-1-3 0,0 1 0,1 0 0,-2-1 0,2 1 0,-1-1 0,0 1 0,1 0 0,-3-1 0,4 1 0,-4 0 0,3-1 0,-1 1 0,0 0 0,3 1 0,-4-1 0,2 1 0,-1-1 0,0 0 0,0-1 0,1 1 0,-2 0 0,2-1 0,-1 1 0,0-1 0,1 1 0,-2 0 0,2-1 0,-1 3 0,2-4 0,-2 3 0,1-3 0,-1 2 0,2-1 0,-2 1 0,1 0 0,-1-1 0,0 1 0,1 0 0,-1-1 0,2 1 0,-2 0 0,1-1 0,-1 1 0,2-1 0,-1 1 0,-1 0 0,2-1 0,-2-1 0,1 3 0,1-2 0,0 2 0,-2-1 0,1-2 0,-1 1 0,2-1 0,-1 2 0,-1-1 0,1-1 0,0 2 0,0-2 0,-1 1 0,1 1 0,-1-2 0,2 1 0,0-1 0,-1 2 0,-1 0 0,2-2 0,-2 1 0,1-1 0,-1 1 0,2 1 0,-2-2 0,1 1 0,1-1 0,0 2 0,-2 0 0,1-1 0,-1-1 0,2 2 0,-1-1 0,1 1 0,0 2 0,-2-3 0,1-1 0,-1 2 0,1-1 0,1 0 0,-2 1 0,1-1 0,-1 0 0,2-1 0,0 3 0,-1-4 0,-1 4 0,2-3 0,-2 0 0,1 1 0,1-1 0,0 2 0,-2-1 0,1-1 0,-1 2 0,2-2 0,-1 0 0,1 1 0,0-1 0,-1 0 0,1 1 0,-1-2 0,1 4 0,0-5 0,-1 5 0,1-3 0,0 0 0,-1 1 0,3 0 0,-2 0 0,1-1 0,-3 1 0,3-1 0,-3 0 0,4 0 0,-3 0 0,-1 0 0,3 1 0,-2-1 0,2 0 0,-1 0 0,-1 0 0,1 0 0,-1 1 0,1-3 0,0 2 0,-1 0 0,1-2 0,0 3 0,-1-2 0,1 2 0,0-3 0,-1 4 0,1-4 0,0 3 0,-1-2 0,1 2 0,0-3 0,-1 2 0,1 0 0,0-2 0,-1 2 0,1-1 0,-1 0 0,1 2 0,0-3 0,-1 2 0,1 0 0,0-2 0,-1 3 0,1-2 0,0 0 0,1 1 0,-1-2 0,1 2 0,-1-1 0,0 0 0,1 0 0,-1 1 0,1-1 0,-1 0 0,-1-1 0,1 2 0,0-2 0,-1 2 0,3-1 0,-2 0 0,1 0 0,-1 1 0,-1-2 0,1 2 0,1-2 0,-1 2 0,2-2 0,-3 2 0,1-2 0,1 1 0,-1 0 0,3 0 0,-3-1 0,1 0 0,-1 0 0,0 2 0,-1-2 0,3 2 0,-2-2 0,1 0 0,-1 0 0,-1 0 0,3 0 0,-1 2 0,1-2 0,-1 2 0,0-2 0,0 0 0,0 0 0,-2 0 0,1 0 0,0 1 0,1 0 0,-1 0 0,1-1 0,-1 0 0,0 0 0,1 0 0,-1 0 0,3 0 0,-3 0 0,1 0 0,-1 2 0,0-2 0,-1 2 0,2-2 0,1 0 0,0 0 0,-1 0 0,-1 0 0,-1 0 0,3 0 0,-2 0 0,1 0 0,-1 0 0,-1 2 0,1-2 0,0 2 0,1-2 0,-1 0 0,1 0 0,-1 0 0,-1 0 0,3 0 0,-2 0 0,1 0 0,0 0 0,-1 1 0,2 0 0,-3 0 0,1-1 0,1 0 0,1 0 0,0 0 0,-1 0 0,-1 0 0,-1 0 0,2 0 0,1 0 0,0 0 0,-1 0 0,-1 0 0,-1 0 0,3 0 0,-2 0 0,1 0 0,-1 0 0,-1 0 0,3 0 0,-2 0 0,1 0 0,-1 0 0,-1 0 0,2 0 0,0 0 0,0 0 0,-2 0 0,3 0 0,-2 0 0,1 0 0,0 0 0,-1 0 0,2 0 0,-1 0 0,-1 0 0,1 0 0,-1 0 0,0 0 0,1 0 0,-1 0 0,0-1 0,0 0 0,-1 0 0,2 1 0,-1 0 0,-1 0 0,4-2 0,-2 2 0,2-2 0,-4 2 0,1 0 0,1 0 0,-1 0 0,2 0 0,-3-2 0,1 2 0,1-2 0,-1 2 0,1 0 0,1 0 0,-2 0 0,1 0 0,0-1 0,-1 0 0,2 0 0,-3 1 0,3 0 0,-1 0 0,1 0 0,-1-2 0,-1 1 0,0 0 0,2 1 0,-1-2 0,2 2 0,-4-2 0,1 2 0,1 0 0,-1 0 0,2-1 0,-3 0 0,1-1 0,1 2 0,-1 0 0,2 0 0,-3 0 0,2-1 0,0 0 0,1 0 0,-1 1 0,0 0 0,0 0 0,-1 0 0,1-2 0,1 2 0,-2-2 0,1 2 0,-1 0 0,-1 0 0,1-2 0,0 2 0,1-2 0,-1 2 0,1 0 0,-1 0 0,1 0 0,-1 0 0,3 0 0,-5-1 0,3 0 0,-1 0 0,0 1 0,1 0 0,1 0 0,-4-2 0,3 2 0,-1-2 0,0 2 0,1 0 0,-1 0 0,-1 0 0,2 0 0,0 0 0,0 0 0,0-2 0,1 2 0,-1-2 0,1 2 0,-3-1 0,1 0 0,0 0 0,1 1 0,-1 0 0,1 0 0,-1-2 0,0 2 0,-1-2 0,2 2 0,0 0 0,0 0 0,-2-2 0,1 2 0,0-2 0,-1 1 0,1 0 0,0 0 0,1 1 0,-3-2 0,3 2 0,-1-2 0,0 0 0,1 2 0,-1-2 0,0 1 0,-1 0 0,1 0 0,1-1 0,-1 2 0,1-4 0,-1 4 0,0-2 0,1 1 0,1-1 0,-1-1 0,1 2 0,-3-1 0,1 2 0,0-2 0,-1 1 0,1 0 0,0-2 0,-1 2 0,1 0 0,0-1 0,-1 2 0,2-4 0,0 2 0,0 0 0,-2 1 0,1-1 0,0 2 0,-1-2 0,1 0 0,0 2 0,-1-3 0,1 2 0,0-2 0,-1 3 0,3-4 0,-2 2 0,3 0 0,-5-1 0,4 3 0,-3-4 0,2 2 0,0 0 0,-2-1 0,2 3 0,-3-4 0,1 4 0,1-3 0,0 2 0,-1-1 0,1 1 0,0 0 0,-1-2 0,1 3 0,0-4 0,-1 4 0,1-3 0,0 2 0,-1-2 0,2 3 0,0-4 0,1 2 0,-2 0 0,2-1 0,-3 1 0,8-3 0,-5 1 0,5 0 0,-4 1 0,-3 2 0,1-2 0,-1 3 0,0-4 0,-1 4 0,1-3 0,-1 2 0,8-4 0,-6 3 0,5-2 0,-6 1 0,-1 2 0,1 0 0,0-1 0,-1 0 0,1 0 0,0 0 0,-1 1 0,1 0 0,0-2 0,6 1 0,-5 0 0,5-1 0,-6 2 0,-1-2 0,1 3 0,0-4 0,-1 4 0,1-3 0,0 2 0,-1 0 0,7-4 0,-4 3 0,4-2 0,-7 2 0,1 2 0,0-4 0,-1 4 0,1-3 0,0 2 0,-1-2 0,9-1 0,-8 0 0,8 0 0,-10 3 0,1-1 0,1 0 0,0 0 0,-1 0 0,1 1 0,-1 0 0,1-2 0,0 1 0,-1 0 0,1-1 0,0 2 0,-1-2 0,1 3 0,0-4 0,-1 4 0,1-3 0,0 2 0,-1-2 0,1 3 0,0-4 0,-1 2 0,1 0 0,0-1 0,-1 1 0,1 0 0,0-3 0,-1 4 0,1-4 0,-1 5 0,-1-4 0,3 2 0,-2-1 0,2-1 0,-1 2 0,-2-1 0,3 1 0,-5-2 0,5 2 0,-1-1 0,0 1 0,1-2 0,-1 2 0,-2-1 0,1 1 0,1-2 0,0 0 0,1 2 0,-3-1 0,3 1 0,-4-2 0,4 2 0,-3-1 0,1 1 0,1-2 0,0 2 0,-1-1 0,1 1 0,0-2 0,-1 0 0,1 1 0,0-1 0,-1 0 0,1 1 0,0-1 0,-1 0 0,1 1 0,0 0 0,-2 0 0,1 1 0,-1-2 0,0 1 0,1-1 0,-1 2 0,2-1 0,-1-1 0,-1 0 0,2 0 0,-4 1 0,3 1 0,-1-2 0,0 1 0,2-1 0,-2 0 0,1 1 0,-1-1 0,2 2 0,-4-3 0,3 2 0,-2-2 0,2 1 0,-3 1 0,4-1 0,-4 0 0,2 1 0,-1-1 0,0 0 0,0 1 0,-1-3 0,0 2 0,0-1 0,0 1 0,0 1 0,0-3 0,-1 4 0,-3-2 0,0 3 0,-2 0 0,3-2 0,-1 3 0,0-2 0,-1 2 0,1 0 0,0-2 0,-1 2 0,3-2 0,-3 1 0,1 0 0,0 0 0,-1 1 0,1 0 0,-1 0 0,1 0 0,0 0 0,0-2 0,1 2 0,-1-2 0,-1 2 0,-3-2 0,2 2 0,-1-2 0,4 2 0,-1 0 0,-1 0 0,1 0 0,-2 0 0,1 0 0,1 0 0,-2-1 0,3 0 0,-9 0 0,6-1 0,-6 2 0,9-2 0,-3 2 0,1 0 0,-1 0 0,-1 0 0,3 0 0,-3 0 0,1 0 0,1-2 0,-2 2 0,1-2 0,-6 2 0,5 0 0,-5 0 0,2-2 0,4 1 0,-5-1 0,5 2 0,-1 0 0,-1 0 0,1 0 0,0 0 0,-1 0 0,1-2 0,1 2 0,-1-2 0,-5 2 0,3 0 0,-5 0 0,7 0 0,1 0 0,-5 0 0,5 0 0,-4 0 0,3 0 0,1 0 0,-1-1 0,0 0 0,-1 0 0,3 1 0,-12 0 0,9 0 0,-9 0 0,9 0 0,1 0 0,1 0 0,-1 0 0,2 0 0,-3 0 0,1-2 0,0 1 0,-1 0 0,3 1 0,-2 0 0,-9 0 0,8 0 0,-9 0 0,12 0 0,-3 0 0,1 0 0,0 0 0,1-2 0,-1 2 0,1-2 0,-1 2 0,0 0 0,-1 0 0,3 0 0,-9 0 0,8 0 0,-7 0 0,7 0 0,1 0 0,-2 0 0,3 0 0,-3 0 0,1 0 0,-1 0 0,-1 0 0,2 0 0,0 0 0,1 0 0,-10-1 0,8 0 0,-9-1 0,10 2 0,-1 0 0,2 0 0,-3 0 0,3 0 0,-2 0 0,1 0 0,-1 0 0,1 0 0,-1 0 0,1 0 0,-7 0 0,4 0 0,-5 0 0,8 0 0,-1 0 0,3 0 0,-3 0 0,1 0 0,-1 0 0,1 0 0,-1 0 0,2 0 0,-1 0 0,-1 0 0,0 0 0,-1 0 0,-1 0 0,3 2 0,-1-1 0,3 0 0,-3-1 0,2 0 0,-1 0 0,-1 0 0,1 0 0,-1 0 0,1 0 0,-1 0 0,1 2 0,-3-2 0,2 2 0,-1-2 0,1 0 0,3 1 0,-3 0 0,2 0 0,-1-1 0,-1 0 0,1 0 0,-1 0 0,1 2 0,-1-2 0,2 2 0,-1-2 0,-1 0 0,-7 2 0,5-2 0,-5 2 0,7-2 0,1 1 0,-1 0 0,1 0 0,-1-1 0,2 0 0,-3 0 0,3 0 0,-2 0 0,1 2 0,-1-2 0,-9 2 0,8-2 0,-7 2 0,9-2 0,1 2 0,-2-2 0,1 0 0,-1 1 0,-1 0 0,3 0 0,-2-1 0,1 0 0,0 0 0,-12 4 0,9-4 0,-9 4 0,12-3 0,-1 0 0,3 2 0,-3-3 0,1 2 0,-1-2 0,1 0 0,-1 2 0,2-2 0,-1 2 0,-8-1 0,7 1 0,-7 0 0,9 0 0,-2-2 0,1 2 0,0-2 0,-1 2 0,3-2 0,-3 0 0,1 0 0,1 1 0,-1 0 0,1 0 0,-7 1 0,5-2 0,-7 2 0,10-2 0,-1 0 0,-1 1 0,2 0 0,-1 0 0,0-1 0,1 0 0,-3 0 0,3 0 0,-2 2 0,-6-1 0,7 0 0,-9-1 0,10 0 0,-1 2 0,1-2 0,0 2 0,-1-2 0,1 0 0,-1 0 0,1 0 0,0 0 0,-9 0 0,7 0 0,-8 0 0,11 0 0,-1 1 0,0 0 0,0 0 0,-1-1 0,1 0 0,-1 0 0,1 0 0,0 0 0,-4 0 0,1 0 0,-3 0 0,4 0 0,-1 0 0,1 0 0,-1 0 0,1 0 0,1 0 0,0 0 0,0 0 0,0 0 0,1 0 0,1 0 0,-3 0 0,2 0 0,-1 0 0,1 0 0,1-1 0,-1 0 0,0 0 0,-1 1 0,-1 0 0,0 0 0,1 0 0,1 0 0,1 0 0,-3 0 0,2 0 0,1-2 0,-2 2 0,2-2 0,-2 2 0,1 0 0,1 0 0,-4 0 0,2 0 0,-2 0 0,2 0 0,1 0 0,-1-2 0,1 2 0,0-2 0,-1 2 0,1 0 0,-2 0 0,3 0 0,-1 0 0,-1 0 0,1 0 0,-2 0 0,3 0 0,-1 0 0,-1 0 0,-1-1 0,-1 0 0,1 0 0,1 1 0,1 0 0,0 0 0,-1 0 0,1 0 0,-2 0 0,3 0 0,-1 0 0,0-2 0,1 2 0,-1-2 0,-1 2 0,1 0 0,-2 0 0,3 0 0,-1 0 0,-1 0 0,0 0 0,0 0 0,1 0 0,1 0 0,-3 0 0,2 0 0,1-2 0,-2 2 0,2-2 0,-2 2 0,1 0 0,1 0 0,-3 0 0,4-1 0,-3 0 0,1 0 0,0 1 0,-1 0 0,1 0 0,0-2 0,1 2 0,-1-2 0,-1 2 0,1 0 0,0-2 0,-1 2 0,3-2 0,-4 2 0,3-1 0,-1 0 0,0 0 0,-1 1 0,1 0 0,-2 0 0,3 0 0,-1 0 0,-1 0 0,1 0 0,-2 0 0,3 0 0,-1 0 0,-1 0 0,1 0 0,-2 0 0,4 3 0,1 1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31:41.191"/>
    </inkml:context>
    <inkml:brush xml:id="br0">
      <inkml:brushProperty name="width" value="0.2" units="cm"/>
      <inkml:brushProperty name="height" value="1.2" units="cm"/>
      <inkml:brushProperty name="color" value="#008C3A"/>
      <inkml:brushProperty name="inkEffects" value="pencil"/>
    </inkml:brush>
  </inkml:definitions>
  <inkml:trace contextRef="#ctx0" brushRef="#br0">0 0 16383,'0'12'0,"0"-2"0,0-6 0,0 0 0,2 1 0,-2-1 0,2 1 0,-2-1 0,0 0 0,2-1 0,-2 1 0,2 0 0,-2 1 0,0-1 0,0 1 0,1-1 0,0-1 0,0 1 0,1 0 0,-2 1 0,2-1 0,-2 1 0,0-1 0,2 5 0,-2-3 0,3 1 0,-2 0 0,0-5 0,-1 3 0,2-1 0,-2 0 0,2-1 0,-2 3 0,0-2 0,2 1 0,-2-1 0,2 1 0,-2-1 0,1 1 0,0-1 0,0 0 0,-1 1 0,0-1 0,2 1 0,-2 0 0,2 0 0,-2 0 0,2 0 0,-2-1 0,2 1 0,-1-1 0,0 1 0,0-1 0,1 5 0,-2-5 0,2 3 0,-2-3 0,1 1 0,0 1 0,1 0 0,-1-1 0,0 0 0,0-1 0,-1 1 0,0 1 0,2-2 0,-2 1 0,3 0 0,-2-1 0,0 5 0,1-5 0,-2 5 0,2-5 0,0 1 0,-2 0 0,2-1 0,-1 3 0,0-3 0,0 3 0,1-3 0,-2 3 0,4-3 0,-4 3 0,2-3 0,-2 2 0,1-1 0,0 1 0,0-1 0,1 2 0,-2-3 0,4 3 0,-4-3 0,2 3 0,-2-1 0,1-1 0,0 2 0,0-3 0,1 3 0,-2-3 0,2 3 0,0-1 0,0 3 0,0-2 0,-1 1 0,1-1 0,-2-3 0,2 3 0,0-2 0,-2 1 0,2 1 0,-1-1 0,0 1 0,0-1 0,1 0 0,-2 0 0,2 0 0,-1 1 0,0 0 0,2 1 0,-2 1 0,0-4 0,1 2 0,-2-1 0,2 0 0,-2 0 0,1 0 0,1 0 0,1 1 0,-2-3 0,-1 3 0,2-3 0,-2 3 0,3-3 0,-2 3 0,0-3 0,-1 1 0,2 0 0,-2-1 0,2 3 0,0-3 0,-2 3 0,2-3 0,-1 1 0,0 1 0,0-1 0,-1 1 0,2-1 0,-2 1 0,4-2 0,-4 1 0,2 0 0,-1-1 0,0 3 0,0-3 0,-1 3 0,2-3 0,-2 1 0,2 1 0,0-2 0,-2 3 0,2-3 0,-1 1 0,0 0 0,0-1 0,1 2 0,-2-3 0,2 2 0,0 0 0,-2 0 0,2 0 0,-2-1 0,1 1 0,0-1 0,2 1 0,-3-1 0,2 2 0,-2-3 0,0 3 0,2-2 0,-2 1 0,2-1 0,-1-1 0,0 2 0,2 4 0,-3-2 0,2 1 0,-2-4 0,1 0 0,0-1 0,0 3 0,-1-2 0,2 1 0,-1-1 0,0-1 0,1 3 0,-2-2 0,2 2 0,-2-1 0,1 0 0,0-2 0,0 1 0,1 1 0,-2 1 0,2 0 0,-2-1 0,0-1 0,2-1 0,-2 1 0,2 0 0,-1 1 0,0-1 0,0 1 0,-1 0 0,2 0 0,-2 0 0,2-2 0,0 1 0,-2 0 0,2-1 0,-2 3 0,1-2 0,0 1 0,0-1 0,1-1 0,-2 1 0,2 0 0,0 3 0,-2-3 0,2 3 0,-1-3 0,0-1 0,0 1 0,1-1 0,-2 1 0,4 1 0,-4-1 0,2 2 0,-2-3 0,1 1 0,0 0 0,0-1 0,1 1 0,-2 1 0,2-1 0,0 2 0,-2-3 0,3 1 0,-2 1 0,2-1 0,-3 1 0,2-1 0,-2 0 0,1-1 0,0 3 0,2-2 0,-2 1 0,0-1 0,-1 1 0,0-1 0,2 1 0,0 1 0,0-1 0,-1 1 0,-1-1 0,2 0 0,0-2 0,0 3 0,0-3 0,-2 2 0,0-1 0,1-1 0,0 3 0,0-2 0,1 1 0,-2-1 0,4 1 0,-4-1 0,2 1 0,-1-1 0,0 1 0,0-1 0,1 2 0,-2-3 0,2 1 0,0 1 0,-2-1 0,2 1 0,-1-1 0,0 0 0,0 1 0,-1-1 0,0 1 0,2-1 0,-2 0 0,2-1 0,0 1 0,-2 1 0,2-1 0,-2 2 0,1-3 0,0 2 0,0 0 0,1 0 0,-2-2 0,2 1 0,0 3 0,-2-3 0,2 3 0,-1-1 0,0-2 0,0 3 0,1-3 0,-2 1 0,2-1 0,-1 1 0,0-1 0,1 1 0,-2-1 0,1-1 0,0 1 0,0 0 0,-1 1 0,2-1 0,-2 1 0,2-1 0,-1 0 0,0-1 0,0 1 0,1 1 0,-2-1 0,2 2 0,-2-1 0,2-3 0,-2 5 0,2-5 0,-1 5 0,0-1 0,0-1 0,1 1 0,-2-3 0,2 1 0,0 1 0,-2-1 0,2 2 0,-2-3 0,0 1 0,1 1 0,0-1 0,0 2 0,-1-3 0,0 1 0,2 1 0,-2-1 0,2 1 0,0-1 0,-2 0 0,2-1 0,-1 3 0,0-2 0,0 1 0,-1-1 0,2-1 0,-2 1 0,2 0 0,-2 1 0,2 1 0,-2-1 0,2 0 0,-2-1 0,1 0 0,0-1 0,0 1 0,1 0 0,-2 1 0,2-1 0,0 1 0,-2-1 0,2 0 0,-2 1 0,1-1 0,0 1 0,0-1 0,1 0 0,-2-1 0,2 1 0,-1 1 0,0-1 0,1 1 0,-1 1 0,0-2 0,0 1 0,1 0 0,-2-1 0,2 2 0,-2-3 0,1 1 0,0 0 0,0-1 0,1 3 0,-2-2 0,2 1 0,0-2 0,-2 1 0,2 0 0,-1 1 0,0-1 0,0 1 0,1-1 0,-2 0 0,2-1 0,0 3 0,-2-2 0,2 1 0,-2-1 0,0-1 0,1 1 0,0 0 0,0-1 0,1 1 0,-2-1 0,2 1 0,0 0 0,-2-1 0,2 1 0,-2 1 0,1-1 0,0 2 0,0-3 0,-1 3 0,0-2 0,2 1 0,-2-1 0,2-1 0,0 3 0,-2-2 0,2 1 0,-2-1 0,0-1 0,1 1 0,0-1 0,0 1 0,1 0 0,-2-1 0,2 3 0,-2-2 0,2 1 0,-2-1 0,3-1 0,-2 1 0,0 0 0,-1 3 0,2-3 0,-2 3 0,2-3 0,-1-1 0,0 1 0,1-1 0,-1 3 0,0-2 0,0 3 0,1-3 0,-2 1 0,2-1 0,-1-1 0,0 1 0,0 0 0,1 1 0,-1-1 0,2 1 0,-3-1 0,2 1 0,-1-1 0,0 1 0,2 1 0,-3-2 0,2 1 0,0-1 0,-2-1 0,3 1 0,-2 0 0,0-1 0,1 1 0,-2 0 0,2-1 0,0 1 0,-2 0 0,2-1 0,-1 3 0,0-2 0,2 1 0,-3-2 0,2 1 0,0 0 0,-2-1 0,2 1 0,-1 1 0,0-1 0,0 2 0,1-3 0,-2 1 0,2 0 0,0-1 0,-2 1 0,2 0 0,-1-1 0,0 1 0,0 0 0,1 1 0,-2-1 0,4 1 0,-4-1 0,2-1 0,-1 1 0,0 0 0,0-1 0,1 1 0,-2 0 0,2-1 0,-1 3 0,0-2 0,0 1 0,1-1 0,-1-1 0,2 3 0,-3-2 0,2 2 0,-1-3 0,0 2 0,2-2 0,-3 1 0,2 2 0,0-3 0,-2 1 0,2 0 0,-1-1 0,0 1 0,0 0 0,1-1 0,-2 1 0,2 0 0,0-1 0,-2 1 0,2 0 0,-1-1 0,0 1 0,0 0 0,1-1 0,-2 1 0,4 1 0,-4-1 0,3 1 0,-2-1 0,0 0 0,1-1 0,-2 3 0,2-2 0,0 1 0,-2-1 0,2-1 0,-1 4 0,0-2 0,0 2 0,1-4 0,-2 1 0,2-1 0,0 1 0,-2 0 0,2-1 0,-1 3 0,0-2 0,0 1 0,-1-1 0,2-1 0,-2 1 0,2 0 0,-1-1 0,0 1 0,0 0 0,1-1 0,-1 1 0,0 0 0,1 1 0,-2-1 0,2 3 0,-1-2 0,0 1 0,2-1 0,-3-1 0,2 0 0,0-1 0,-2 3 0,3-1 0,-1 3 0,0-1 0,2-1 0,-4-1 0,3 0 0,-2-1 0,2 3 0,-3-3 0,2 1 0,0-1 0,-2 0 0,3-1 0,-2 1 0,0 0 0,1 1 0,-2-1 0,4 1 0,-4-1 0,2 0 0,-1-1 0,0 2 0,2 0 0,-3 0 0,2-2 0,0 1 0,0 0 0,0-1 0,-1 1 0,1 0 0,-2-1 0,3 1 0,-2 0 0,1-1 0,-1 3 0,1-1 0,0 1 0,0-1 0,-1-1 0,0 0 0,0-1 0,1 1 0,-2-1 0,2 3 0,0-2 0,-2 1 0,3-1 0,-2-1 0,2 1 0,-3 0 0,2-1 0,-2 3 0,2-2 0,-2 1 0,2-1 0,-2-1 0,1 1 0,0 0 0,0-1 0,-1 2 0,0 0 0,0 0 0,0-2 0,2 3 0,-2-2 0,2 1 0,-2-1 0,0-1 0,0 3 0,0-2 0,2 1 0,-2-1 0,2-1 0,-2 3 0,0-2 0,0 1 0,0-2 0,0 1 0,0 1 0,1-2 0,0 2 0,0-2 0,-1 1 0,0 2 0,0-3 0,2 1 0,-2 0 0,2-1 0,-2 3 0,0-2 0,0 1 0,2-1 0,-2-1 0,2 1 0,-2 1 0,0-1 0,0 1 0,1-1 0,0 0 0,0-1 0,-1 3 0,2-4 0,-2 3 0,2-1 0,-2 0 0,2 1 0,-2-1 0,2-1 0,-2 3 0,0-2 0,1 1 0,0-1 0,0-1 0,-1 2 0,0-1 0,0 2 0,0-3 0,0 1 0,2 0 0,-2 1 0,2-1 0,-2 1 0,0-1 0,0 0 0,1 1 0,0-1 0,1 1 0,-2-1 0,0 0 0,1-1 0,0 1 0,0-1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32:23.432"/>
    </inkml:context>
    <inkml:brush xml:id="br0">
      <inkml:brushProperty name="width" value="0.2" units="cm"/>
      <inkml:brushProperty name="height" value="1.2" units="cm"/>
      <inkml:brushProperty name="color" value="#008C3A"/>
      <inkml:brushProperty name="inkEffects" value="pencil"/>
    </inkml:brush>
  </inkml:definitions>
  <inkml:trace contextRef="#ctx0" brushRef="#br0">125 16 16383,'-4'10'0,"-1"-3"0,5-4 0,-2-1 0,-1 2 0,1 0 0,-2-1 0,1-1 0,2 3 0,-2-2 0,1 0 0,-2 2 0,2-3 0,-1 4 0,1-4 0,-2 3 0,1-3 0,1 3 0,-2-3 0,2 3 0,0-2 0,-1 0 0,1 2 0,0-2 0,-2 0 0,2 2 0,-1-2 0,1 2 0,-2-2 0,4 1 0,-3 0 0,1-1 0,0 1 0,-2 0 0,2 1 0,0-1 0,-1 1 0,1-3 0,0 2 0,-1-1 0,2 1 0,-2 0 0,1 1 0,0-3 0,0 4 0,1-3 0,0 1 0,-2 0 0,2-1 0,-2 1 0,3-1 0,-2 1 0,2 1 0,3-2 0,0 0 0,2-3 0,-1 0 0,-1-2 0,1 0 0,-2-1 0,1-1 0,-1 0 0,0 1 0,2-1 0,-4 0 0,3 1 0,-1-1 0,2 2 0,0-1 0,-1 2 0,1-4 0,0 4 0,-1-3 0,1 3 0,-2-2 0,3 2 0,-3-2 0,3 1 0,-1 0 0,0-1 0,-1 2 0,1 0 0,1-1 0,-1 0 0,2 0 0,-3 0 0,1 1 0,0 0 0,-1 0 0,1-1 0,0 2 0,1-4 0,1 4 0,-2-3 0,0 2 0,0-2 0,2 3 0,-1-4 0,1 2 0,-3 0 0,1 1 0,1-1 0,1 0 0,0 0 0,-1-1 0,-1 2 0,-1-2 0,1 2 0,0 0 0,-1-1 0,1 2 0,-1-4 0,1 4 0,0-3 0,-1 2 0,1 0 0,0-1 0,-1 2 0,1-4 0,0 4 0,-1-3 0,1 2 0,0-2 0,-1 3 0,1-4 0,0 4 0,-1-3 0,1 2 0,0-2 0,-1 3 0,1-4 0,-1 2 0,1 0 0,0-1 0,-1 3 0,1-5 0,0 4 0,-2-4 0,3 3 0,-3-2 0,3 2 0,-3-1 0,2 1 0,-2-2 0,1 2 0,-1-3 0,2 4 0,-4 9 0,0-5 0,0 10 0,-4-12 0,4 2 0,-3 0 0,2 2 0,-2-2 0,2 2 0,-2-3 0,3 4 0,-3-3 0,0-1 0,0 3 0,-1-2 0,2 2 0,-1-1 0,1-1 0,0 1 0,-3 0 0,4-1 0,-4 1 0,5 0 0,-4-1 0,2 1 0,0 0 0,-3 1 0,3-1 0,-3 1 0,1-1 0,2-1 0,-1-1 0,1 2 0,-1-1 0,0 0 0,1 2 0,-2-2 0,1 1 0,1 2 0,-2-4 0,2 1 0,-1 1 0,-1 0 0,0 1 0,1-1 0,1-1 0,-2 1 0,4-1 0,-5 1 0,4 0 0,-4-1 0,5 1 0,-3-2 0,-1 3 0,1-3 0,-1 2 0,1 1 0,1-3 0,-1 4 0,3-3 0,-4 1 0,4 0 0,-2-1 0,1 1 0,0 0 0,0-1 0,1 2 0,0 0 0,0 0 0,6-6 0,-3 0 0,6-3 0,-7 1 0,1 2 0,1-2 0,0 3 0,0-4 0,-1 2 0,-1 0 0,2-1 0,-1 1 0,1 0 0,0 0 0,-1 1 0,1-1 0,-1-2 0,1 2 0,0-1 0,-1 2 0,1-2 0,0 1 0,-1-2 0,1 0 0,0 2 0,-1 1 0,1-1 0,0 0 0,-1 0 0,1-1 0,0 2 0,-1-2 0,1 3 0,0-4 0,-1 2 0,1-1 0,-1 1 0,1-2 0,0 2 0,-1 0 0,1 1 0,0-1 0,-1 0 0,1-2 0,0 1 0,-1 1 0,1 0 0,0 0 0,-1 0 0,3-2 0,-2 1 0,1 1 0,-1-2 0,-1 2 0,1 0 0,-1-1 0,1 1 0,0-2 0,-1 2 0,1-1 0,0 3 0,-1-4 0,1 2 0,0-1 0,-1 1 0,1-2 0,0 2 0,-1 0 0,1-1 0,0 1 0,-1-2 0,1 2 0,-2-1 0,3 1 0,-3 0 0,2-1 0,1 0 0,-3 1 0,2-1 0,-1 1 0,-1-2 0,2 2 0,-1-1 0,-1 1 0,3-2 0,-2 2 0,2-1 0,-3 1 0,1 0 0,1-1 0,-2 1 0,3 0 0,-3-2 0,2 2 0,0 0 0,-1-1 0,-1 1 0,1-2 0,-4 13 0,2-6 0,-2 11 0,-1-12 0,2 1 0,-4 1 0,2 0 0,-1 1 0,1-1 0,0-1 0,0 1 0,0 0 0,-1-1 0,1 1 0,0 0 0,-1-1 0,0 1 0,-2-1 0,1 1 0,2 0 0,-1-1 0,1 1 0,-2 0 0,0-1 0,1 1 0,1 0 0,-2-2 0,2 1 0,-1-1 0,1 2 0,-2-1 0,2 1 0,-1 0 0,-1-1 0,0 1 0,1 0 0,-1-1 0,0 1 0,2-1 0,-3 3 0,3-2 0,-3 1 0,1-1 0,2-1 0,-1 1 0,-1 0 0,1-1 0,-2 1 0,3 0 0,-1-1 0,-1 1 0,2 0 0,-1-1 0,1 1 0,-2 0 0,-5 6 0,5-5 0,-3 5 0,2-6 0,4-1 0,-4-1 0,3 5 0,-2-6 0,2 6 0,-1-5 0,1 1 0,-5 9 0,2-6 0,0 7 0,2-10 0,2 1 0,-2-2 0,3 2 0,-4 1 0,2 3 0,0-2 0,1 1 0,-1-4 0,2 1 0,-2 0 0,5-1 0,3-6 0,-2 2 0,3-6 0,-5 3 0,2 2 0,-1-2 0,1 1 0,-2-2 0,1 3 0,-1-3 0,2 2 0,-1-2 0,1 1 0,0 1 0,-1-1 0,-1 0 0,2 1 0,-2 1 0,1-2 0,1 2 0,-2-1 0,1-1 0,-1 0 0,2 2 0,0-3 0,-1 4 0,-1-4 0,3 3 0,-4-1 0,4 1 0,-3-2 0,3 1 0,-2-1 0,3 0 0,-5 1 0,4 1 0,-3-2 0,1 0 0,1 2 0,0-1 0,-1 1 0,-1-2 0,3 0 0,-2 1 0,2 1 0,-3-2 0,1 2 0,1-1 0,0-1 0,1 0 0,-1 1 0,-1 1 0,1-2 0,-2 2 0,1-1 0,1-1 0,0 0 0,1 1 0,-1 1 0,0-2 0,-1 2 0,1 0 0,0-1 0,-2 1 0,1-2 0,-1 0 0,2 1 0,-1-1 0,1 2 0,0-1 0,-1 1 0,1-2 0,0 0 0,-1 1 0,1-1 0,-1 0 0,3-1 0,-2 1 0,1 0 0,-1 1 0,-2 1 0,3-2 0,-5 0 0,5 1 0,-3 1 0,2-2 0,0 2 0,-1-1 0,-1-1 0,2 0 0,-2 2 0,1-1 0,2-1 0,0 2 0,-2-3 0,0 3 0,-1 0 0,2-1 0,0 1 0,-1-2 0,1 0 0,0 2 0,-1-1 0,1 1 0,0-2 0,-1 0 0,1 2 0,0-1 0,-2 1 0,3-2 0,-3 2 0,3-1 0,-1 1 0,0-2 0,-1 1 0,1-1 0,-1 2 0,1-1 0,0 2 0,-1-2 0,1 1 0,-2-2 0,-5 14 0,2-8 0,-4 12 0,3-12 0,2 1 0,-4 1 0,2 0 0,0 1 0,-1-1 0,3-1 0,-4 1 0,4 0 0,-3-1 0,2 1 0,-2 0 0,1-1 0,0 1 0,-1 0 0,-3 4 0,2-3 0,-2 3 0,3-4 0,1 0 0,0-1 0,-3 1 0,3 0 0,-2-1 0,1 1 0,1 0 0,0-1 0,-7 7 0,6-4 0,-5 4 0,5-7 0,0 1 0,1 0 0,-2 1 0,1-1 0,-1 1 0,0-1 0,1 0 0,-1-1 0,0 1 0,1 1 0,-1 1 0,-1 0 0,1-1 0,-2-1 0,3-1 0,-1 1 0,0 1 0,1-1 0,-3 1 0,2-1 0,-1 0 0,1 1 0,-1-1 0,1 1 0,-3 2 0,3-2 0,-2 2 0,1-4 0,1 3 0,-1-2 0,1 1 0,0-2 0,-1 1 0,3 1 0,-5-2 0,5 2 0,-4-2 0,3 1 0,-1 0 0,-1 1 0,0-1 0,-1 2 0,1-1 0,2-1 0,0-1 0,0 1 0,0 0 0,-1-1 0,0-1 0,1 3 0,1-2 0,-2 0 0,2 2 0,-1-3 0,1 4 0,-2-4 0,2 3 0,0-3 0,1 3 0,10-11 0,-5 4 0,8-8 0,-8 8 0,-2-1 0,1 1 0,-1-2 0,2 0 0,-1 2 0,-1-1 0,3 1 0,-1-4 0,2 2 0,-1 1 0,-1-1 0,-2 2 0,1-1 0,1-1 0,0 0 0,1 1 0,-3-1 0,1 0 0,-1 2 0,2-1 0,0 1 0,-1 0 0,1-3 0,0 2 0,-1 0 0,1-1 0,0 2 0,-2-1 0,1-1 0,-1 2 0,2-1 0,-1 1 0,1-2 0,0 0 0,-1 2 0,3-4 0,-2 4 0,1-4 0,-1 4 0,-2-2 0,1 1 0,-1-1 0,1 0 0,1 2 0,0-1 0,-1 1 0,1-2 0,0 2 0,-1-3 0,3 3 0,-2-4 0,1 3 0,-1-1 0,-1 0 0,1 2 0,0-1 0,-1 1 0,1-2 0,0 1 0,-1 1 0,1-2 0,-1 2 0,1-1 0,1-1 0,-1 2 0,3-3 0,-3 2 0,2-2 0,-3 3 0,1-1 0,0 1 0,-1-2 0,1 0 0,0 1 0,-1 1 0,1-2 0,0 2 0,-1-1 0,1-1 0,-1 2 0,1-1 0,3-3 0,-3 3 0,3-3 0,-3 4 0,0 0 0,-1-2 0,1 2 0,0-1 0,-1-1 0,1 2 0,0-1 0,-2 1 0,2-2 0,-1 2 0,7-5 0,-7 5 0,5-5 0,-6 5 0,2-2 0,0 2 0,-1 0 0,1-1 0,-2 1 0,3-2 0,-3 0 0,4 1 0,1-3 0,-5 2 0,5 1 0,-7-1 0,4 4 0,-1-3 0,0 1 0,1 0 0,-2-2 0,1 2 0,1-1 0,-1-1 0,2 2 0,-3-1 0,3 1 0,-4-2 0,4 2 0,-3-1 0,-2 12 0,0-8 0,-2 10 0,0-9 0,0 0 0,0 3 0,0-3 0,-1 4 0,3-3 0,-4 1 0,4 0 0,-2-1 0,1 1 0,-1 0 0,0-1 0,-3 4 0,2-2 0,-2 1 0,1-2 0,2 0 0,-1-1 0,2 1 0,-2 0 0,1-1 0,-2 1 0,2 0 0,-6 6 0,5-5 0,-4 5 0,4-6 0,1 1 0,-2-1 0,0 1 0,1-1 0,-1 0 0,2-1 0,-1 1 0,0 0 0,0 1 0,-4 6 0,2-5 0,-2 5 0,4-6 0,-1-1 0,0 1 0,1-1 0,-1 1 0,0-1 0,1 1 0,-1 1 0,0-2 0,1 1 0,-1-1 0,-3 6 0,1-5 0,0 7 0,1-8 0,3 1 0,-3-1 0,1 1 0,0-1 0,1 1 0,1-1 0,-2 0 0,0-1 0,1 3 0,-6 4 0,4-3 0,-4 3 0,7-6 0,-1 0 0,1-1 0,-2 1 0,1 0 0,-1-1 0,2 1 0,-1-1 0,1 1 0,0 0 0,-5 3 0,6-3 0,-6 1 0,7-1 0,-3-2 0,2 3 0,-2-3 0,3 3 0,-2 1 0,10-13 0,-4 7 0,4-12 0,-5 10 0,-1-1 0,2 1 0,-2-2 0,1 1 0,-1-1 0,2 0 0,-2 1 0,6-8 0,-5 8 0,4-7 0,-3 8 0,-2-2 0,1 0 0,1 1 0,0-1 0,-1-1 0,7-6 0,-4 6 0,4-7 0,-7 12 0,1-5 0,0 3 0,-1-2 0,1 0 0,0 1 0,-1-1 0,1 0 0,0 0 0,9-6 0,-9 5 0,9-5 0,-9 6 0,0 0 0,1 1 0,-1 1 0,0-2 0,1 2 0,-1-1 0,0-1 0,1 0 0,0-1 0,3-1 0,-1 2 0,-1-1 0,-1 3 0,-1-2 0,1 1 0,-1-1 0,1 0 0,-1 1 0,1-1 0,-1 0 0,1 1 0,-1 1 0,2-2 0,-1 1 0,-1 0 0,3-2 0,-3 3 0,1-1 0,0-1 0,0 0 0,0 1 0,0-1 0,-1 0 0,1 0 0,-1 2 0,1-2 0,-1 3 0,2-4 0,-3 3 0,4-4 0,-1 1 0,2 1 0,-3-1 0,-2 3 0,1-2 0,0 2 0,-1-1 0,1 1 0,0-2 0,-1 0 0,1 2 0,0-1 0,-1 1 0,1-2 0,0 0 0,-2 1 0,1 1 0,-1-2 0,2 2 0,-1 0 0,1-1 0,-2 1 0,1-2 0,-1 1 0,2 1 0,0-2 0,-2 2 0,1-1 0,-1-1 0,1 0 0,1 1 0,0-1 0,-1 0 0,1 1 0,-2-1 0,1 0 0,-1 0 0,2 1 0,-2-1 0,1 2 0,-1-1 0,2 1 0,-2-2 0,-5 13 0,0-6 0,-2 11 0,1-11 0,4 1 0,-3 0 0,-1-1 0,1 1 0,-2-1 0,3 1 0,0 0 0,-3-1 0,5 1 0,-5 0 0,3-1 0,-2 1 0,0 0 0,1-1 0,1 1 0,-2 0 0,2-1 0,-3 3 0,1-2 0,-1 1 0,1-3 0,0 3 0,0-3 0,1 3 0,-1-1 0,0 0 0,1-1 0,-3 1 0,2 0 0,-1 1 0,1-1 0,1 1 0,-1-1 0,-1 3 0,-1-3 0,0 3 0,1-3 0,1 1 0,1-1 0,-3 1 0,2-1 0,-1 0 0,1-1 0,-1 3 0,1-2 0,-2 1 0,3 0 0,-3-1 0,2 3 0,-1-3 0,0 2 0,1-1 0,-2-1 0,3 1 0,-3-1 0,2 1 0,-1-1 0,1 1 0,-1 1 0,1-2 0,-1 1 0,-1 0 0,2-1 0,-1 2 0,1-3 0,-3 4 0,3-1 0,-5 2 0,5-3 0,-1 0 0,-1-1 0,2 1 0,-1 1 0,0-2 0,1 1 0,-2-1 0,3 1 0,-3-1 0,2 1 0,-1-1 0,1 1 0,-1 1 0,1 0 0,-2-1 0,3-1 0,-1-1 0,0 2 0,2-1 0,-1 0 0,1-1 0,0 1 0,-1-2 0,1 5 0,0-5 0,-2 4 0,2-3 0,0 1 0,1 0 0,-1-1 0,2 1 0,-2 0 0,2 1 0,3-3 0,0 2 0,2-4 0,-1-2 0,-1 1 0,1-2 0,-1 3 0,1-3 0,0 0 0,-1 1 0,1 1 0,0-2 0,-1 2 0,1-4 0,0 4 0,-1-2 0,1 1 0,0-2 0,-1 1 0,1-1 0,0 0 0,-1 2 0,1-1 0,0 1 0,-1-2 0,1 2 0,0-1 0,1-1 0,-1 0 0,3-1 0,-3 1 0,1 0 0,-1 1 0,-1-1 0,1 0 0,0 2 0,-1-1 0,1 1 0,0-2 0,-1 1 0,1-1 0,0 0 0,-1 1 0,1 1 0,1-2 0,-2 2 0,3-1 0,-4-1 0,4 0 0,-3 0 0,1 1 0,0-1 0,-1 2 0,1-1 0,0 1 0,1-2 0,-1 0 0,1 1 0,-1 1 0,0-3 0,-1 4 0,1-4 0,0 3 0,1-2 0,-1 1 0,1-1 0,-1 0 0,-1 1 0,1-1 0,0 0 0,-1 0 0,1 2 0,1-2 0,-2 1 0,3-2 0,-2 1 0,2-1 0,-1 2 0,-1-2 0,0 3 0,1-1 0,-1-1 0,1 0 0,-1 1 0,-1-1 0,1 0 0,0 1 0,1-1 0,-1 0 0,1 1 0,-1-1 0,1-1 0,-1 2 0,2-2 0,-3 3 0,3-2 0,-2 1 0,1-1 0,-2 0 0,1 1 0,0-1 0,-1 0 0,1 2 0,0-1 0,-1 1 0,3-2 0,-4 1 0,5-1 0,-5 0 0,5 0 0,-1 1 0,-2-1 0,1 2 0,-3-1 0,1 1 0,1-2 0,0 2 0,-2-1 0,2 1 0,2-4 0,-1 2 0,1-1 0,-4 1 0,2 1 0,-1-3 0,-1 2 0,2 0 0,-7 14 0,2-5 0,-3 8 0,1-9 0,3-1 0,-4 1 0,4 0 0,-3-1 0,-1 1 0,1 0 0,0-1 0,2 1 0,-2 0 0,0-2 0,-1 1 0,2-1 0,-1 1 0,-4 8 0,2-6 0,-4 5 0,7-6 0,-1-2 0,1 3 0,-2-3 0,1 3 0,-1-3 0,0 3 0,1-2 0,-1 0 0,-8 10 0,5-8 0,-4 8 0,4-9 0,7 1 0,-7-1 0,5 1 0,-4-1 0,3 0 0,-1-1 0,-1 3 0,-11 11 0,8-9 0,-7 9 0,11-14 0,-1 1 0,2 1 0,-2-1 0,2 2 0,-1-3 0,-2 3 0,3-2 0,-3 4 0,2-3 0,-3 2 0,3-4 0,-1 1 0,1-1 0,1 3 0,-6 3 0,4-1 0,-4 1 0,6-4 0,-1-1 0,0-1 0,1 3 0,-1-2 0,0 3 0,1-5 0,1 4 0,-2-5 0,2 4 0,-1-1 0,1 0 0,-2 1 0,4-1 0,-3-1 0,2 1 0,-2 0 0,3-1 0,-4 1 0,4 0 0,-2-1 0,10-6 0,-2 2 0,4-6 0,-5 3 0,-1 1 0,0-1 0,-1 0 0,1 2 0,0-1 0,-2 1 0,3-2 0,-3 1 0,2-1 0,-1 0 0,-1 1 0,2-1 0,-1 0 0,1 1 0,-1-1 0,1 0 0,1-1 0,-1 1 0,2-2 0,-3 3 0,3-3 0,-2 2 0,1-1 0,-1 1 0,-1 1 0,1-1 0,1-1 0,-2 1 0,3-2 0,-3 3 0,2-3 0,0 2 0,-1-1 0,1 1 0,-1 1 0,1-3 0,-1 2 0,2-1 0,-1 1 0,-1 0 0,1 1 0,1-1 0,-2-1 0,3 1 0,-3-2 0,1 3 0,0-3 0,-1 2 0,1-1 0,1 1 0,-2 1 0,1-1 0,0 0 0,-1 1 0,2-1 0,-1 0 0,-1 1 0,1-1 0,1 0 0,-2 0 0,1-1 0,0 3 0,-1-3 0,1 3 0,-1-2 0,1-1 0,1 1 0,0-2 0,-1 3 0,-1-1 0,-1 0 0,1 1 0,1-1 0,-1 2 0,0-1 0,1 1 0,-3-2 0,4 0 0,-3 0 0,1 2 0,-1-1 0,1 1 0,0-2 0,-1 2 0,1-1 0,0 1 0,-1-2 0,1 1 0,0-1 0,-1 2 0,1-1 0,0 1 0,-1 0 0,1-2 0,0 2 0,-1-1 0,1 0 0,0 0 0,-1 1 0,1 0 0,-1-3 0,1 4 0,-2-4 0,1 3 0,-1 0 0,2-1 0,0 1 0,-1-2 0,1 2 0,-2-1 0,3 1 0,-3-2 0,4 2 0,-3-1 0,1 1 0,0 0 0,-1-1 0,-1 1 0,3-2 0,-2 0 0,0 1 0,-6 13 0,0-8 0,-2 13 0,1-13 0,4 1 0,-3 1 0,2 0 0,-2-1 0,3 1 0,-4 0 0,2-1 0,-1 1 0,1 0 0,-2-2 0,2 2 0,-1-1 0,1 2 0,0-1 0,-1-1 0,2 1 0,-4 0 0,5-1 0,-4 1 0,2 0 0,0-1 0,-1 1 0,2 0 0,-2-1 0,1 1 0,-2 0 0,1-1 0,1 1 0,-3 1 0,4-1 0,-4 1 0,3-1 0,0 0 0,-3-1 0,4 1 0,-4 0 0,3-1 0,-1 1 0,1 0 0,-2-1 0,2 1 0,-1 1 0,-1-1 0,0 2 0,1-3 0,-1 1 0,0 0 0,0-1 0,1 1 0,-1 1 0,0-1 0,1 1 0,-1-1 0,0 0 0,1-1 0,-1 3 0,0-2 0,1 1 0,-1-1 0,-3 3 0,2-3 0,-1 3 0,2-3 0,0 1 0,0-1 0,1 0 0,-3 0 0,2-1 0,-1 2 0,1-1 0,-1 1 0,1-1 0,-1 1 0,1-1 0,0 0 0,-1 1 0,1-1 0,-3 1 0,4-1 0,-3 0 0,4-1 0,-2 1 0,1 0 0,-1-1 0,0 1 0,0-1 0,1 1 0,1 0 0,-2-2 0,0 1 0,1-1 0,-1 2 0,0-2 0,2 1 0,-1-1 0,1 2 0,-2-2 0,1 1 0,-1-1 0,2 2 0,-1-1 0,1-1 0,-2 2 0,0-2 0,2 1 0,10-9 0,-5 4 0,8-7 0,-9 6 0,2 1 0,-1-2 0,1 2 0,0-1 0,-2 1 0,1-2 0,1 1 0,0-1 0,1 2 0,-1-1 0,-1 1 0,1-2 0,0 2 0,-1-3 0,11-4 0,-8 4 0,7-5 0,-9 8 0,1-2 0,-1 0 0,1 1 0,1-1 0,-2 0 0,1 1 0,0-1 0,-1 2 0,13-9 0,-11 6 0,11-5 0,-13 5 0,3 3 0,-3-3 0,3 1 0,-3 2 0,1-3 0,-1 4 0,1-4 0,1 2 0,0 0 0,0-2 0,-2 3 0,2-2 0,-3 1 0,3-1 0,-1 0 0,1 1 0,-1-1 0,-1 0 0,0 1 0,-1 1 0,1-2 0,0 2 0,1-3 0,-1 1 0,1 0 0,-1 1 0,-1 1 0,1 0 0,0-2 0,-1 2 0,1-1 0,0 1 0,-1-2 0,1 2 0,0 0 0,1-3 0,-1 3 0,1-2 0,-1 1 0,0 1 0,-1-2 0,1 1 0,-1 1 0,1-2 0,0 2 0,-1 0 0,1-1 0,0 1 0,-1-2 0,1 2 0,0-1 0,-1 2 0,1-3 0,1 3 0,-2-4 0,2 4 0,-3-2 0,1 1 0,1 0 0,0-1 0,-1 2 0,1-2 0,0 1 0,-1 0 0,1-1 0,-1 2 0,1-2 0,0 3 0,-1-4 0,1 2 0,0-1 0,-1 1 0,-1-2 0,3 2 0,-2 0 0,2-1 0,-1 2 0,-2-2 0,3 1 0,-3 0 0,2-1 0,0 1 0,-1-2 0,-4 13 0,-1-7 0,-3 11 0,3-11 0,1 0 0,-1 2 0,0-1 0,-2 1 0,2-1 0,0-1 0,-1 1 0,1 3 0,0-2 0,-1 1 0,1-1 0,-2 1 0,0-1 0,1 1 0,1-1 0,-2-2 0,2 3 0,-1-3 0,-1 4 0,0-3 0,0 1 0,2 0 0,-1-1 0,1 1 0,-2 0 0,1-1 0,-1 1 0,0-2 0,1 1 0,-3 1 0,4 0 0,-3 1 0,3-1 0,-2-1 0,-1 1 0,2 0 0,-1-1 0,2 3 0,-4-2 0,4 1 0,-5-1 0,5-1 0,-4 1 0,4 0 0,-2-1 0,1 1 0,-2-1 0,1 1 0,0 0 0,1-1 0,-1 3 0,0-2 0,1 1 0,-1-3 0,0 1 0,1-1 0,-1 4 0,0-4 0,1 3 0,-1-1 0,0 0 0,0 3 0,-1-5 0,3 3 0,-3-3 0,3 1 0,-2 1 0,0 0 0,2-1 0,-1 1 0,3 0 0,-4-1 0,1 1 0,-1 0 0,0-1 0,1 1 0,1 1 0,-2-2 0,2 3 0,-1-5 0,1 4 0,-2-1 0,0 0 0,2 1 0,0-2 0,1 1 0,-1 0 0,0-1 0,-2 1 0,2-2 0,-1 3 0,1-3 0,-2 2 0,4 1 0,-3-4 0,1 4 0,0-2 0,-2 1 0,4 2 0,-2-3 0,2 1 0,8-10 0,-4 4 0,6-9 0,-6 8 0,0-1 0,-1 0 0,-1 1 0,1-1 0,-1 2 0,2-1 0,0-1 0,-1 0 0,1-1 0,0 1 0,1 0 0,-1 1 0,1-3 0,-1 2 0,1-1 0,-2 1 0,3 0 0,-3 1 0,2-1 0,-1 0 0,-2 1 0,2-1 0,-1 0 0,2 1 0,-1-1 0,-1-1 0,3 2 0,4-8 0,-1 5 0,1-4 0,-4 4 0,-3 3 0,3-1 0,-2 0 0,1 1 0,-2-1 0,1-1 0,1 2 0,-1-2 0,15-8 0,-11 6 0,9-8 0,-11 12 0,-3-1 0,2-1 0,0 2 0,0-2 0,0 3 0,-1-2 0,1-1 0,2-1 0,-2 1 0,2-1 0,-2 3 0,-1-1 0,3 0 0,-3 1 0,1-1 0,0 0 0,0 1 0,0-1 0,0 0 0,-1 1 0,1-1 0,1 0 0,-2 0 0,4-1 0,-3 1 0,3-1 0,-4 1 0,2 0 0,-3 2 0,2-1 0,0 1 0,0-2 0,-3 1 0,3-1 0,-1 0 0,1 2 0,1-1 0,-3 1 0,1-2 0,0 2 0,1-1 0,-1 1 0,1 0 0,-3-1 0,3 0 0,-2 0 0,2 1 0,-1-2 0,-1 2 0,1 0 0,-1-1 0,3 3 0,-4-4 0,3 2 0,-3 0 0,7-3 0,-5 3 0,5-2 0,-7 1 0,1 3 0,1-4 0,0 4 0,0-3 0,0 1 0,-1 0 0,1-2 0,0 4 0,-3-3 0,6 0 0,-5 1 0,2 6 0,-3 0 0,-2 2 0,0-1 0,0-3 0,-1 1 0,2 3 0,-4-4 0,4 3 0,-3-3 0,2 2 0,-2-1 0,3 1 0,-4 0 0,2-1 0,-1 1 0,-1 0 0,0-1 0,2 1 0,-1-2 0,1 1 0,-2-1 0,2 2 0,-3-1 0,4 1 0,-3 0 0,1-1 0,0 1 0,-1-2 0,2 1 0,-1-1 0,1 2 0,-2 0 0,0-1 0,1-1 0,-1 2 0,2-2 0,-1 1 0,1 1 0,-2 0 0,0-1 0,1 1 0,-1-1 0,-1 3 0,0-2 0,0 1 0,3-1 0,-1-1 0,1 1 0,-2 0 0,0-1 0,1 1 0,-1 0 0,0-1 0,2 1 0,-1 0 0,1-1 0,-2 1 0,2 0 0,-4 1 0,4-1 0,-4 0 0,4 0 0,-2-3 0,2 4 0,-1-3 0,1 2 0,0-1 0,-1 1 0,0 0 0,0-1 0,-1 1 0,0 0 0,1-1 0,1 1 0,-2 0 0,4-1 0,-3 1 0,1 0 0,-2-1 0,2 1 0,-1-2 0,1 3 0,0-3 0,-2 3 0,2-1 0,0 0 0,-1-1 0,1 1 0,-2 0 0,0-1 0,2 1 0,1 0 0,-1-1 0,8-12 0,-6 6 0,8-11 0,-6 11 0,2-1 0,-2 0 0,1 2 0,-1-3 0,0 3 0,2-2 0,1-4 0,-1 5 0,2-6 0,-3 7 0,-1-1 0,2-1 0,-1 2 0,1-3 0,-1 3 0,1-2 0,-2 0 0,1 2 0,6-7 0,-4 5 0,5-6 0,-6 8 0,0-3 0,1 4 0,-3-4 0,5 3 0,-5-2 0,4 1 0,-3-1 0,1 0 0,-1 1 0,4-3 0,-2 2 0,2-1 0,-4 1 0,1 0 0,1 1 0,-1-1 0,2 0 0,-3 1 0,3-1 0,-2 0 0,1 1 0,-1-1 0,1 0 0,-1 1 0,1-1 0,-1 0 0,1 2 0,-1-3 0,1 4 0,-1-3 0,0 2 0,-1-2 0,3 0 0,-2 2 0,1-1 0,-1 1 0,-1-2 0,3 0 0,-2 2 0,1-1 0,-1 1 0,1-2 0,-1 1 0,1 1 0,-1-2 0,-1 2 0,1 0 0,0-1 0,-1 1 0,1 0 0,1-1 0,-1 1 0,2-1 0,-3 0 0,3 3 0,-4-3 0,4 0 0,-3 1 0,2 1 0,-1-1 0,-1 2 0,1-4 0,0 2 0,-1 0 0,1 1 0,0-1 0,-1 2 0,1-4 0,0 4 0,-1-2 0,1 1 0,0 0 0,-1-2 0,1 3 0,0-2 0,-1 0 0,1 2 0,0-3 0,-1 2 0,1 0 0,-1-1 0,1 2 0,0-2 0,-1 0 0,1 2 0,0-2 0,-1 1 0,1 0 0,0 0 0,1 4 0,-3-1 0,2 4 0,-4-3 0,0 1 0,0 1 0,0-1 0,0 1 0,-2-1 0,2 0 0,-4-1 0,2 1 0,-1-2 0,-1 3 0,0-3 0,1 4 0,-1-4 0,0 1 0,0-1 0,1 0 0,-1 3 0,0-4 0,1 2 0,-1-2 0,0 2 0,1 0 0,-1-1 0,0 1 0,1-1 0,-1 1 0,0 0 0,1-3 0,-1 3 0,0-1 0,0 0 0,1 2 0,-1-2 0,0 1 0,1 1 0,-1-2 0,2 1 0,-3-1 0,3 2 0,-4 0 0,3-1 0,-1-1 0,2 2 0,-1-2 0,1 1 0,-2 1 0,0-2 0,2 1 0,-1-1 0,1 2 0,-2-1 0,2 1 0,-1-2 0,1 1 0,-2-1 0,2 2 0,-1 0 0,9-14 0,-5 7 0,6-10 0,-3 11 0,-4-1 0,3-1 0,-1 1 0,2 0 0,0 0 0,-1 0 0,1 0 0,-2-1 0,1 2 0,1-1 0,0 1 0,1 0 0,-1 0 0,-1 2 0,1-2 0,0 1 0,-1 0 0,1 0 0,1 1 0,-1 0 0,0-2 0,3 2 0,-6-2 0,4 2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31:28.106"/>
    </inkml:context>
    <inkml:brush xml:id="br0">
      <inkml:brushProperty name="width" value="0.2" units="cm"/>
      <inkml:brushProperty name="height" value="1.2" units="cm"/>
      <inkml:brushProperty name="color" value="#008C3A"/>
      <inkml:brushProperty name="inkEffects" value="pencil"/>
    </inkml:brush>
  </inkml:definitions>
  <inkml:trace contextRef="#ctx0" brushRef="#br0">834 0 16383,'-2'10'0,"0"-1"0,2-6 0,0 1 0,0 1 0,0-1 0,-2 6 0,2-5 0,-2 4 0,1-6 0,0 1 0,0 0 0,1 1 0,0-1 0,0 1 0,-2-1 0,2 0 0,-2 1 0,0-1 0,2 3 0,-2-3 0,2 1 0,0-1 0,-1 1 0,0-1 0,0 1 0,1-1 0,-2 1 0,2-1 0,-2 2 0,2-3 0,-2 3 0,2-2 0,-2 3 0,2-3 0,-1 3 0,0-3 0,-1 2 0,1-1 0,0 1 0,0-2 0,-1 3 0,2-3 0,-2 3 0,0-3 0,2 3 0,-2-1 0,2 0 0,-1 1 0,0-2 0,-2 1 0,3 1 0,-2-3 0,0 3 0,2-2 0,-3 1 0,2 1 0,-2-1 0,3 1 0,-2-1 0,0 1 0,2-2 0,-3 3 0,1-3 0,0 2 0,0-1 0,0 3 0,0-2 0,-1 2 0,1-1 0,-2-1 0,4-1 0,-3 0 0,1 0 0,-1 1 0,0-1 0,3 1 0,-3-1 0,0-1 0,1 2 0,-1-1 0,3 1 0,-4 1 0,4-3 0,-3 2 0,1-1 0,0 1 0,-2-1 0,4 1 0,-3-2 0,2 3 0,-2-3 0,1 2 0,0-1 0,0 0 0,1 1 0,0-2 0,-2 1 0,3 1 0,-4-2 0,4 1 0,-3 1 0,2-1 0,-2-1 0,3 2 0,-4-3 0,4 3 0,-2-3 0,2 3 0,-1-3 0,0 3 0,-2-3 0,2 3 0,0-1 0,-1-1 0,2 4 0,-4-3 0,4 1 0,-2 0 0,1-3 0,0 2 0,0-1 0,-1 1 0,2-1 0,-2 0 0,2-1 0,-2 1 0,2 1 0,-2 0 0,1 1 0,0-3 0,0 1 0,-1-1 0,2 1 0,-2-1 0,0 1 0,2 0 0,-3 0 0,2 1 0,0-2 0,1 2 0,-2-1 0,2-1 0,-2 1 0,0-1 0,2 1 0,-2-1 0,2 2 0,-1-3 0,0 3 0,-2-2 0,3 1 0,-2-1 0,2-1 0,-2 2 0,2 0 0,-2 0 0,1-2 0,0 1 0,0 0 0,-1-1 0,1 3 0,0-2 0,-1 1 0,0 0 0,0 1 0,0 0 0,2-1 0,-1-1 0,0-1 0,0 1 0,-1-1 0,2 1 0,-4 0 0,4-1 0,-2 1 0,1 0 0,0 1 0,-2-3 0,3 3 0,-2 1 0,0-2 0,2 3 0,-3-3 0,2-1 0,0 1 0,-1 0 0,2-1 0,-2 1 0,0 0 0,0 1 0,0-1 0,1 1 0,1-1 0,-2-1 0,2 1 0,-4 0 0,4-1 0,-2 1 0,1 0 0,0 1 0,0-1 0,-1 1 0,2-1 0,-2 0 0,0-1 0,2 1 0,-2 0 0,1 1 0,0-1 0,-1 1 0,2-1 0,-1 3 0,0-3 0,-2 3 0,3-3 0,-2 1 0,0-1 0,2 1 0,-2 1 0,1-2 0,0 1 0,0-1 0,-1-1 0,2 1 0,-2-1 0,0 3 0,2-2 0,-3 3 0,2-2 0,0 1 0,1-1 0,-2-1 0,2 1 0,-4-1 0,4 2 0,-2-3 0,1 1 0,0 0 0,0-1 0,-1 2 0,2 0 0,-4 0 0,4-2 0,-3 4 0,2-2 0,0 2 0,-1-2 0,2-1 0,-4 1 0,4 1 0,-2-2 0,1 1 0,0-1 0,-2-1 0,2 1 0,0-1 0,1 3 0,-3-2 0,2 3 0,-3-3 0,4 1 0,-1-1 0,0-1 0,-2 1 0,3 0 0,-2-1 0,0 1 0,2 0 0,-2-1 0,1 1 0,0 0 0,0-1 0,-1 1 0,2 0 0,-2-1 0,0 1 0,2 1 0,-3-2 0,2 3 0,0-4 0,-1 4 0,2-3 0,-4 1 0,4 0 0,-3-1 0,2 1 0,-2 1 0,3-1 0,-2 2 0,0-3 0,2 1 0,-3 0 0,2-1 0,0 2 0,-1-1 0,2 2 0,-4-3 0,4 1 0,-3 1 0,2-1 0,-2 2 0,2-3 0,0 1 0,-1 1 0,2-1 0,-2 3 0,0-1 0,0 1 0,0-1 0,1-1 0,-1 0 0,2-1 0,-4 3 0,4-3 0,-3 3 0,2-3 0,0 2 0,1-3 0,-2 3 0,2-2 0,-4 3 0,4-3 0,-2 2 0,1 0 0,0 0 0,0 1 0,-1-3 0,2 3 0,-2-3 0,0 3 0,2-3 0,-3 3 0,2-3 0,0 3 0,-1-3 0,2 2 0,-2 0 0,0 0 0,2-1 0,-2 0 0,1 1 0,0 0 0,-2-1 0,2 0 0,0-1 0,-1 3 0,2-3 0,-2 3 0,1-3 0,0 2 0,-1-1 0,2 0 0,-1 1 0,0-1 0,-2 1 0,3 1 0,-4-1 0,4 1 0,-3-2 0,2-1 0,0 2 0,-1-1 0,2-1 0,-2 1 0,2-1 0,-2 1 0,2-1 0,-3 3 0,2-3 0,0 1 0,-1-1 0,0 3 0,0-3 0,0 5 0,2-5 0,-1 1 0,0 0 0,0 0 0,1 0 0,-2 0 0,2-1 0,-4 1 0,4-1 0,-2 1 0,1-1 0,0 2 0,0-1 0,-1 1 0,2-1 0,-2 2 0,0-3 0,2 2 0,-2-3 0,1 2 0,0 0 0,0 0 0,-1-2 0,1 3 0,0-2 0,-1 1 0,2 0 0,-4-1 0,4 3 0,-3-1 0,2 0 0,0-1 0,-1 0 0,2-1 0,-4 1 0,4 1 0,-2-2 0,1 3 0,0-3 0,0 1 0,-1 0 0,2-1 0,-2 2 0,0-3 0,2 4 0,-3-2 0,2 3 0,-2-4 0,3 2 0,-2-1 0,0-1 0,2 3 0,-2-3 0,1 1 0,0 0 0,-2-1 0,3 2 0,-2-1 0,0-1 0,2 3 0,-2-3 0,1 3 0,0-3 0,-2 1 0,2 0 0,0-1 0,-1 3 0,2-3 0,-2 2 0,1-1 0,0-1 0,-1 1 0,1 1 0,0-2 0,-2 1 0,3 0 0,-4 2 0,4 0 0,-3-1 0,2 0 0,0-2 0,-1 1 0,2-1 0,-2 1 0,0-1 0,2 1 0,-2 1 0,1-2 0,0 3 0,0-3 0,-1 1 0,2-1 0,-2 1 0,0-1 0,2 1 0,-2 0 0,1-1 0,0 2 0,0-3 0,1 3 0,-2-2 0,2 1 0,-2 0 0,0-1 0,2 2 0,-2-1 0,2-1 0,-1 1 0,0-1 0,0 1 0,-1-1 0,2 1 0,-2-1 0,2 0 0,0 1 0,0-1 0,-2 1 0,2-1 0,-2 1 0,2-1 0,-1 2 0,0-3 0,0 1 0,1 1 0,-2-1 0,1 3 0,0-1 0,1-1 0,0 1 0,-2-3 0,2 3 0,-2-2 0,1 1 0,0-1 0,-1 1 0,2-1 0,-1 1 0,0-1 0,0 0 0,1 1 0,-2 2 0,2-1 0,-2 1 0,0-3 0,2 1 0,-2 1 0,2-1 0,-1 1 0,0-3 0,0 1 0,1 1 0,-2 1 0,2 0 0,-2-1 0,2-1 0,0-1 0,0 4 0,-2-4 0,2 5 0,-2-6 0,2 4 0,-1-3 0,0 3 0,0-2 0,1 3 0,0-3 0,0 1 0,-2-1 0,2 1 0,-2-1 0,2 1 0,0-1 0,-2-1 0,2 1 0,-2 0 0,2 1 0,0-1 0,0 3 0,0-3 0,-1 1 0,0-1 0,0 0 0,1 1 0,-2-1 0,2 1 0,-2 1 0,2-2 0,0 1 0,-2-2 0,2 1 0,-2 0 0,2 3 0,0-3 0,-1 3 0,0-3 0,0-1 0,1 3 0,-2-2 0,1 3 0,0-3 0,1 1 0,0-1 0,-2-1 0,2 1 0,-2 0 0,2 1 0,0-1 0,0 1 0,0-1 0,0-1 0,-1 3 0,0-1 0,-1 3 0,2-3 0,-1 1 0,0-3 0,0 1 0,1 1 0,0-1 0,-2 2 0,2-3 0,-2 1 0,2 1 0,0-1 0,0 1 0,-2 2 0,2-2 0,-2 2 0,2-4 0,0 1 0,-1 1 0,0-1 0,0 2 0,1-1 0,-2-3 0,2 3 0,-2-1 0,2 1 0,0 1 0,-2-1 0,2-1 0,-2 0 0,2 1 0,0-1 0,0 1 0,0-1 0,-1 0 0,0-1 0,0 1 0,1 1 0,-2-1 0,2 2 0,-2-3 0,2 1 0,0 1 0,-2-1 0,2 1 0,-2-1 0,2 0 0,-1 1 0,0-1 0,0 1 0,1-1 0,0 0 0,-2-1 0,2 1 0,-2 0 0,0 1 0,2-1 0,-2 1 0,2-1 0,0 0 0,-1-1 0,0 1 0,0-1 0,1 3 0,-2-2 0,2 3 0,-2-3 0,2 1 0,-2-1 0,2-1 0,-2 1 0,2 1 0,-1-1 0,0 2 0,0-3 0,1 1 0,0 1 0,-2 1 0,1-1 0,0 1 0,1-3 0,0 1 0,-2 1 0,2-1 0,-2 2 0,2-3 0,-1 1 0,0 0 0,-1-1 0,2 3 0,0-2 0,0 1 0,-1-1 0,0-1 0,0 1 0,-1 4 0,2-3 0,-2 4 0,2-6 0,0 1 0,-2 1 0,2-1 0,-2 3 0,2-3 0,0 2 0,0-3 0,0 1 0,-1 0 0,0-1 0,0 2 0,1 0 0,0 0 0,0-2 0,0 1 0,0 1 0,0-1 0,0 2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31:30.405"/>
    </inkml:context>
    <inkml:brush xml:id="br0">
      <inkml:brushProperty name="width" value="0.2" units="cm"/>
      <inkml:brushProperty name="height" value="1.2" units="cm"/>
      <inkml:brushProperty name="color" value="#008C3A"/>
      <inkml:brushProperty name="inkEffects" value="pencil"/>
    </inkml:brush>
  </inkml:definitions>
  <inkml:trace contextRef="#ctx0" brushRef="#br0">1 56 16383,'11'2'0,"-1"0"0,-6-2 0,0 0 0,-1-2 0,1 2 0,0-2 0,1 2 0,-1 0 0,1 0 0,-1 0 0,0 0 0,3-2 0,-3 2 0,3-2 0,-3 2 0,-1 0 0,2 0 0,0 0 0,0 0 0,0 0 0,-1 0 0,1 0 0,-1 0 0,0 0 0,-1-1 0,1 0 0,3 0 0,-3 1 0,3 0 0,-1 0 0,-2 0 0,1 0 0,0 0 0,1 0 0,-1 0 0,1 0 0,-1 0 0,-1 0 0,3 0 0,-3 0 0,1 0 0,1 0 0,-1-2 0,3 2 0,-1-2 0,-1 2 0,0 0 0,-2 0 0,3 0 0,-1 0 0,0 0 0,1 0 0,-2 0 0,3 0 0,-3 0 0,6 0 0,-6 0 0,6 0 0,-2 0 0,-1 0 0,3 0 0,-6 0 0,6 0 0,-6 0 0,6 0 0,-5 0 0,1 0 0,0 0 0,0 0 0,1 0 0,-1 0 0,0 0 0,1 0 0,3 0 0,0 0 0,0 0 0,3 0 0,-7 0 0,4 0 0,0 0 0,-3 0 0,3 0 0,-3 0 0,-1 0 0,0 0 0,1 0 0,3 0 0,-3 0 0,3 0 0,-3 0 0,6 0 0,-5 0 0,10 0 0,-11 0 0,3 0 0,-4 0 0,1 0 0,3 0 0,-3 0 0,3 0 0,-3 0 0,3 0 0,-3 0 0,3 0 0,1 0 0,-1 0 0,1 0 0,-1 0 0,-4 0 0,0 0 0,1 0 0,3 0 0,-3 0 0,3 0 0,1 0 0,-4 0 0,3 0 0,-4 0 0,1 0 0,-1 0 0,0 0 0,4 0 0,-3 0 0,2 0 0,-2 0 0,-1 0 0,0 0 0,1-2 0,-1 2 0,0-2 0,1 2 0,-1 0 0,0 0 0,0 0 0,1 0 0,-3 0 0,6 0 0,-1-1 0,2 0 0,-1 0 0,-6 1 0,2 0 0,-1 0 0,1 0 0,1 0 0,-1 0 0,0 0 0,-1 0 0,1 0 0,-3 0 0,7 0 0,-6 0 0,5 0 0,-4 0 0,1 0 0,-1 0 0,1 0 0,-1 0 0,1 0 0,-1 0 0,1 0 0,-2 0 0,1 0 0,1 0 0,-1 0 0,-1 0 0,2-2 0,-3 2 0,3-2 0,0 2 0,1 0 0,-1 0 0,0 0 0,-3 0 0,3 0 0,-3 0 0,3 0 0,-3 0 0,3 0 0,-3 0 0,3 0 0,-3 0 0,3 0 0,-3 0 0,1 0 0,1 0 0,-2 0 0,1 0 0,0 0 0,-1 0 0,3 0 0,-3 0 0,1 0 0,1 0 0,-2 0 0,1 0 0,-1 0 0,1 0 0,-1 0 0,1 0 0,1 0 0,-2 0 0,1 0 0,-1 0 0,1 0 0,-1 0 0,1 0 0,-1 0 0,1 0 0,-1 0 0,1 0 0,-1 0 0,0 0 0,3 0 0,-1 0 0,1 0 0,2 0 0,-5 0 0,3 0 0,-3 0 0,-1 0 0,2 0 0,0 0 0,0 0 0,-2 0 0,1 0 0,1 0 0,1 0 0,0 0 0,-1 0 0,-1 0 0,1 0 0,1 0 0,-1 0 0,1 0 0,-3 0 0,1 0 0,1 0 0,-1-2 0,1 2 0,-1-2 0,0 2 0,1 0 0,1 0 0,-1 0 0,1 0 0,-3 0 0,1 0 0,1 0 0,-1-1 0,2 0 0,-3 0 0,3 1 0,-2 0 0,1 0 0,-2 0 0,1 0 0,1 0 0,-1-2 0,2 2 0,-3-2 0,1 2 0,3 0 0,-3 0 0,3 0 0,-3 0 0,0-2 0,-1 2 0,1-2 0,1 2 0,-1 0 0,1 0 0,-1-1 0,0 0 0,-1 0 0,3 1 0,-2 0 0,1 0 0,-1 0 0,-1 0 0,3-2 0,-2 1 0,1 0 0,-1 1 0,1 0 0,-1 0 0,1 0 0,-1 0 0,0 0 0,1 0 0,-1 0 0,1 0 0,-1 0 0,-1 0 0,3 0 0,-2 0 0,1 0 0,-1 0 0,-1 0 0,3 0 0,-2 0 0,1 0 0,-1 0 0,-1 0 0,2 0 0,0 0 0,0 0 0,-2 0 0,1 0 0,1 0 0,1 0 0,0 0 0,-1 0 0,-1 0 0,-1 0 0,3 0 0,-1 0 0,1 0 0,-1 0 0,-1 0 0,0 1 0,-1 0 0,1 0 0,1-1 0,-1 0 0,1 0 0,-1 0 0,0 0 0,1 0 0,1 0 0,-1 0 0,1 0 0,-3 0 0,3 0 0,-2 0 0,1 0 0,-1 0 0,-1 0 0,4 0 0,-2 0 0,1 0 0,-2 0 0,0 0 0,3 0 0,-3 0 0,3 0 0,-3 0 0,-1 0 0,3 0 0,-2 0 0,3 0 0,-3 0 0,2 0 0,-1 0 0,0 0 0,-2 0 0,1 0 0,1 0 0,-1 0 0,2 0 0,-3 0 0,1 0 0,0-1 0,-1 0 0,1 0 0,1 1 0,-1 0 0,2 0 0,-3 0 0,1 0 0,1 0 0,-2-2 0,1 2 0,0-2 0,0 2 0,1 0 0,-1 0 0,0 0 0,1 0 0,-1 0 0,1 0 0,-1 0 0,0 0 0,1 0 0,-1 0 0,1 0 0,-1 0 0,0 0 0,1 0 0,-1 0 0,1 0 0,-1 0 0,-1 0 0,3 0 0,-4-2 0,3 2 0,-1-2 0,0 2 0,1 0 0,-1 0 0,-1 0 0,3 0 0,-2 0 0,1 0 0,-1 0 0,-1 0 0,2 0 0,0 0 0,0 0 0,-2 0 0,1 0 0,1 0 0,-1 0 0,2 0 0,-3 0 0,1 0 0,1 0 0,-1 0 0,2 0 0,-3 0 0,1 0 0,-15 0 0,8-1 0,-13 0 0,11 0 0,1 1 0,-3 0 0,1 0 0,1 0 0,1 0 0,2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31:00.433"/>
    </inkml:context>
    <inkml:brush xml:id="br0">
      <inkml:brushProperty name="width" value="0.2" units="cm"/>
      <inkml:brushProperty name="height" value="1.2" units="cm"/>
      <inkml:brushProperty name="color" value="#008C3A"/>
      <inkml:brushProperty name="inkEffects" value="pencil"/>
    </inkml:brush>
  </inkml:definitions>
  <inkml:trace contextRef="#ctx0" brushRef="#br0">560 295 16383,'2'-12'0,"0"2"0,0 6 0,-2 1 0,2-1 0,-1-1 0,0 1 0,0-8 0,-1 6 0,0-4 0,0 6 0,0 1 0,0-3 0,0 2 0,0-1 0,0 1 0,0 1 0,0-3 0,-1 2 0,0-1 0,0 1 0,-1 1 0,2-1 0,-2 0 0,0 1 0,2-1 0,-3-2 0,2 2 0,-2-1 0,3 1 0,-2 1 0,0-1 0,2 0 0,-3 1 0,2-1 0,-2 0 0,3 1 0,-4-1 0,2 0 0,0 1 0,-1-1 0,1 2 0,-2-1 0,2-1 0,-1 1 0,2-2 0,-2 3 0,3-1 0,-5-1 0,2 0 0,-2 2 0,3-1 0,-1 1 0,-1 0 0,2-1 0,-3 2 0,3-2 0,-2 1 0,0 0 0,1-1 0,-1 2 0,0-2 0,1 1 0,-1 0 0,0-1 0,0 2 0,1-2 0,-1 2 0,0 0 0,1-1 0,-1 2 0,0-4 0,1 4 0,-1-2 0,0 1 0,1 0 0,-1 0 0,0-1 0,1 2 0,-1-2 0,0 0 0,0 2 0,1-2 0,-3 1 0,2 0 0,-1 0 0,1 1 0,1 0 0,-1-2 0,0 2 0,1-2 0,-3 2 0,2 0 0,-1 0 0,1 0 0,1 0 0,-1-2 0,0 2 0,0-2 0,-1 2 0,1 0 0,-1 0 0,1 0 0,0 0 0,-1 0 0,1 0 0,-1 0 0,1 0 0,0 0 0,-1 0 0,1 0 0,-2 0 0,3 0 0,-1 0 0,-1 0 0,1 2 0,-2-2 0,3 2 0,-1-2 0,-1 2 0,1-2 0,-2 2 0,3-2 0,-1 1 0,0 0 0,1 0 0,-3 1 0,2-2 0,-1 2 0,1 0 0,0-2 0,1 3 0,-1-2 0,0 0 0,1 1 0,-1-2 0,0 4 0,1-4 0,-1 2 0,0-1 0,1 1 0,-1 0 0,0 0 0,0-1 0,1 1 0,-1 1 0,0-2 0,1 1 0,-1 0 0,0 0 0,1 1 0,-1-3 0,0 4 0,1-2 0,1 1 0,-3-1 0,4 2 0,-4-2 0,3 1 0,-2 1 0,1-2 0,0 1 0,0-1 0,1 2 0,-2-2 0,1 3 0,1-3 0,-2 2 0,2-1 0,0-1 0,-1 2 0,1 0 0,0-1 0,0 1 0,1-1 0,-1 1 0,0 0 0,-2-1 0,4 1 0,-2 0 0,1-1 0,0 1 0,0 0 0,-1-1 0,2 1 0,-2 0 0,0-1 0,2 1 0,-2 0 0,1 1 0,0-1 0,0 1 0,1-1 0,0-1 0,-2 1 0,2 0 0,-2-1 0,0 3 0,2-2 0,-2 1 0,2-1 0,0-1 0,0 3 0,-1-4 0,0 3 0,-1-1 0,2 0 0,0 1 0,-1-1 0,0 1 0,0-1 0,1 1 0,0-1 0,0-1 0,-2 1 0,2 0 0,-2-1 0,2 3 0,0-2 0,0 1 0,0-1 0,0-1 0,0 3 0,0-2 0,0 1 0,0-1 0,0-1 0,0 2 0,0 0 0,0 1 0,0-2 0,2 0 0,-2 1 0,2-3 0,-1 4 0,0-3 0,2 1 0,-3 0 0,2-1 0,0 1 0,-2 0 0,3-1 0,-2 1 0,0 0 0,1-1 0,-2 1 0,4-1 0,-4 1 0,3 0 0,-2-1 0,2 1 0,-3 1 0,4-2 0,-4 2 0,3-3 0,-2 1 0,2 1 0,-1 0 0,2-1 0,-2 1 0,1-2 0,-1 3 0,2-4 0,-2 4 0,1-3 0,-1 0 0,1 1 0,1-1 0,0 2 0,-1-1 0,1 1 0,0-2 0,-1 1 0,-1-1 0,3 2 0,-2-2 0,0 1 0,2-1 0,-2 0 0,0 1 0,2-1 0,-2 0 0,2 2 0,-1-4 0,1 3 0,-1-2 0,0 2 0,0-3 0,-3 4 0,6-4 0,-5 2 0,3-2 0,1 1 0,-2 0 0,1 0 0,-1-1 0,-1 0 0,1 2 0,0-2 0,-1 2 0,3-2 0,-1 0 0,1 0 0,-1 0 0,0 2 0,-1-2 0,2 2 0,-3-2 0,1 0 0,1 0 0,-1 0 0,2 0 0,-1 0 0,4 0 0,-3 0 0,3 0 0,-5 0 0,-1 0 0,2 0 0,-1 0 0,2 0 0,-3 0 0,1 0 0,1 0 0,4 0 0,-2 0 0,1 0 0,-4 0 0,0 0 0,1 0 0,-1 0 0,1 0 0,-1 0 0,-1 0 0,8-2 0,-6 2 0,5-2 0,-6 2 0,-1-2 0,1 2 0,0-2 0,1 2 0,-3-1 0,3 0 0,-1 0 0,0 1 0,1 0 0,-1-2 0,-1 1 0,1 0 0,0-1 0,-1 2 0,1-2 0,0 0 0,-1 2 0,1-2 0,0 1 0,-1 0 0,1 0 0,0-1 0,-1 2 0,1-2 0,0 0 0,-1 2 0,3-2 0,-2 1 0,1 0 0,-2-2 0,1 3 0,0-4 0,-1 4 0,1-3 0,0 1 0,-1-2 0,1 2 0,0-1 0,-1 1 0,1-2 0,0 2 0,-2-1 0,1 1 0,-1-2 0,0 0 0,0 0 0,-1 1 0,1-1 0,0 0 0,2 1 0,-2-1 0,0 0 0,-1 1 0,1-1 0,-2 0 0,2 1 0,-1-1 0,0 0 0,2 1 0,-2-1 0,0 0 0,-1-1 0,2 2 0,-2-1 0,2 0 0,-2 0 0,1-2 0,0 3 0,0-1 0,1-1 0,-2 1 0,2-2 0,-2 3 0,0-1 0,2 0 0,-2 1 0,2-1 0,-1-1 0,0 0 0,0 0 0,-1 1 0,2 1 0,-2-1 0,2 0 0,-2-1 0,0 1 0,0-1 0,0 1 0,2 0 0,-2 1 0,2-1 0,-2-1 0,0 0 0,0 0 0,0 1 0,0 1 0,0-3 0,0 2 0,0-1 0,0 1 0,0 1 0,0-3 0,0 2 0,0-1 0,-2 1 0,2 1 0,-2-1 0,0 0 0,2 0 0,-2 1 0,2-3 0,-1 2 0,0-1 0,0 1 0,1 1 0,-2-6 0,2 4 0,-2-3 0,2 4 0,-2 2 0,2-3 0,-2-1 0,1 2 0,0-3 0,0 5 0,1-2 0,-2-1 0,0 1 0,0-1 0,-1 1 0,1 2 0,-2-1 0,-1 1 0,2 0 0,0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31:02.729"/>
    </inkml:context>
    <inkml:brush xml:id="br0">
      <inkml:brushProperty name="width" value="0.2" units="cm"/>
      <inkml:brushProperty name="height" value="1.2" units="cm"/>
      <inkml:brushProperty name="color" value="#008C3A"/>
      <inkml:brushProperty name="inkEffects" value="pencil"/>
    </inkml:brush>
  </inkml:definitions>
  <inkml:trace contextRef="#ctx0" brushRef="#br0">100 138 16383,'2'-10'0,"0"2"0,-2 4 0,0 0 0,0-1 0,1 2 0,0-2 0,0 2 0,-1-1 0,0-2 0,0 3 0,0-1 0,0-1 0,0 1 0,0-2 0,0 3 0,0-1 0,-1-1 0,0 0 0,0 0 0,-1 2 0,2-1 0,-4 0 0,4 0 0,-3 1 0,2-1 0,-2 0 0,1 1 0,-2-1 0,2 0 0,-1 2 0,1-1 0,-4 4 0,2 0 0,1 2 0,-1 1 0,4 0 0,-2-1 0,1 1 0,0 0 0,-2-1 0,3 1 0,-4-1 0,2 1 0,0 0 0,1-1 0,-1 1 0,2 0 0,-4-1 0,4 1 0,-2 0 0,1-1 0,0 3 0,0-2 0,-1 1 0,1-1 0,0-1 0,-1 2 0,2 0 0,-2 0 0,2-2 0,0 1 0,0 1 0,0-1 0,-1 0 0,0 3 0,-1-5 0,2 5 0,0-3 0,0 0 0,0 1 0,0-1 0,0 1 0,0-1 0,0 1 0,0-1 0,0 3 0,0-3 0,0 1 0,0-1 0,-1 0 0,0-1 0,0 1 0,1 1 0,0-1 0,0 2 0,0-3 0,0 1 0,0 6 0,0-5 0,0 5 0,0-6 0,0 0 0,0 1 0,0-1 0,0 1 0,0 1 0,0-2 0,0 1 0,0 0 0,0-1 0,0 2 0,-2-3 0,2 1 0,-2 0 0,2 1 0,0-1 0,0 1 0,0-1 0,0-1 0,0 3 0,0-2 0,0 1 0,0-1 0,0-1 0,0 3 0,0-2 0,0 1 0,0-1 0,0-1 0,-2 3 0,2-2 0,-2 1 0,2-1 0,0-1 0,0 2 0,0-1 0,-1 2 0,0-3 0,0 1 0,1 1 0,0-1 0,0 2 0,0-1 0,0-1 0,0 1 0,0 1 0,0-2 0,0 1 0,0 0 0,0-1 0,0 1 0,0-1 0,0 0 0,0 1 0,-2-1 0,2 1 0,-2-1 0,2 0 0,0 3 0,0-3 0,0 3 0,0-3 0,0-1 0,0 4 0,0-2 0,0 1 0,0-2 0,0 0 0,0 3 0,0-3 0,0 3 0,0-3 0,0-1 0,0 4 0,0-2 0,0 3 0,0-2 0,0 0 0,0-1 0,0-2 0,0 1 0,0 3 0,0-2 0,0 1 0,0-2 0,0 0 0,0 1 0,0-1 0,0 3 0,0-1 0,0-1 0,0 1 0,0-3 0,0 1 0,0 1 0,0-1 0,0 1 0,0 1 0,0-2 0,0 1 0,0-1 0,0-1 0,0 3 0,0-2 0,0 1 0,0-1 0,0-1 0,0 3 0,0-2 0,0 1 0,0-1 0,0-1 0,0 2 0,0-1 0,0 2 0,0-3 0,0 1 0,0 1 0,0-1 0,0 2 0,0-3 0,0 1 0,0 1 0,0-1 0,0 2 0,0-3 0,0 1 0,0 1 0,0-1 0,0 1 0,0-1 0,0 1 0,0-1 0,0 2 0,0-3 0,0 3 0,0-2 0,0 1 0,0-1 0,0-1 0,0 4 0,0-2 0,0 2 0,0-4 0,0 1 0,-2-1 0,2 1 0,-2 0 0,2 1 0,0-1 0,0 1 0,0-1 0,0 0 0,0 1 0,0-1 0,0 1 0,0-1 0,0 0 0,0 2 0,0-1 0,0 2 0,0-3 0,0-1 0,0 2 0,0-1 0,0 2 0,0-3 0,0 1 0,0 1 0,0-1 0,0 2 0,0-3 0,0 1 0,0 1 0,0-1 0,0 2 0,0-3 0,0 1 0,0 1 0,0-1 0,0 1 0,0-1 0,0 0 0,0 1 0,0-1 0,0 1 0,0-1 0,0 0 0,0 1 0,0-1 0,0 1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31:03.874"/>
    </inkml:context>
    <inkml:brush xml:id="br0">
      <inkml:brushProperty name="width" value="0.2" units="cm"/>
      <inkml:brushProperty name="height" value="1.2" units="cm"/>
      <inkml:brushProperty name="color" value="#008C3A"/>
      <inkml:brushProperty name="inkEffects" value="pencil"/>
    </inkml:brush>
  </inkml:definitions>
  <inkml:trace contextRef="#ctx0" brushRef="#br0">22 1 16383,'-2'9'0,"0"0"0,1-7 0,0 1 0,0 1 0,1 0 0,-2 1 0,2-1 0,-2 0 0,2 1 0,0-1 0,0 1 0,-2-1 0,2-1 0,-2 1 0,2 1 0,0-1 0,0 2 0,0-3 0,0 1 0,-1 1 0,0-1 0,0 2 0,1-3 0,0 1 0,0 1 0,0 1 0,0 0 0,0-1 0,0-2 0,0 1 0,0 1 0,0-1 0,0 3 0,0-3 0,0 2 0,0-3 0,0 1 0,0 1 0,0-1 0,0 2 0,-2-3 0,2 1 0,-2-1 0,2 3 0,0-2 0,0 1 0,0-1 0,0-1 0,0 3 0,0-2 0,0 1 0,0-1 0,0-1 0,0 4 0,0-1 0,0 2 0,0-3 0,0-2 0,0 1 0,0 1 0,0-1 0,0 3 0,0-3 0,0 2 0,0-3 0,0 1 0,0 3 0,0-3 0,0 3 0,0-3 0,0 0 0,0 1 0,0-1 0,0 1 0,0-1 0,0-1 0,0 3 0,0-2 0,0 1 0,0 0 0,0-1 0,0 2 0,0-3 0,0 1 0,0 1 0,0-1 0,0 2 0,0-3 0,0 1 0,0 1 0,0-1 0,0 1 0,0-1 0,0 1 0,0-1 0,0 2 0,0-3 0,0 1 0,0 1 0,0-1 0,0 2 0,0-3 0,0 1 0,0 1 0,0-1 0,0 2 0,0-3 0,0 1 0,0 1 0,0-1 0,0 1 0,0-1 0,0 0 0,0 1 0,0-1 0,0 1 0,0-1 0,2 1 0,-2-1 0,2 2 0,-2-3 0,0 1 0,0 1 0,0-1 0,0 1 0,0-1 0,0 0 0,0 1 0,0-1 0,0 1 0,0-1 0,0 0 0,1 1 0,0-1 0,0 1 0,-1-1 0,0 0 0,0 1 0,0-1 0,0 1 0,0 0 0,0 0 0,0 0 0,0-2 0,2 1 0,-2 0 0,2-1 0,-2 3 0,0-2 0,0 1 0,2-1 0,-2-1 0,2 1 0,-2 1 0,0-1 0,0 2 0,0-3 0,1 1 0,0 0 0,0-1 0,-1 2 0,0-1 0,0 2 0,0-3 0,2 1 0,-2 0 0,2-1 0,-2 3 0,0-2 0,0 1 0,0-1 0,0-1 0,0 3 0,0-2 0,0 1 0,0-1 0,0-1 0,2 2 0,-2-1 0,2 2 0,-2-3 0,0 1 0,0 1 0,0-1 0,0 2 0,0-3 0,0 1 0,1 0 0,0-1 0,0 1 0,-1 1 0,0-1 0,0 2 0,0-3 0,0 1 0,0 1 0,0-1 0,0 1 0,0-1 0,0 0 0,0 1 0,0-1 0,0 1 0,0-1 0,0 0 0,0 1 0,0-1 0,0 1 0,0-1 0,0 0 0,0 1 0,0-1 0,0 1 0,0-1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31:06.390"/>
    </inkml:context>
    <inkml:brush xml:id="br0">
      <inkml:brushProperty name="width" value="0.2" units="cm"/>
      <inkml:brushProperty name="height" value="1.2" units="cm"/>
      <inkml:brushProperty name="color" value="#008C3A"/>
      <inkml:brushProperty name="inkEffects" value="pencil"/>
    </inkml:brush>
  </inkml:definitions>
  <inkml:trace contextRef="#ctx0" brushRef="#br0">2993 8 16383,'-12'0'0,"3"-2"0,6 2 0,1-2 0,-4 2 0,2 0 0,-1 0 0,1 0 0,1 0 0,-3 0 0,2 0 0,-4-1 0,3 0 0,-2 0 0,3 1 0,1 0 0,-3 0 0,1 0 0,-1 0 0,1 0 0,1 0 0,-1 0 0,1 0 0,-3 0 0,3 0 0,-5 0 0,5 0 0,-5 0 0,5 0 0,-3 0 0,1 0 0,1 0 0,-1 0 0,1 0 0,-1 0 0,0 0 0,0 0 0,1 0 0,0 0 0,0 0 0,-1 0 0,-3 0 0,1 0 0,1 0 0,0 0 0,1 1 0,1 0 0,-2 0 0,1-1 0,-1 0 0,1 0 0,1 0 0,-1 0 0,1 0 0,-3 0 0,1 2 0,1-2 0,-4 2 0,4-2 0,-3 0 0,2 0 0,1 0 0,-1 0 0,1 0 0,-1 0 0,1 2 0,-1-2 0,0 2 0,-1-2 0,3 0 0,-6 0 0,6 0 0,-9 1 0,7 0 0,-4 0 0,4-1 0,0 0 0,-1 0 0,3 0 0,-2 0 0,1 0 0,-1 0 0,-1 2 0,1-2 0,0 2 0,1-2 0,-1 0 0,1 0 0,-3 0 0,2 2 0,-2-2 0,1 2 0,1-2 0,1 0 0,-5 0 0,6 0 0,-6 1 0,6 0 0,-3 0 0,3-1 0,-2 0 0,1 0 0,-1 0 0,1 0 0,-1 0 0,1 0 0,-1 0 0,1 0 0,-1 0 0,2 0 0,-3 0 0,3 0 0,-2 0 0,1 0 0,0 0 0,-1 0 0,2 0 0,-3 0 0,3 2 0,-2-2 0,-1 2 0,1-2 0,-2 0 0,3 0 0,-1 0 0,1 0 0,-1 0 0,1 0 0,-1 0 0,3 0 0,-3 0 0,2 0 0,-3 0 0,1 0 0,1 0 0,-1 0 0,0 0 0,-1 0 0,1 0 0,0 0 0,1 0 0,0 0 0,-1 0 0,2 0 0,-3 0 0,3 0 0,-2 0 0,1 0 0,0 0 0,-1 0 0,2 0 0,-3 0 0,3 0 0,-2 0 0,1 0 0,-1 0 0,1 0 0,-1 0 0,1 0 0,-1 0 0,1 0 0,-1 0 0,2 0 0,-3 0 0,3 0 0,-2 0 0,1 0 0,-1 0 0,-4 0 0,3 0 0,-1 0 0,2 0 0,1 0 0,-1 0 0,0 0 0,1 0 0,-1 0 0,1 0 0,-1 0 0,1 0 0,-5 0 0,6 1 0,-6 0 0,6 0 0,-6-1 0,5 0 0,-5 0 0,6 0 0,-3 0 0,1 0 0,0 0 0,1 0 0,-1 0 0,1 0 0,-1 0 0,0 0 0,-1 0 0,1 2 0,0-1 0,-1 0 0,1-1 0,0 0 0,-1 0 0,1 0 0,1 0 0,-1 0 0,2 0 0,-3 0 0,1 0 0,1 0 0,-1 0 0,2 0 0,-3 2 0,1-2 0,1 2 0,-1-2 0,-2 0 0,3 0 0,-4 0 0,4 0 0,0 0 0,-1 0 0,1 0 0,-1 0 0,1 0 0,-1 0 0,2 0 0,-3 0 0,3 0 0,-2 0 0,1 0 0,0 0 0,-4 0 0,4 0 0,-5 0 0,5 0 0,-1 0 0,2 0 0,-3 0 0,1 0 0,0 0 0,1 0 0,-1 0 0,1 0 0,-1 0 0,0 0 0,1 0 0,-1 0 0,1 0 0,-1 0 0,1 0 0,-1 0 0,2 0 0,-1 0 0,-1 0 0,1 0 0,-1 0 0,0 0 0,1 0 0,-1 0 0,1-2 0,0 2 0,0-2 0,0 2 0,-3 0 0,-3 0 0,4 0 0,-3 0 0,7-2 0,-3 2 0,1-2 0,-1 2 0,1 0 0,-1 0 0,2 0 0,-3 0 0,1 0 0,0 0 0,1 0 0,-1 0 0,-2 0 0,2 0 0,-3 0 0,5-1 0,-3 0 0,1 0 0,0 1 0,-1 0 0,1 0 0,1 0 0,-5 0 0,6 0 0,-6 0 0,6 0 0,-3 0 0,1 0 0,-2 0 0,1 0 0,1-2 0,0 2 0,1-2 0,1 2 0,-1 0 0,1 0 0,-1 0 0,1 0 0,-2 0 0,2 0 0,-1 0 0,1 0 0,-1 0 0,-2 0 0,0-2 0,1 2 0,0-2 0,3 2 0,-3 0 0,3 0 0,-3 0 0,3 0 0,-3 0 0,1 0 0,1 0 0,-1 0 0,1 0 0,-1 0 0,1 0 0,-4 0 0,3 0 0,-1 0 0,0 0 0,3 0 0,-3 0 0,1 0 0,0 0 0,-1 0 0,2 0 0,-1 0 0,-1 0 0,1 0 0,0 0 0,0 0 0,0 0 0,-2 0 0,3 0 0,-2 0 0,3 0 0,-3 0 0,3 0 0,-3 0 0,3 0 0,-3 0 0,3 0 0,-2 0 0,1 0 0,1 0 0,-3 0 0,3 0 0,-3 0 0,1 0 0,-1 0 0,1 0 0,1 0 0,0 0 0,1 0 0,-3 0 0,3 0 0,-2 0 0,1 0 0,1 0 0,-3 0 0,3 0 0,-3 0 0,3 0 0,-2 0 0,0 0 0,1 0 0,-2 0 0,2 0 0,1 0 0,-2 0 0,3 0 0,-3 0 0,2 0 0,-1 0 0,1 0 0,1 0 0,-3 0 0,2 0 0,-1 0 0,0 0 0,-1 0 0,0 0 0,1 0 0,-1 0 0,2 0 0,-1 0 0,1 0 0,1 0 0,-3 0 0,2 0 0,-1 0 0,1 0 0,1 0 0,-3 0 0,2 0 0,-1 0 0,1 0 0,0 0 0,-1 0 0,1 0 0,-1 0 0,1 0 0,0 0 0,-1 0 0,1 0 0,-3 0 0,3 0 0,-1 0 0,1 0 0,0 0 0,-1 0 0,1 0 0,-2 0 0,3 0 0,-3 0 0,2 0 0,-1 0 0,1 0 0,1 0 0,-3 0 0,2 0 0,-1 0 0,1 2 0,1-2 0,-1 2 0,-1-2 0,0 0 0,0 0 0,1 0 0,1 0 0,-3 0 0,1 0 0,-1 0 0,1 2 0,1-2 0,0 2 0,-1-2 0,1 0 0,-1 0 0,1 0 0,0 0 0,-3 0 0,3 0 0,-3 0 0,3 0 0,0 1 0,1 0 0,-1 0 0,-1-1 0,1 0 0,-2 0 0,3 0 0,-1 2 0,0-2 0,1 2 0,-3-2 0,2 0 0,-1 0 0,1 0 0,0 2 0,1-2 0,-1 2 0,-1-1 0,1 0 0,-2 0 0,3-1 0,-1 0 0,-1 2 0,1-2 0,-2 2 0,3-2 0,-1 0 0,-1 0 0,2 2 0,-2-2 0,1 2 0,0-2 0,-1 0 0,1 0 0,1 0 0,-3 0 0,17 3 0,-10-1 0,14 2 0,-11-2 0,0-2 0,1 0 0,-1 1 0,1 0 0,-1 0 0,0-1 0,1 0 0,-1 0 0,1 0 0,-1 0 0,0 0 0,-1 2 0,1-2 0,0 2 0,1-2 0,-1 0 0,3 0 0,-3 0 0,1 0 0,0 0 0,-1 1 0,3 0 0,-3 0 0,2-1 0,-3 0 0,1 0 0,1 0 0,-1 0 0,3 0 0,-3 0 0,1 0 0,-1 0 0,1 0 0,-1 0 0,2 0 0,-3 0 0,3 0 0,-2 0 0,1 0 0,-1 0 0,1 0 0,-1 0 0,3 0 0,-3 0 0,3 0 0,-3 0 0,1 0 0,0 0 0,-1 2 0,2-2 0,-1 2 0,-1-2 0,3 0 0,-3 0 0,3 0 0,-3 0 0,3 0 0,-3 0 0,3 0 0,-3 0 0,3 0 0,-3 0 0,3 0 0,-2 0 0,1 0 0,-1 0 0,1 0 0,-1 0 0,3 0 0,1 0 0,-2 0 0,1 0 0,-2 0 0,0 0 0,0 0 0,1 0 0,-2 0 0,3 0 0,-3 0 0,6 0 0,-6 0 0,6 0 0,-5 0 0,1-2 0,0 2 0,2-2 0,-1 2 0,1 0 0,-2 0 0,0 0 0,1 0 0,-1 0 0,-1 0 0,5 0 0,-5 0 0,4 0 0,-3 0 0,-2 0 0,3 0 0,-1 0 0,0 0 0,1 0 0,-1 0 0,0 0 0,0 0 0,1 0 0,-3 0 0,2 0 0,-1 0 0,1 0 0,1 0 0,-3 0 0,2 0 0,-1 0 0,1 0 0,-1 0 0,1 0 0,0 0 0,1 0 0,1 0 0,-4 0 0,2 0 0,-1 0 0,0 0 0,0 0 0,-1 0 0,1 0 0,-1 0 0,1 0 0,-2 0 0,3 0 0,-3 0 0,3 0 0,1 0 0,-2 0 0,1 0 0,-2 0 0,-1 0 0,3 0 0,-3 0 0,1 0 0,0 0 0,-1 0 0,2 0 0,-1 0 0,-1 2 0,1-2 0,1 2 0,-2-2 0,1 0 0,-1 0 0,-1 0 0,3 0 0,-1 0 0,1 2 0,-1-2 0,-1 2 0,-1-2 0,3 0 0,-2 0 0,1 0 0,-1 0 0,-1 0 0,4 0 0,-2 0 0,3 1 0,-4 0 0,2 0 0,-3-1 0,1 0 0,1 0 0,-1 0 0,3 0 0,-3 0 0,1 0 0,-1 0 0,0 0 0,1 0 0,1 0 0,-1 0 0,1 0 0,-3 0 0,3 0 0,-2 2 0,1-2 0,-1 2 0,1-2 0,-1 0 0,3 0 0,-3 0 0,1 0 0,-1 0 0,1 0 0,2 0 0,-1 0 0,1 0 0,-1 0 0,-2 0 0,2 0 0,-1 0 0,1 0 0,-1 0 0,0 0 0,0 0 0,1 0 0,-1 0 0,1 0 0,-1 0 0,2 0 0,-1 0 0,3 0 0,-3 0 0,-1 0 0,2 0 0,-1 0 0,-1 0 0,2 0 0,-3 0 0,2 0 0,-1 0 0,1 0 0,-1 0 0,2 0 0,-3 0 0,6 0 0,-5 0 0,4 0 0,-4 0 0,-1 0 0,3 0 0,-3 0 0,3 0 0,-3 0 0,3 0 0,-3 0 0,3 0 0,-1 0 0,-1 0 0,2 0 0,-3 0 0,3 0 0,-3 0 0,3 0 0,-3 0 0,3 0 0,-3 0 0,3 0 0,-3 0 0,3 0 0,-3 0 0,3 0 0,-3 0 0,3 0 0,-2 0 0,1 0 0,1 0 0,8 2 0,-6-2 0,6 2 0,-10-2 0,1 0 0,-1 0 0,0 0 0,1 0 0,-2 0 0,3 0 0,-3 0 0,3 0 0,-2 0 0,12 0 0,-7 0 0,7 0 0,-11 1 0,-1 0 0,0 0 0,-1-1 0,3 0 0,-3 0 0,3 0 0,-3 0 0,2 0 0,9 0 0,-9 0 0,11 0 0,-13 0 0,3 0 0,-3 0 0,3 0 0,-3 0 0,3 0 0,-3 0 0,3 0 0,-2 0 0,4 0 0,-3 0 0,3 0 0,-5 0 0,3 0 0,-3 0 0,3 0 0,-2 0 0,1 0 0,1 0 0,-3 0 0,3 0 0,-3 0 0,3 0 0,-3 0 0,1 0 0,4 0 0,-4 0 0,5 0 0,-6 0 0,3 0 0,-2 0 0,1 0 0,1 0 0,-1 0 0,-1 0 0,2 0 0,-3 0 0,3 0 0,-3 0 0,3 0 0,-1 0 0,1 0 0,-1 0 0,-1 0 0,0 0 0,1 0 0,0-1 0,0 0 0,0 0 0,0 1 0,-1 0 0,0 0 0,1 0 0,0 0 0,1 0 0,-3 0 0,3 0 0,-3 0 0,1 0 0,0 0 0,-1 0 0,3 0 0,-1 0 0,-1 0 0,1 0 0,-1 0 0,-1 0 0,1 0 0,-1 0 0,1 0 0,-1 0 0,2 0 0,-1 0 0,-1 0 0,4 0 0,-3 0 0,2 0 0,-2 0 0,-1 0 0,1 0 0,-1 0 0,0 0 0,1 0 0,-1 0 0,1 0 0,-1 0 0,0 0 0,1 0 0,-1 0 0,1 0 0,0 0 0,1 0 0,0 0 0,-1 0 0,-1 0 0,-1 0 0,4 0 0,-2 0 0,2 0 0,-2 0 0,-1 0 0,1 0 0,-1 0 0,1 0 0,-1 0 0,2 0 0,-3 0 0,1 0 0,1 0 0,-1 0 0,3 0 0,-3 0 0,1 0 0,-1 0 0,0-2 0,-1 2 0,1-2 0,1 2 0,-1 0 0,3 0 0,-3 0 0,2 0 0,-3 0 0,1 0 0,1 0 0,-1 0 0,3 0 0,-3 0 0,1 0 0,1 0 0,-2 0 0,3 0 0,-2 0 0,1 0 0,-1 0 0,-1 0 0,0 0 0,1 0 0,-1 0 0,1 0 0,-1 0 0,-1 0 0,3 0 0,-2 0 0,1 0 0,-1 0 0,-1-2 0,1 2 0,0-2 0,1 2 0,-1 0 0,1 0 0,-1 0 0,0 0 0,1 0 0,1 0 0,-1 0 0,0 0 0,-1 0 0,0 0 0,1 0 0,-1 0 0,1 0 0,-1 0 0,0 0 0,1 0 0,-1 0 0,1 0 0,-1 0 0,0 0 0,1 0 0,-1 0 0,1 0 0,-1 0 0,-1 0 0,3 0 0,-2 0 0,1 0 0,-1 0 0,-1 0 0,3 0 0,-2 0 0,1 0 0,-1 0 0,-1 0 0,3 0 0,-2 0 0,1 0 0,-1 0 0,-1 0 0,2 0 0,0 0 0,0 0 0,-2 0 0,1 0 0,1 0 0,-1 0 0,2 0 0,-3 0 0,1-1 0,0 0 0,-1 0 0,6 1 0,-4 0 0,3 0 0,-4 0 0,-1 0 0,3 0 0,-2 0 0,4 0 0,-3 0 0,2 0 0,-4 0 0,1 0 0,1 0 0,-1 0 0,3-2 0,-3 2 0,2-2 0,-3 2 0,1 0 0,1 0 0,1 0 0,-1 0 0,1 0 0,-3 0 0,1 0 0,5 0 0,-5-2 0,5 2 0,-5-2 0,-1 2 0,3 0 0,-2 0 0,1 0 0,-1 0 0,-1 0 0,2 0 0,-1 0 0,2 0 0,-3 0 0,1 0 0,1 0 0,-1 0 0,2 0 0,-3 0 0,1 0 0,1 0 0,-1 0 0,2 0 0,-3 0 0,1 0 0,1 0 0,-1 0 0,1 0 0,-1 0 0,0 0 0,1 0 0,-1 0 0,1 0 0,-1 0 0,0 0 0,-1 2 0,1 0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32:30.812"/>
    </inkml:context>
    <inkml:brush xml:id="br0">
      <inkml:brushProperty name="width" value="0.2" units="cm"/>
      <inkml:brushProperty name="height" value="1.2" units="cm"/>
      <inkml:brushProperty name="color" value="#008C3A"/>
      <inkml:brushProperty name="inkEffects" value="pencil"/>
    </inkml:brush>
  </inkml:definitions>
  <inkml:trace contextRef="#ctx0" brushRef="#br0">0 145 16383,'6'-8'0,"-2"-1"0,-3 7 0,1 0 0,0-3 0,1 5 0,0-5 0,0 3 0,-1 0 0,1-2 0,1 2 0,0 0 0,-1-1 0,1 1 0,0 0 0,-1-1 0,-1 0 0,3 0 0,-2 1 0,2 0 0,-1 0 0,-2 0 0,3-1 0,-3 1 0,3-2 0,-1 4 0,0-3 0,-1 2 0,1-2 0,-1 1 0,1 0 0,0-1 0,-1 2 0,1 0 0,0-1 0,-1 0 0,1 0 0,0-1 0,-1 2 0,1 0 0,0-1 0,-1 0 0,1 0 0,0-1 0,-2 0 0,2 1 0,-1-1 0,-3 12 0,1-6 0,-6 9 0,5-9 0,-2 1 0,0 0 0,2-1 0,-3 1 0,2 0 0,-2-1 0,3 1 0,-4 0 0,4-1 0,-3 1 0,2-1 0,-2 1 0,3 0 0,-2-1 0,0 1 0,2 0 0,-3-1 0,2 1 0,0 0 0,-1-1 0,2 1 0,-4 0 0,4-1 0,-3 1 0,2 0 0,-2-1 0,3 1 0,-4 0 0,2-1 0,0 1 0,-1-1 0,2 1 0,0 0 0,-1-1 0,2 1 0,-3 0 0,0-1 0,1 1 0,-1 0 0,3-1 0,-2 1 0,0 0 0,0-1 0,0 1 0,-1 0 0,3-1 0,-4 1 0,14-7 0,-8 2 0,10-5 0,-8 3 0,-1 3 0,1-4 0,-1 2 0,1-1 0,0 1 0,-1-2 0,1 2 0,0 0 0,1-1 0,-3 1 0,3 0 0,-3-1 0,2 2 0,1-2 0,-2 1 0,2-2 0,-3 2 0,1-1 0,3 1 0,-2 0 0,-1-1 0,4-1 0,-4 1 0,2-1 0,-2 3 0,-1-2 0,2 1 0,-1 0 0,1-2 0,0 4 0,-1-3 0,1 1 0,0 0 0,-1-2 0,1 2 0,0 0 0,-1-1 0,1 1 0,0-2 0,-1 1 0,1 1 0,0-2 0,-2 2 0,2 0 0,-1-3 0,2 4 0,-3-3 0,3 1 0,-3 0 0,4-1 0,-4 0 0,1 2 0,-1-1 0,2 1 0,-2-2 0,1 1 0,-4 14 0,2-8 0,-3 12 0,1-11 0,0-1 0,0 1 0,-1-1 0,2 1 0,-2 0 0,0-1 0,2 1 0,-2 0 0,1-1 0,0 1 0,0 0 0,-1-1 0,0 1 0,0 0 0,0-1 0,1 1 0,0 0 0,-2-1 0,2 1 0,-2 0 0,3-1 0,-4 2 0,2 0 0,0 0 0,-1-3 0,3 3 0,-4-3 0,4 3 0,-2-1 0,1 0 0,0-1 0,0 1 0,-1 0 0,2-1 0,-2 1 0,0 0 0,2-1 0,-2 1 0,1 0 0,0-1 0,0 1 0,-1-1 0,2 1 0,-2 0 0,0-1 0,2 1 0,-2 0 0,1-1 0,0 1 0,0 0 0,9-10 0,-6 3 0,7-7 0,-7 7 0,2 0 0,0 0 0,-2 1 0,1-2 0,1 1 0,-2-1 0,3 2 0,-3-1 0,2 2 0,-1-2 0,1 1 0,0 0 0,-1-1 0,1 1 0,0 0 0,-1-2 0,1 2 0,0-1 0,-1 1 0,1-2 0,-1 2 0,1-1 0,0 1 0,-1-2 0,1 4 0,0-3 0,3-3 0,-3 3 0,3-3 0,-3 5 0,-2-2 0,3 1 0,-3-2 0,3 2 0,-1-1 0,0 3 0,-1-4 0,2 1 0,0 0 0,-2-2 0,0 5 0,-1-3 0,2 1 0,0 0 0,-1-2 0,-1 2 0,7-3 0,-8 1 0,7 0 0,-7 1 0,2 2 0,-1-3 0,2 3 0,-1-4 0,-1 3 0,2 0 0,-1-3 0,1 7 0,0 1 0,-2 3 0,-2 1 0,0-4 0,0 1 0,-2 0 0,1-1 0,0 1 0,1 1 0,-2-2 0,2 1 0,-2 0 0,1 0 0,0 1 0,-2-1 0,2 0 0,0-1 0,-1 1 0,2 0 0,-2-1 0,-1 4 0,2-2 0,-4 0 0,5-2 0,-2-1 0,-1 3 0,2 0 0,-2 0 0,1-2 0,2 1 0,-4 0 0,2 3 0,-1-3 0,1 3 0,-2-3 0,2 1 0,-1-3 0,-1 3 0,2-3 0,-1 2 0,0 1 0,1-1 0,-1 2 0,-4 4 0,4-5 0,-5 5 0,6-6 0,0-1 0,-2 1 0,4 0 0,-3-1 0,2 1 0,-2 0 0,3-1 0,-4 1 0,1 4 0,0-3 0,-2 2 0,5-4 0,-2-1 0,1 4 0,-1-2 0,-1 1 0,2-1 0,-1 3 0,0-5 0,0 5 0,0-5 0,11-10 0,-6 6 0,6-10 0,-6 10 0,-3-1 0,4-1 0,-2 1 0,1-2 0,-1 3 0,2 0 0,-2-3 0,1 3 0,-1-3 0,2 1 0,-2-1 0,1 2 0,-1-2 0,6-3 0,-4 2 0,4-4 0,-4 6 0,-2 1 0,1 1 0,-1-2 0,2 1 0,-1-1 0,6-7 0,-6 7 0,5-5 0,-6 5 0,2 1 0,0-1 0,-1 0 0,1 0 0,0 1 0,-2-1 0,4-4 0,-3 4 0,4-4 0,-5 6 0,1-2 0,-1 1 0,2-1 0,-1 0 0,-1 1 0,2-1 0,-1-3 0,1 4 0,0-3 0,-1 5 0,-2-2 0,2-1 0,-1 2 0,0-3 0,1 3 0,-2-2 0,2 0 0,-1 1 0,0-1 0,0 0 0,-1 1 0,1-1 0,0 0 0,0 1 0,-5 13 0,0-8 0,-1 13 0,3-13 0,-1 0 0,0 4 0,0-3 0,-1 4 0,2-3 0,0-1 0,-1 1 0,0 0 0,0-1 0,-1 1 0,2 0 0,-2-1 0,3 1 0,-4-1 0,2 1 0,0 0 0,1-1 0,-1 1 0,2 0 0,-4-1 0,4 1 0,-3 0 0,2-1 0,-2 1 0,3 0 0,-4-1 0,4 1 0,-3 0 0,2-1 0,-2 3 0,1-2 0,0 1 0,0-2 0,0 1 0,2 0 0,-2-1 0,1 1 0,0 0 0,0-1 0,-1 1 0,2 0 0,-4-1 0,2 3 0,0-2 0,1 1 0,1-1 0,-2-1 0,2 1 0,-2 0 0,0-1 0,2 1 0,-2 0 0,1-1 0,0 1 0,0-1 0,1 3 0,0-2 0,0 1 0,0-1 0,0-1 0,5-10 0,-3 4 0,5-9 0,-5 8 0,2 2 0,-4-2 0,3 1 0,-1-2 0,0 1 0,1 0 0,-1 1 0,1-1 0,1 0 0,-3 1 0,4-1 0,-5 0 0,4 2 0,-2-3 0,1 3 0,-1-3 0,2 1 0,-2 0 0,0 0 0,3 1 0,-3-1 0,2 0 0,-1 1 0,-1-1 0,0 0 0,1 1 0,-1-1 0,2 0 0,-2 1 0,1 1 0,-1-3 0,2 2 0,0-2 0,-1 1 0,-1 1 0,1-1 0,-1 0 0,2 0 0,0 1 0,-1-1 0,1-1 0,0 1 0,-1-2 0,1 3 0,0-1 0,-2 0 0,1 1 0,-1-1 0,0 0 0,1 1 0,-1 1 0,2-3 0,0 1 0,-1-1 0,-1 0 0,1 3 0,-2-1 0,2-1 0,-2 0 0,2 1 0,-3-1 0,3 0 0,-2 1 0,2-1 0,-3 0 0,4 1 0,-4-1 0,2 0 0,-1 1 0,-2 13 0,2-6 0,-2 11 0,-1-13 0,2 1 0,-2 1 0,0 0 0,2 1 0,-2-1 0,1-1 0,0 1 0,-2 0 0,3-1 0,-2 1 0,0 0 0,2-1 0,-3 1 0,2-1 0,-2 1 0,3 0 0,-2-1 0,0 1 0,2 0 0,-3-1 0,2 1 0,-2 0 0,3-1 0,-2 1 0,0 0 0,2-1 0,-2 1 0,1 0 0,-1-1 0,-1 1 0,0 1 0,3-1 0,-4 0 0,2 4 0,-1-6 0,1 6 0,-2-5 0,2 3 0,0 0 0,-1-1 0,3-1 0,-4-1 0,4 1 0,-3 0 0,1-1 0,0 1 0,0 0 0,0-1 0,2 1 0,-3-1 0,2 3 0,-2-2 0,1 3 0,0-3 0,-1-1 0,1 4 0,-1-4 0,0 2 0,3-2 0,-2-1 0,1 4 0,0-2 0,-2 1 0,2-1 0,-2-1 0,3 1 0,-2-1 0,0 1 0,2 0 0,-2-1 0,1 3 0,0-2 0,0 1 0,1-1 0,5-14 0,-3 7 0,4-10 0,-3 11 0,-3-1 0,4-1 0,-2 1 0,0-2 0,1 3 0,-3-1 0,4-3 0,-2 2 0,0-1 0,-1 1 0,6-6 0,-6 5 0,7-5 0,-6 6 0,2 0 0,0 0 0,-2 1 0,-1-1 0,3 0 0,3-6 0,-2 5 0,3-5 0,-6 8 0,0-2 0,3 1 0,-4-1 0,4-2 0,-3 2 0,0 1 0,7-7 0,-5 6 0,6-6 0,-8 8 0,1-2 0,-1 1 0,2 1 0,0-3 0,-1 2 0,1-2 0,-2 1 0,6-4 0,-5 3 0,6-4 0,-7 5 0,1 1 0,-2-1 0,4 0 0,-3 1 0,2-1 0,-1 2 0,0-6 0,2 4 0,0-4 0,-2 4 0,-1 0 0,0 1 0,0-1 0,0 0 0,1 1 0,-1-1 0,2 0 0,-2 1 0,0-1 0,1 0 0,-3 1 0,4-1 0,-4 0 0,3 1 0,-1-1 0,0 0 0,2 1 0,-4-1 0,3 0 0,-1 13 0,0-6 0,0 11 0,-2-11 0,0 1 0,-2 1 0,2-1 0,-2 2 0,2-3 0,-1 1 0,0 0 0,0-1 0,-1 1 0,2-1 0,-2 1 0,0 3 0,2-3 0,-3 3 0,2-3 0,-1 0 0,1-1 0,0 1 0,0 1 0,-1-2 0,2 2 0,-4-2 0,4 1 0,-3 2 0,2-3 0,0 1 0,-1-1 0,2 1 0,-2 0 0,0-1 0,2 1 0,-2 0 0,1-1 0,0 1 0,0 0 0,-1-1 0,2 1 0,-4 0 0,4-1 0,-2 1 0,1 0 0,0-1 0,0 1 0,-1 1 0,2-1 0,-4 1 0,4-1 0,-3 0 0,2-1 0,0 1 0,-1 0 0,2-1 0,-4 1 0,4 0 0,-2-1 0,1 1 0,0 0 0,0-1 0,-1 1 0,1 0 0,-2-1 0,3 1 0,-2 0 0,1-1 0,0 1 0,-1 0 0,1-1 0,0 1 0,0-1 0,-1 1 0,2 0 0,-2-1 0,0 1 0,2 0 0,-2-1 0,1 1 0,0 0 0,0-1 0,1 3 0,0-2 0,-2-1 0,2 2 0,-2-2 0,2 2 0,-2-15 0,2 8 0,0-10 0,0 8 0,2 2 0,0-3 0,-2 1 0,3 0 0,-1 1 0,0 1 0,2-3 0,-4 1 0,3-2 0,-1 2 0,0 1 0,2-1 0,-2 0 0,0 1 0,1-1 0,-1 0 0,0 1 0,1-1 0,-1 0 0,0 1 0,1-1 0,-1 0 0,2 1 0,-2-1 0,0 0 0,1 1 0,-2-1 0,4 0 0,-5 0 0,3 2 0,-1-2 0,2 1 0,-2-2 0,1 1 0,-1-1 0,2 2 0,-2-2 0,1 3 0,-2-1 0,2-1 0,-1 0 0,0 1 0,1-1 0,-1 0 0,0 1 0,1-1 0,0 0 0,-1 0 0,4-1 0,-5 1 0,6-1 0,-7 1 0,3 0 0,-1 1 0,2-1 0,-2 0 0,1 2 0,-1-3 0,2 3 0,-2-3 0,1 1 0,-1 0 0,2 1 0,-2-1 0,1 0 0,-2 0 0,4 1 0,-5-1 0,5 0 0,-4 1 0,2-1 0,-1 0 0,2 1 0,-2-1 0,1 2 0,-1-3 0,0 3 0,1-4 0,-1 4 0,0-1 0,1-1 0,-1 2 0,0-3 0,2 3 0,-4-2 0,3 0 0,-1 1 0,0-1 0,2 0 0,-2 2 0,1-3 0,1 5 0,-2-5 0,3 4 0,-4-2 0,2 11 0,-3-6 0,0 8 0,0-6 0,0-1 0,-2 2 0,2 0 0,-2 0 0,2-2 0,0 1 0,0 1 0,0-1 0,0 2 0,0-3 0,0 1 0,-1 0 0,0-1 0,0 1 0,-1 0 0,2-1 0,-2 3 0,2-2 0,-2-1 0,2 2 0,-2-2 0,2 2 0,-1-2 0,0 1 0,0 0 0,-1 1 0,1-1 0,0 1 0,-1-1 0,2 1 0,-2-1 0,1 2 0,0-3 0,-2 3 0,2-2 0,-2 1 0,3-2 0,-2 1 0,0 1 0,2-1 0,-3 2 0,2-3 0,-2 3 0,3-2 0,-4 1 0,4-1 0,-3 1 0,2-1 0,-2 1 0,3-1 0,-4 1 0,4-1 0,-3 2 0,1-3 0,0 1 0,0-1 0,0 3 0,0-2 0,0 1 0,-1 0 0,2-1 0,-2 2 0,1-1 0,-2 1 0,2-1 0,-1 1 0,3-3 0,-4 1 0,4 0 0,-3-1 0,2 1 0,-2-1 0,3 1 0,-2 0 0,0-1 0,2 1 0,-2 0 0,1 1 0,0-1 0,-2 0 0,3 1 0,-2-3 0,0 3 0,2-1 0,-2 0 0,1-1 0,0 1 0,0 0 0,1 1 0,0-1 0,1-14 0,0 7 0,0-12 0,1 13 0,-2-1 0,4-1 0,-4 0 0,3 0 0,-2-1 0,2 4 0,-3-5 0,4 3 0,-2-2 0,3-2 0,-3 3 0,3-3 0,-4 3 0,2 2 0,-3-3 0,3 3 0,-1-4 0,2 3 0,-2-1 0,1 0 0,3-4 0,-2 3 0,3-4 0,-5 5 0,1 2 0,-2-3 0,2 3 0,-1-3 0,2 1 0,-1 0 0,-1 1 0,6-8 0,-4 6 0,3-5 0,-4 6 0,-1 0 0,0 1 0,3-1 0,-5 0 0,5 1 0,-3-1 0,5-6 0,-4 4 0,4-4 0,-5 8 0,0-1 0,1-1 0,-1 0 0,0-1 0,1 3 0,-1-3 0,2 2 0,3-7 0,-4 5 0,2-3 0,-4 6 0,0-2 0,2 1 0,-1-1 0,0-2 0,1 4 0,1-6 0,-2 5 0,3-6 0,-5 5 0,4 1 0,-4-1 0,3 0 0,1-1 0,0 1 0,1-1 0,-3 4 0,0 8 0,-2-2 0,0 5 0,0-6 0,0 0 0,-2-1 0,2 1 0,-2 0 0,2 1 0,-1-1 0,0 1 0,0-1 0,1 0 0,-2-1 0,2 1 0,-2 0 0,0 1 0,2-1 0,-2 1 0,2-1 0,0-1 0,-1 1 0,0 0 0,0-1 0,-1 1 0,1 0 0,0-1 0,-1 3 0,2-2 0,-2 1 0,1-1 0,0-1 0,-1 1 0,1 1 0,0 1 0,-2 0 0,3-1 0,-2-2 0,0 3 0,0-1 0,0 1 0,-1-1 0,1 1 0,0-2 0,0 3 0,1-3 0,0 1 0,-2-1 0,3-1 0,-2 1 0,0 0 0,2-1 0,-3 1 0,2 0 0,-2-1 0,3 1 0,-2-1 0,0 3 0,2-2 0,-3 1 0,2 0 0,-2-1 0,3 2 0,-2-3 0,0 1 0,2 0 0,-3-1 0,2 1 0,-2 0 0,2 1 0,-2-1 0,3 1 0,-2-1 0,0-1 0,2 1 0,-2 0 0,1-1 0,0 1 0,0 0 0,-1-1 0,2 1 0,-2 0 0,0-1 0,2 1 0,-2 0 0,1-1 0,0 3 0,-2-2 0,3 1 0,-4-1 0,4-1 0,-2 1 0,2 1 0,-1-1 0,0 1 0,3-16 0,0 8 0,2-12 0,-2 11 0,-1 2 0,1-3 0,0 3 0,3-7 0,-4 5 0,4-5 0,-3 7 0,0-5 0,1 5 0,-2-4 0,2 3 0,-1-1 0,0 0 0,1 1 0,-1-1 0,2 0 0,6-11 0,-6 9 0,5-10 0,-7 13 0,2-3 0,0 2 0,-1-1 0,1 1 0,-2-1 0,1 1 0,-1-1 0,2-1 0,6-4 0,-6 1 0,7-1 0,-9 4 0,2 3 0,-1-1 0,-1 0 0,2-1 0,0 1 0,-1-2 0,1 3 0,0-1 0,-1-1 0,6-7 0,-4 6 0,2-6 0,-4 9 0,-1-1 0,1-2 0,0 3 0,0-1 0,-1 0 0,0 1 0,1-1 0,-1-1 0,7-6 0,-5 4 0,3-5 0,-3 10 0,-2-3 0,1 1 0,1 0 0,-2-1 0,1 1 0,-2 0 0,2 1 0,-1-3 0,2 2 0,-2-1 0,1 1 0,-3 1 0,3-1 0,-2 0 0,2 0 0,-1 1 0,0-1 0,1 0 0,-2 1 0,2-1 0,-1 0 0,2 1 0,-2-1 0,1 2 0,-3 10 0,2-4 0,-2 8 0,-2-9 0,2 1 0,-2 0 0,2 1 0,0-1 0,-1 0 0,0 1 0,0-3 0,1 3 0,-2-1 0,2 0 0,-2-1 0,0 3 0,2-2 0,-2 1 0,1-1 0,-1 1 0,0-1 0,0 1 0,2-1 0,-2-1 0,2 1 0,-2 0 0,1-1 0,0 1 0,0 0 0,-1 3 0,0-3 0,0 3 0,0-3 0,1-1 0,-2 4 0,1-2 0,-1 1 0,3 0 0,-4-2 0,4 1 0,-3 0 0,2-1 0,-2 2 0,1-1 0,0-1 0,0 3 0,1-3 0,-1 3 0,0-3 0,-2 1 0,4 0 0,-3 1 0,1 0 0,0 1 0,-2-2 0,2 1 0,0 1 0,-1-3 0,1 3 0,-2-3 0,2 3 0,-1-3 0,2 3 0,-2-1 0,3-1 0,-3 2 0,0 0 0,0 1 0,1 1 0,-2-3 0,2-1 0,0 0 0,-1-1 0,3 3 0,-2-3 0,0 3 0,0-3 0,0 3 0,-1-3 0,1 1 0,0 1 0,0-2 0,1 3 0,0-3 0,-2 1 0,3-1 0,-4 1 0,4-1 0,-2 3 0,2-3 0,0 1 0,-1-1 0,0-1 0,0 1 0,-1 1 0,2-1 0,-2 2 0,2-3 0,0 1 0,3-13 0,-2 6 0,4-9 0,-5 9 0,2 1 0,1-4 0,-2 2 0,2-1 0,-1-1 0,0 2 0,0-1 0,-1 1 0,1 1 0,0-3 0,2 2 0,-2-1 0,1 1 0,-1 1 0,0-1 0,1-1 0,-1-1 0,2 0 0,0-2 0,-1 5 0,-1-5 0,2 5 0,-2-2 0,0 1 0,1-1 0,-1 1 0,2-2 0,-2 3 0,1-1 0,-1-1 0,1 1 0,0-3 0,1 3 0,-3-2 0,6-1 0,-5 3 0,3-3 0,-1 2 0,0 1 0,-2-2 0,3 1 0,-5 1 0,5-1 0,-3-1 0,2 2 0,0-1 0,-2 0 0,2-1 0,-3 0 0,6-2 0,-5 3 0,5-2 0,-4 2 0,1 1 0,-2-3 0,2 3 0,0-3 0,-1 3 0,1-3 0,0 3 0,-2-2 0,3 1 0,-3 1 0,3-3 0,-3 3 0,8-11 0,-6 9 0,6-8 0,-6 10 0,-1-1 0,-1 1 0,1-1 0,-1 1 0,2-1 0,0 1 0,-2-2 0,1 3 0,-1-1 0,0 0 0,1 1 0,-1-1 0,0 0 0,2 1 0,-2-1 0,1 0 0,-1 0 0,2 1 0,-4-1 0,3 0 0,-2 1 0,2-1 0,-1 0 0,0 1 0,1-1 0,-1 0 0,0 1 0,1-1 0,-2 13 0,1-6 0,-2 10 0,0-9 0,0 0 0,0 1 0,0-1 0,0 1 0,0-1 0,0 0 0,0 1 0,0-1 0,0 1 0,-2-1 0,1 0 0,0-1 0,1 3 0,-2-2 0,2 1 0,-2-2 0,2 1 0,0 1 0,-1-1 0,0 2 0,-1-3 0,2 1 0,-1 1 0,0-1 0,0 2 0,1-3 0,-2 1 0,2 0 0,-2-1 0,0 3 0,2-2 0,-2 1 0,2-2 0,-1 1 0,0 1 0,-2-1 0,3 2 0,-2-3 0,0 3 0,0-1 0,0 1 0,-1 1 0,3-3 0,-2 3 0,0-3 0,0 1 0,0-1 0,-1 0 0,3 1 0,-4-1 0,4 3 0,-3-3 0,2 3 0,-2-3 0,1 1 0,-2 2 0,2-1 0,-1 1 0,1 0 0,0-3 0,-2 2 0,2-1 0,-1-1 0,1 1 0,-2 0 0,2-1 0,0 3 0,-1-3 0,1 2 0,-2-1 0,2-1 0,-1 1 0,1-1 0,0 1 0,-1-1 0,1 2 0,-2-3 0,0 1 0,2-1 0,-1 3 0,1-2 0,0 1 0,-1-1 0,0-1 0,1 1 0,-1 0 0,1 1 0,-2-1 0,2 1 0,-1-1 0,1-2 0,0 3 0,-1-3 0,6-11 0,-3 6 0,6-13 0,-4 13 0,1-1 0,-3 0 0,4 1 0,-2-1 0,0 0 0,1 1 0,-3-1 0,3 0 0,0 1 0,-1-1 0,1 0 0,-1 0 0,1 1 0,1-1 0,-2 0 0,1 1 0,-1-3 0,2 2 0,0-1 0,-1 1 0,1 1 0,0-1 0,-1-1 0,3 1 0,-2-2 0,1 1 0,-1 1 0,-1-1 0,1-1 0,0 2 0,1-3 0,-1 3 0,1-1 0,2-2 0,-3 2 0,3-3 0,-3 4 0,1-2 0,-1 1 0,2 1 0,-3-3 0,3 3 0,-2-3 0,1 3 0,0-1 0,-1-1 0,1 2 0,1-1 0,-2 0 0,1 1 0,-1-2 0,1 3 0,-1-3 0,1 2 0,-1-1 0,1 0 0,-1 0 0,2 0 0,-3 1 0,1-1 0,0 1 0,-1-1 0,2 1 0,0 0 0,-2 1 0,2-1 0,-1-3 0,2 3 0,-1-3 0,-1 3 0,-1 0 0,1 1 0,0-1 0,-1 0 0,1 0 0,-2 1 0,1-1 0,-1 0 0,2 1 0,0-1 0,-1 2 0,1-3 0,-2 3 0,1-4 0,-1 4 0,2-1 0,-1-1 0,1 0 0,0-1 0,-2 1 0,1 2 0,-1-1 0,2 1 0,-2-2 0,-1 0 0,-2 15 0,0-7 0,0 11 0,-1-13 0,2 1 0,-2 1 0,0 0 0,2 1 0,-2-1 0,1-1 0,0 1 0,-2-1 0,3 1 0,-4 0 0,2 8 0,-1-8 0,0 7 0,0-9 0,1 3 0,0-1 0,0 2 0,1-3 0,0 1 0,-2 0 0,3-1 0,-4 2 0,1 8 0,-1-6 0,0 5 0,1-7 0,2-1 0,-2 1 0,3 1 0,-4-2 0,4 1 0,-3 0 0,1-1 0,0 1 0,-7 12 0,8-10 0,-7 11 0,6-14 0,-1 3 0,0-3 0,3 3 0,-4-3 0,2 3 0,0-3 0,-1 1 0,3 1 0,-7 8 0,4-7 0,-2 7 0,3-9 0,1-1 0,-1 1 0,0-1 0,0 0 0,0 1 0,2-1 0,-2 1 0,1-1 0,-3 6 0,1-5 0,-1 5 0,3-4 0,-2-2 0,2 1 0,0-1 0,1-1 0,3-12 0,-2 6 0,2-11 0,-1 12 0,-2-1 0,2-1 0,-1 0 0,1-8 0,2 7 0,0-7 0,-2 8 0,1-1 0,-3-1 0,4 2 0,-2-1 0,0 0 0,-1 1 0,1-2 0,2-4 0,0 5 0,-1-5 0,1 6 0,-2 0 0,1-1 0,-1 1 0,2-1 0,-2 1 0,0-1 0,1 0 0,-1 0 0,8-8 0,-6 7 0,5-10 0,-7 12 0,2-1 0,0 0 0,-1 1 0,1-2 0,-2 1 0,1 1 0,-1-1 0,2-1 0,0 2 0,4-9 0,-3 7 0,2-7 0,-4 8 0,-1 0 0,2 1 0,-1-1 0,1 1 0,-2-1 0,1-1 0,-1 2 0,2-1 0,-2 1 0,3-1 0,-4 1 0,4-1 0,-3-1 0,0 2 0,1 1 0,-1-2 0,0 2 0,1-2 0,-1 1 0,0 0 0,2 1 0,-4-1 0,3 0 0,-1 1 0,2-1 0,-2 0 0,1 1 0,-2-1 0,2 0 0,-1 1 0,0-1 0,-1 0 0,1 1 0,-1-1 0,2 0 0,-1 1 0,1-1 0,1 0 0,-2 0 0,0 1 0,-1-1 0,1 0 0,2 2 0,0-1 0,-2 11 0,-2-6 0,-1 8 0,0-6 0,1-1 0,-2 1 0,2 0 0,-2-1 0,0 1 0,2-1 0,-2 1 0,1 0 0,0-1 0,0 1 0,-1 0 0,2-1 0,-2 1 0,0 1 0,2-1 0,-3 0 0,2 1 0,0-3 0,-1 4 0,0-1 0,0-1 0,0 1 0,1-1 0,0-1 0,-1 1 0,1 0 0,0 1 0,-2-1 0,3 1 0,-4-1 0,4 0 0,-3-1 0,2 1 0,-2 0 0,3-1 0,-4 4 0,4-2 0,-3 2 0,1-4 0,0 1 0,0 1 0,0-1 0,2 1 0,-3-1 0,2 1 0,-2-1 0,3 2 0,-4-1 0,2-1 0,0 3 0,-3-1 0,4 1 0,-3-1 0,3 0 0,-2-1 0,2 1 0,-2-2 0,1 2 0,0-1 0,-1-1 0,2 3 0,-2-3 0,1 3 0,0-3 0,-1 3 0,1-3 0,-2 4 0,2-3 0,-1 2 0,2-4 0,-2 3 0,3-2 0,-4 1 0,4-1 0,-3 1 0,2-1 0,0 1 0,-1-1 0,2 0 0,-4-1 0,4 1 0,-3 0 0,1 1 0,-1-1 0,2 1 0,-1-1 0,2-1 0,-2 1 0,1 0 0,0-1 0,-1 1 0,1 0 0,0-1 0,0 1 0,-1 0 0,7-15 0,-6 6 0,8-9 0,-7 9 0,2 3 0,-1-2 0,1 0 0,0 1 0,0-3 0,0 2 0,0-1 0,0 1 0,1 1 0,-3-1 0,4 0 0,-2 1 0,0-3 0,1 2 0,-1-1 0,2 0 0,1-6 0,-1 4 0,1-3 0,-3 5 0,3 0 0,-4 0 0,4 0 0,-3 1 0,1-3 0,-1 3 0,2-2 0,-2 1 0,1 1 0,-1-3 0,5-2 0,-6 3 0,6-3 0,-5 4 0,1 1 0,-1-2 0,2 1 0,-2 1 0,1-3 0,1 3 0,0-1 0,-2 1 0,1 0 0,-1-1 0,1 1 0,4-6 0,-4 5 0,4-4 0,-5 5 0,1-1 0,1 1 0,0-1 0,-1 1 0,1 0 0,-2 1 0,1-1 0,-1 0 0,2-1 0,-2 1 0,6-6 0,-6 5 0,6-4 0,-6 5 0,1 1 0,1-1 0,0 0 0,-2 1 0,1-1 0,-1 0 0,2 1 0,-1-3 0,-1 2 0,3 1 0,1-6 0,-2 6 0,3-6 0,-5 6 0,2-1 0,-1 0 0,1 1 0,-2-1 0,1 2 0,-1-3 0,2 4 0,-1-4 0,1 3 0,0-1 0,-1 1 0,-1-2 0,2 2 0,-2-1 0,1 1 0,3-5 0,-2 6 0,-1-3 0,-1 11 0,-4-2 0,2 4 0,-2-6 0,2 1 0,-1 0 0,0-1 0,0 1 0,1 1 0,-2-1 0,2 5 0,-4-5 0,4 3 0,-2-3 0,2 0 0,-1 1 0,0-1 0,0 1 0,1-1 0,-2-1 0,2 1 0,-5 9 0,4-6 0,-2 6 0,1-9 0,1-1 0,-2 3 0,3-2 0,-2 1 0,-6 23 0,4-18 0,-4 18 0,6-23 0,0-1 0,2 1 0,-3-1 0,2-1 0,-2 3 0,3-2 0,-4 1 0,4-1 0,-3-1 0,2 1 0,-2 0 0,3-1 0,-4 1 0,4 0 0,-2-1 0,1 1 0,0 0 0,-2-1 0,3 1 0,-2 0 0,0-1 0,0 1 0,0-1 0,-1 3 0,2-2 0,-2-1 0,1 2 0,0-2 0,-1 2 0,2-1 0,0-1 0,-1 1 0,0 0 0,0-1 0,-1 1 0,1 0 0,0-1 0,0 1 0,0 0 0,2-1 0,-3 1 0,2-1 0,-2 1 0,3 0 0,-2-1 0,0 1 0,7-15 0,-6 8 0,8-12 0,-7 11 0,3 0 0,-2 0 0,2 1 0,-1-1 0,0 0 0,1 1 0,-1-1 0,0-1 0,2 2 0,-2-3 0,1 3 0,1-2 0,-2 1 0,1 1 0,-1-1 0,2 0 0,-2 1 0,1-1 0,-1 0 0,2-1 0,0-1 0,-1 0 0,1 1 0,0 1 0,1-2 0,-1 1 0,0-2 0,-1 2 0,-1 1 0,1-2 0,1 3 0,0-1 0,-1 0 0,1 1 0,0-3 0,-1 2 0,1-1 0,0 1 0,-1 1 0,1-1 0,0 0 0,-1 0 0,1-1 0,-2 1 0,1-1 0,-1 1 0,2 0 0,-2 1 0,1-1 0,-1 0 0,0 1 0,1-1 0,-1 0 0,2 1 0,0-1 0,-2 0 0,1-1 0,-1 1 0,2-3 0,-1 4 0,-1-1 0,2 1 0,-2 0 0,0-1 0,-1 0 0,1 1 0,0-1 0,0 0 0,1 1 0,-2-1 0,2 0 0,-1 1 0,0-1 0,1 0 0,-2 1 0,2-1 0,-3 0 0,4 0 0,-4 1 0,2-1 0,-1 0 0,1 1 0,0-1 0,1 0 0,-1 2 0,2-1 0,-3 12 0,0-6 0,-5 9 0,4-9 0,-2 1 0,1-1 0,0 1 0,0 0 0,-1 1 0,2-1 0,-2 1 0,0-1 0,2 0 0,-2-1 0,1 3 0,0-2 0,0 1 0,-1-1 0,2-1 0,-2 1 0,0 0 0,2 1 0,-3-1 0,2 1 0,0-1 0,-1 1 0,2-1 0,-2 1 0,2-1 0,-2 1 0,2-1 0,-3 3 0,2-3 0,-2 2 0,3-1 0,-4-1 0,2 3 0,0-3 0,-1 1 0,2 0 0,-2-1 0,3 3 0,-3-3 0,2 3 0,-2-3 0,2 3 0,-2-3 0,1 3 0,0-3 0,-1 3 0,2-3 0,-2 3 0,3-3 0,-4 1 0,4 1 0,-3-2 0,2 3 0,-4-2 0,5 3 0,-5-3 0,4 1 0,-2-1 0,3-1 0,-2 1 0,0-1 0,0 0 0,0 1 0,-1-1 0,2 1 0,0 0 0,-1-1 0,0 3 0,0-3 0,0 2 0,1-3 0,0 1 0,-2 0 0,3-1 0,-2 1 0,0 1 0,2-1 0,-3 2 0,2-3 0,0 1 0,1 1 0,0-1 0,0 1 0,3-16 0,-2 8 0,4-12 0,-5 11 0,3 1 0,-2-1 0,2 0 0,-3 0 0,4 1 0,-4-1 0,3-1 0,-2 1 0,2-2 0,-3 3 0,4-1 0,-2 0 0,0 1 0,1-1 0,-3-1 0,4 1 0,-4-2 0,3 3 0,-1-1 0,0 0 0,1 0 0,0-1 0,0 1 0,-1-1 0,1 1 0,-1 0 0,0-1 0,2 1 0,-2-3 0,1 3 0,1-1 0,-2-1 0,1 2 0,-1-1 0,2 0 0,0 1 0,-1-2 0,1 1 0,0 1 0,-1-1 0,1 1 0,0-1 0,-2 0 0,1 0 0,-1 0 0,2 1 0,-1-2 0,1 3 0,-1-3 0,1 2 0,0-1 0,-1 1 0,1 1 0,0-3 0,-1 2 0,3-3 0,-2 3 0,1-1 0,-1 1 0,-2 1 0,1-1 0,1 0 0,-2 1 0,3-1 0,-3 0 0,2 0 0,-2 1 0,1-1 0,-1 0 0,1 1 0,0-1 0,0 0 0,-1 1 0,0-1 0,1 0 0,-1 1 0,2-1 0,-1 0 0,-1 1 0,2-1 0,-4 0 0,3 0 0,-1 1 0,0-1 0,2 0 0,-2 2 0,-2 10 0,1-3 0,-2 6 0,1-7 0,0 0 0,-2-1 0,2 1 0,-2 0 0,0-1 0,2 1 0,-3-1 0,1 6 0,-1-4 0,2 3 0,-1-4 0,0 0 0,0-1 0,0 1 0,1 0 0,0-1 0,-2 1 0,3 0 0,-2-1 0,0 1 0,2 0 0,-6 7 0,4-5 0,-3 6 0,4-9 0,-1 1 0,0 0 0,0-1 0,0 1 0,0 1 0,0-1 0,-1 2 0,3-3 0,-9 9 0,8-5 0,-6 5 0,6-6 0,-1-3 0,-1 1 0,0 0 0,3-1 0,-2 3 0,1-2 0,0 1 0,-2-1 0,2-1 0,-5 9 0,5-6 0,-4 5 0,3-7 0,2 0 0,-4-1 0,4 1 0,-2 0 0,1 1 0,-1 4 0,-2-4 0,2 3 0,0-6 0,2 2 0,0 1 0,0-1 0,4-14 0,-2 7 0,2-12 0,-3 11 0,1 1 0,-2-1 0,2 0 0,0 1 0,-2-1 0,3 0 0,-2 0 0,2-1 0,-1 1 0,0-1 0,-1 1 0,1-1 0,0 1 0,2-3 0,-2 3 0,1-2 0,-3 3 0,4-1 0,-2 0 0,0 1 0,1-1 0,-1 0 0,0 1 0,1-1 0,-2-1 0,2 0 0,-1 0 0,0 1 0,1 1 0,-2-1 0,2 0 0,-1-1 0,2 1 0,-2-1 0,1 1 0,-3 0 0,5-1 0,-2-1 0,2 1 0,-2-1 0,0 3 0,0-3 0,-1 2 0,1-1 0,1 1 0,-2 0 0,1 1 0,-1-3 0,2 2 0,0-1 0,-2 1 0,1 1 0,-1-1 0,2-1 0,-1 1 0,1-2 0,-2 3 0,1-1 0,-1 2 0,0-3 0,2 3 0,-2-4 0,0 3 0,1-1 0,-3 0 0,3 0 0,0 1 0,0-1 0,-1 0 0,1 2 0,-2-3 0,2 3 0,-3-3 0,5 1 0,-4 0 0,4 2 0,-3-1 0,0 11 0,0-6 0,-2 8 0,-2-8 0,2 1 0,-2 1 0,2 0 0,0 3 0,-2-3 0,2 1 0,-2-1 0,2-1 0,-1 1 0,0 0 0,0-1 0,1 3 0,-2-2 0,2 1 0,-4-1 0,4-1 0,-2 1 0,1 1 0,0-1 0,0 1 0,1-1 0,-2 0 0,2-1 0,-4 1 0,4 0 0,-2-1 0,1 1 0,0 1 0,0-1 0,-1 2 0,1-3 0,0 1 0,-1 0 0,2-1 0,-2 1 0,1 0 0,0-1 0,-2 1 0,2-1 0,0 1 0,-1 0 0,2-1 0,-2 1 0,0 0 0,2-1 0,-2 1 0,1 0 0,0-1 0,0 1 0,-1 0 0,2-1 0,-4 1 0,4 0 0,2-16 0,-2 9 0,4-12 0,-3 11 0,0 1 0,0-1 0,1 0 0,-2 1 0,2-1 0,0 0 0,-2 1 0,2-1 0,-1 0 0,0 1 0,0-1 0,1 0 0,-2 0 0,4 1 0,-1-7 0,1 4 0,0-4 0,-3 6 0,1 1 0,0-1 0,0 0 0,0 1 0,-1-1 0,5-6 0,-3 4 0,3-2 0,-6 4 0,4 2 0,-2-3 0,1 1 0,-1-1 0,0 1 0,1 0 0,-2 1 0,4-1 0,-3 0 0,0 1 0,0-1 0,-1 0 0,0 0 0,2 1 0,-1-1 0,2 0 0,-2 1 0,1-1 0,-3 0 0,3 1 0,1 1 0,0 0 0,1 2 0,-1 2 0,-2 3 0,0-1 0,-2 3 0,0-3 0,0 0 0,0 2 0,-2-1 0,2 2 0,-2-4 0,0 1 0,2 0 0,-2-1 0,1 1 0,-3 3 0,2-3 0,-2 3 0,3-3 0,0 0 0,0-1 0,-1 1 0,0 0 0,0-1 0,0 1 0,1-1 0,0 1 0,-5 5 0,4-4 0,-4 3 0,5-4 0,0-1 0,-1 1 0,0 0 0,0-1 0,0 1 0,1 0 0,0-1 0,-2 1 0,-1 6 0,2-5 0,-3 5 0,3-6 0,0 0 0,0-1 0,1 1 0,0 0 0,-2-1 0,3 1 0,-2 0 0,-1 4 0,2-3 0,-4 4 0,5-6 0,-2 1 0,0-1 0,2 1 0,-3 0 0,2-1 0,-2 1 0,3 0 0,-5-2 0,2-7 0,-1 3 0,3-4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31:37.213"/>
    </inkml:context>
    <inkml:brush xml:id="br0">
      <inkml:brushProperty name="width" value="0.2" units="cm"/>
      <inkml:brushProperty name="height" value="1.2" units="cm"/>
      <inkml:brushProperty name="color" value="#008C3A"/>
      <inkml:brushProperty name="inkEffects" value="pencil"/>
    </inkml:brush>
  </inkml:definitions>
  <inkml:trace contextRef="#ctx0" brushRef="#br0">0 39 16383,'2'10'0,"-2"0"0,2-8 0,-2 2 0,1 1 0,0-1 0,1 1 0,-1-1 0,0 0 0,0-1 0,1 1 0,-2 0 0,2-1 0,-1 1 0,0 0 0,2-1 0,-3 1 0,2 0 0,0-1 0,-2 1 0,2-1 0,-1 1 0,0 0 0,0-1 0,1 1 0,-2 0 0,2-1 0,0 1 0,-2 0 0,2-1 0,-1 1 0,1 0 0,0-1 0,2 1 0,-4 0 0,3-1 0,-2 1 0,2 0 0,-3-1 0,4 1 0,-2-1 0,1 1 0,-1 0 0,2-1 0,-2 1 0,1 0 0,1-1 0,0 1 0,-2 0 0,1-2 0,-1 3 0,0-3 0,1 2 0,-1-1 0,0-1 0,1 2 0,-1-1 0,2 1 0,0-2 0,-2 1 0,1-1 0,-1 2 0,2 0 0,-1-1 0,1-1 0,-2 1 0,1-1 0,-1 2 0,2-2 0,0 1 0,-2-1 0,1 2 0,1 0 0,0-1 0,1 1 0,-2 0 0,1-1 0,0 1 0,-2 0 0,1-2 0,-1 1 0,2-1 0,-2 2 0,1-1 0,-1-1 0,2 1 0,-1 0 0,-1 0 0,2 1 0,-2-2 0,1 1 0,1 1 0,0-2 0,-2 3 0,1-3 0,-1 0 0,2 1 0,-1 1 0,1-2 0,-1 3 0,0-3 0,0 0 0,0 2 0,0-2 0,2 0 0,-3 1 0,1-1 0,1 0 0,0 1 0,-2-1 0,3 2 0,-3 0 0,3-2 0,-1 1 0,0-1 0,-1 1 0,1 1 0,0-2 0,-1 1 0,1-2 0,0 4 0,-1-5 0,1 5 0,-1-4 0,-1 2 0,3-3 0,-2 4 0,2-2 0,-1 1 0,-1-1 0,1 2 0,0-4 0,-1 3 0,1-1 0,0 0 0,-1 2 0,1-4 0,0 3 0,-1-2 0,1 2 0,0-3 0,-1 4 0,1-4 0,-1 3 0,1-2 0,0 2 0,-1-3 0,1 3 0,0-2 0,-1 2 0,1-2 0,0 0 0,-1 1 0,1 0 0,0 0 0,-1-1 0,1 1 0,0-2 0,-1 4 0,1-4 0,0 2 0,-1-1 0,1 0 0,-1 2 0,1-3 0,0 2 0,-1 0 0,1-2 0,0 2 0,-1-1 0,1 0 0,0 2 0,-1-3 0,1 2 0,0 0 0,-1-2 0,1 2 0,0-1 0,-1 0 0,1 0 0,1 1 0,-1-2 0,1 2 0,-1 0 0,0-2 0,-1 2 0,1-1 0,0 0 0,-1 0 0,1 1 0,1-2 0,-1 2 0,2-2 0,-3 0 0,1 2 0,0-2 0,-1 2 0,3-2 0,-2 1 0,1 0 0,0 0 0,-1 1 0,1-2 0,-1 2 0,0-2 0,-1 1 0,1 0 0,1 0 0,-1 1 0,2-1 0,-1 0 0,-1-1 0,1 2 0,-1-2 0,0 2 0,-1-1 0,2 0 0,0 0 0,1-1 0,-2 0 0,2 2 0,-3-2 0,1 2 0,1 0 0,-1-2 0,2 2 0,-3-2 0,3 0 0,-2 1 0,3 0 0,-3 0 0,1-1 0,-1 0 0,-1 0 0,2 0 0,-1 0 0,3 2 0,-3-2 0,2 2 0,-3-2 0,3 0 0,-1 0 0,1 0 0,3 0 0,-5 2 0,3-2 0,-3 2 0,-1-2 0,2 0 0,0 0 0,0 0 0,-2 0 0,1 0 0,1 0 0,-1 0 0,2 0 0,1 0 0,-3 0 0,3 0 0,-3 0 0,-1 0 0,3 0 0,-2 0 0,1 0 0,-2 0 0,1 0 0,1 0 0,-1 0 0,2 0 0,-3 0 0,3 0 0,-2 1 0,1 0 0,-1 0 0,-1-1 0,3 0 0,-2 0 0,1 0 0,0 0 0,-1 0 0,1 0 0,-1 0 0,0 0 0,1 0 0,-1 0 0,1 0 0,-1 0 0,0 0 0,1 0 0,-1 0 0,1 0 0,-1 0 0,0 0 0,-1 2 0,3-2 0,-2 2 0,1-2 0,-1 0 0,-1 0 0,2 0 0,-1 0 0,2 0 0,-3 0 0,1 0 0,3 2 0,-3-2 0,3 2 0,-3-2 0,0 0 0,1 0 0,-1 0 0,1 0 0,-1 0 0,0 0 0,1 0 0,-1 0 0,1 0 0,-1 0 0,-1 0 0,3 0 0,-2 0 0,1 0 0,-1 0 0,-1 0 0,3 0 0,-2 0 0,1 0 0,-1 0 0,-1 0 0,3 0 0,-2 0 0,1 0 0,-2 0 0,1 0 0,1 0 0,-1 0 0,2 0 0,-3 0 0,1 0 0,1 0 0,-1 0 0,2 0 0,-3 0 0,1 0 0,1 0 0,-1 0 0,2 0 0,-3 0 0,1 0 0,1 0 0,-1 0 0,1 0 0,-1 0 0,0 0 0,3 0 0,-3 0 0,5 0 0,-5 0 0,1 0 0,-1 0 0,-1-2 0,1 2 0,0-2 0,1 2 0,-1 0 0,1 0 0,-1 0 0,-1 0 0,3 0 0,-2 0 0,1 0 0,-1 0 0,-1 0 0,3-2 0,-2 2 0,1-2 0,-1 2 0,-1 0 0,3 0 0,-2 0 0,1 0 0,-1 0 0,-1 0 0,1-1 0,-1 0 0,1 0 0,5 1 0,-5 0 0,5-2 0,-5 2 0,-1-2 0,3 2 0,-2 0 0,1 0 0,3-2 0,-3 2 0,4-2 0,-6 2 0,1-1 0,0 0 0,-1 0 0,3 1 0,-2 0 0,1 0 0,-1-2 0,-1 1 0,1 0 0,1 1 0,-1-2 0,2 2 0,-3-2 0,1 2 0,0-1 0,1 0 0,-1-1 0,1 2 0,-1-1 0,-1 0 0,1 0 0,1 1 0,-1-2 0,2 2 0,-3-2 0,1 0 0,0 2 0,-1-2 0,4 1 0,-2 0 0,2 0 0,-4-1 0,1 2 0,-1-2 0,3 0 0,-2 2 0,1-2 0,-1 2 0,-1-1 0,1 0 0,0 0 0,1-1 0,-1 2 0,1-2 0,-1 0 0,0 2 0,1-2 0,-3 1 0,3 0 0,-1 0 0,0-1 0,1 2 0,0-2 0,-1 2 0,2-2 0,-3 2 0,1-2 0,8-1 0,-7 2 0,7-2 0,-8 3 0,0-2 0,-1 2 0,1-2 0,1 1 0,-1 0 0,1 0 0,-1 1 0,5-2 0,-5 0 0,5 0 0,-5 0 0,-1 2 0,1-1 0,0 0 0,-1-1 0,3 2 0,-1-1 0,1 0 0,-1-2 0,-1 3 0,-1-2 0,3 0 0,-2 2 0,1-2 0,-1 1 0,-1 0 0,1 0 0,3-1 0,-3 2 0,3-2 0,-3 2 0,-2-2 0,3 2 0,-3-2 0,4 1 0,-3 0 0,1 0 0,-1-1 0,1 2 0,0-4 0,-1 4 0,1-2 0,0 1 0,-1 0 0,1 0 0,0-1 0,-1 2 0,1-4 0,0 4 0,-1-3 0,1 1 0,0-1 0,-1 0 0,1 3 0,0-3 0,-1 2 0,1-2 0,-1 2 0,1-2 0,0 1 0,-1 0 0,1 0 0,0 1 0,-1-1 0,1 0 0,0-2 0,-1 2 0,1 0 0,0-1 0,-2 1 0,3 0 0,-3-1 0,3 2 0,-1-2 0,0 3 0,-1-4 0,1 2 0,0 0 0,-1-1 0,1 3 0,-1-4 0,1 4 0,0-3 0,4-1 0,-3 1 0,2-1 0,-4 3 0,-1-1 0,4 1 0,-2-1 0,1-2 0,-1 2 0,-1-1 0,1 2 0,0-2 0,-1 3 0,1-4 0,-1 2 0,1 0 0,0-1 0,-1 3 0,1-4 0,0 2 0,-1 0 0,1-1 0,0 3 0,-1-2 0,1 0 0,0 0 0,-1 0 0,1-1 0,0 1 0,-1 0 0,1-1 0,0 2 0,-1-2 0,1 1 0,-1-2 0,1 2 0,-2-1 0,1 1 0,1-2 0,0 2 0,0-1 0,-1 1 0,1-2 0,0 2 0,-1-1 0,1 1 0,-2 0 0,1-2 0,1-1 0,0 2 0,-2-3 0,1 4 0,-3-2 0,4-1 0,-2 2 0,0-2 0,-1 1 0,1 2 0,-2-5 0,2 5 0,-2-3 0,0 1 0,1 0 0,0 1 0,0-1 0,-1-1 0,0 1 0,0-2 0,0 2 0,0 1 0,0-3 0,0 2 0,0-1 0,0 1 0,0 1 0,2-1 0,-1 0 0,0 1 0,-1-3 0,0 2 0,0-1 0,0 1 0,0 1 0,0-3 0,0 2 0,0-1 0,0 1 0,0 0 0,0-1 0,0 1 0,0-1 0,0 1 0,0 0 0,0-1 0,0 1 0,0-1 0,2 1 0,-2 0 0,2 0 0,-1 1 0,0-1 0,0-1 0,1 2 0,-2-2 0,2 2 0,0-1 0,-2-2 0,2 3 0,-1-1 0,0 0 0,0 1 0,-1-3 0,0 2 0,0-1 0,-1 1 0,-1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31:48.397"/>
    </inkml:context>
    <inkml:brush xml:id="br0">
      <inkml:brushProperty name="width" value="0.2" units="cm"/>
      <inkml:brushProperty name="height" value="1.2" units="cm"/>
      <inkml:brushProperty name="color" value="#008C3A"/>
      <inkml:brushProperty name="inkEffects" value="pencil"/>
    </inkml:brush>
  </inkml:definitions>
  <inkml:trace contextRef="#ctx0" brushRef="#br0">19 1 16383,'-2'9'0,"0"0"0,2-6 0,0 1 0,0 1 0,0-1 0,0 2 0,-1-3 0,0 1 0,0 0 0,1 1 0,0-1 0,0 1 0,0-1 0,0 0 0,-2-1 0,2 1 0,-2-1 0,2 3 0,0-2 0,0 1 0,0-1 0,0-1 0,0 3 0,0-2 0,0 1 0,0-1 0,0-1 0,0 4 0,0-2 0,0 2 0,0-4 0,0 1 0,0 1 0,0-1 0,0 1 0,0-1 0,0 0 0,0 1 0,0-1 0,0 3 0,0-3 0,0 1 0,0-1 0,0 0 0,0 1 0,0-1 0,0 1 0,0-1 0,0-1 0,0 3 0,0-2 0,0 1 0,0-1 0,0-1 0,0 3 0,0-2 0,0 1 0,0-1 0,0-1 0,0 3 0,0-2 0,0 1 0,0-1 0,0-1 0,0 2 0,0 1 0,0 0 0,0-1 0,0-1 0,0-1 0,0 3 0,0-2 0,0 1 0,0-1 0,0 1 0,0-1 0,0 1 0,0-1 0,0 1 0,0-1 0,0 2 0,-2-3 0,2 1 0,-2-1 0,2 3 0,0-2 0,0 1 0,0-1 0,0-1 0,0 3 0,-1-2 0,0 1 0,0-1 0,1 1 0,0-1 0,0 1 0,0-1 0,0 0 0,0 1 0,0-1 0,0 1 0,0-1 0,0-1 0,0 3 0,0-2 0,0 1 0,0 0 0,0-1 0,0 2 0,0-3 0,0 1 0,0 1 0,0-1 0,0 2 0,0-3 0,0 1 0,0 1 0,0-1 0,0 1 0,0-1 0,0 0 0,0 1 0,0-1 0,0 1 0,0-1 0,1 0 0,0-1 0,0 1 0,-1 1 0,0-1 0,0 2 0,0-3 0,0 1 0,0 1 0,0-1 0,0 1 0,0-1 0,0 0 0,2 1 0,-2-1 0,2 1 0,-2-1 0,0 0 0,0 1 0,0-1 0,0 1 0,0-1 0,0 0 0,0 1 0,0-1 0,0 1 0,0-1 0,0-1 0,0 3 0,2-2 0,-2 1 0,2-1 0,-2-1 0,0 3 0,0-2 0,0 1 0,0-1 0,0-1 0,1 3 0,0-2 0,0 1 0,-1-1 0,0-1 0,0 2 0,0-1 0,0 2 0,0-3 0,0 1 0,2 0 0,-2-1 0,2 1 0,-2 1 0,0-1 0,0 2 0,0-3 0,2 1 0,-2 0 0,2-1 0,-2 2 0,0 0 0,0 0 0,0-2 0,0 1 0,0 1 0,0-1 0,1 2 0,0-3 0,0 1 0,-1 1 0,0-1 0,0 2 0,0-3 0,0 1 0,2 1 0,-2-1 0,2 2 0,-2-3 0,0 1 0,0 1 0,0-1 0,0 1 0,0-1 0,0 0 0,0 1 0,0-1 0,0 1 0,0-1 0,0 0 0,0 1 0,0-1 0,0 1 0,0-1 0,0 0 0,0 1 0,0-1 0,0 1 0,0-1 0,0-1 0,0 3 0,0-2 0,2 1 0,-2-1 0,2-1 0,-2 3 0,0-2 0,0 1 0,0-1 0,0-1 0,0 3 0,0-2 0,0 1 0,0-1 0,0-1 0,0 2 0,0-1 0,0 2 0,0-1 0,0-1 0,0 1 0,0-1 0,0 0 0,0 1 0,0-1 0,1 1 0,0-1 0,0 0 0,-1 1 0,0-1 0,0 1 0,0 0 0,0-1 0,0 2 0,0-3 0,0 1 0,0 1 0,0-1 0,0 2 0,0-3 0,0 1 0,0 1 0,0-1 0,0 2 0,0-3 0,0 1 0,0 1 0,0-1 0,0 1 0,0-1 0,0 0 0,0 1 0,2-1 0,-2 1 0,2-1 0,-2 0 0,0 1 0,0-1 0,0 1 0,0-1 0,0 0 0,0 1 0,0-1 0,0 1 0,0-1 0,0-1 0,0 3 0,0-2 0,0 3 0,0-3 0,0 3 0,0-3 0,0 1 0,0-1 0,0-1 0,0 3 0,0-2 0,0 1 0,0-1 0,0-1 0,0 2 0,0 0 0,0 0 0,0-2 0,0 1 0,0 1 0,0-1 0,0 2 0,0-3 0,0 1 0,0 1 0,0 1 0,0 0 0,0-1 0,0-1 0,0-1 0,0 2 0,0 0 0,0 0 0,0-2 0,1 1 0,0 0 0,0-1 0,-1 4 0,0-2 0,0 2 0,0-4 0,0 1 0,0 1 0,0-1 0,0 2 0,2-3 0,-1 1 0,0 0 0,-1 1 0,0-1 0,0 1 0,0-1 0,0-1 0,0 3 0,0-2 0,0 1 0,0-1 0,0-1 0,0 3 0,0-2 0,0 1 0,0 0 0,0-1 0,0 2 0,0-3 0,0 1 0,0 1 0,0-1 0,0 1 0,0-1 0,0 0 0,0 1 0,2-1 0,-2 1 0,2-1 0,-2 0 0,0 1 0,0-1 0,0 3 0,0-3 0,0 1 0,0-1 0,0-1 0,0 3 0,0-2 0,0 1 0,0-1 0,0-1 0,0 4 0,0-2 0,0 2 0,0-4 0,0 1 0,0 1 0,0 1 0,0 0 0,0-1 0,0-1 0,0-1 0,0 4 0,0-2 0,0 1 0,0 0 0,0-1 0,0 1 0,0-1 0,0-1 0,0 1 0,0-1 0,0 2 0,0-3 0,0 1 0,0 1 0,0-1 0,0 1 0,0-1 0,0 0 0,0 4 0,0-3 0,0 4 0,0-4 0,0-1 0,0 1 0,0-1 0,0 0 0,0 1 0,0-1 0,0 1 0,0-1 0,0-1 0,0 3 0,0-2 0,-2 1 0,2-1 0,-2-1 0,2 3 0,0-2 0,0 1 0,0-1 0,0-1 0,0 3 0,0-1 0,0 1 0,0-1 0,0-1 0,0 1 0,0-1 0,0 1 0,0 1 0,0-1 0,0 1 0,0-1 0,0-1 0,0 0 0,0 3 0,0-3 0,0 3 0,0-3 0,0-1 0,0 2 0,0 0 0,0 0 0,0-2 0,0 3 0,0-2 0,0 3 0,0-3 0,0 3 0,0-3 0,0 1 0,0-1 0,0-1 0,0 3 0,0-2 0,0 1 0,0-1 0,0 1 0,2-1 0,-2 1 0,2-1 0,-2-1 0,0 3 0,0-2 0,0 1 0,0-1 0,0-1 0,0 3 0,0-2 0,0 1 0,0-1 0,0-1 0,0 2 0,0 0 0,0 0 0,0-2 0,0 1 0,0 1 0,0-1 0,0 2 0,0-3 0,-2 1 0,2 0 0,-2-1 0,2 3 0,0-1 0,0 1 0,0-1 0,0-1 0,0 1 0,0-1 0,0 1 0,0-1 0,0 0 0,0 1 0,0-1 0,0 3 0,0-3 0,0 1 0,0-1 0,0 1 0,0-1 0,0 2 0,0-3 0,0 1 0,0 3 0,0-3 0,0 3 0,0-3 0,0 1 0,0-1 0,-2 1 0,2-1 0,-2 1 0,2-1 0,0 3 0,0-3 0,0 3 0,0-3 0,0 2 0,0-3 0,0 2 0,0 0 0,0 0 0,0-2 0,0 3 0,-1-2 0,0 1 0,0 0 0,1-1 0,0 2 0,0 1 0,0-3 0,0 3 0,0-3 0,0 1 0,0-1 0,0 1 0,-2-1 0,2-1 0,-2 3 0,2-2 0,0 1 0,0-1 0,0 1 0,0-1 0,0 1 0,0 5 0,-2-4 0,2 5 0,-2-6 0,2 0 0,0-2 0,0 3 0,0-2 0,0 1 0,0-1 0,0 1 0,0-1 0,0 1 0,-1 9 0,0-8 0,0 7 0,1-8 0,0 0 0,0 0 0,0-2 0,-2 1 0,2 0 0,-2-1 0,2 4 0,0 4 0,0-2 0,0 1 0,0-6 0,0-1 0,0 4 0,0-2 0,0 3 0,-2-4 0,2 1 0,-2-1 0,2 6 0,0-5 0,0 7 0,0-8 0,0 2 0,0-3 0,0 1 0,0 3 0,-1 5 0,0-3 0,0 3 0,1-8 0,0-1 0,0 3 0,0-2 0,0 1 0,0-1 0,-2-1 0,2 7 0,-2-4 0,2 4 0,0-7 0,0 1 0,0 1 0,0 1 0,0 0 0,0-1 0,-2 0 0,2 6 0,-2-4 0,2 3 0,0-7 0,0 1 0,0 3 0,0-3 0,0 3 0,0-3 0,0 0 0,0 1 0,0 5 0,0-1 0,0 2 0,0-6 0,0-2 0,0 3 0,0-2 0,0 1 0,0-1 0,0 1 0,0-1 0,0 1 0,0 1 0,0-1 0,0 1 0,0 1 0,0-3 0,0 1 0,0-1 0,0 1 0,0-1 0,0 1 0,0 1 0,0-2 0,0 1 0,0-1 0,0-1 0,0 3 0,0-2 0,0 1 0,0-1 0,0 1 0,0-1 0,0 1 0,0-1 0,0-1 0,0 4 0,0-1 0,0 2 0,0-3 0,0-1 0,0-1 0,0 3 0,0-1 0,0 3 0,0-3 0,0 1 0,0-3 0,0 1 0,0 1 0,0-1 0,0 1 0,0-1 0,0 0 0,-1-1 0,0 1 0,0 1 0,1-1 0,0 3 0,0-3 0,0 2 0,0-3 0,0 1 0,0 1 0,0-1 0,0 2 0,0-1 0,0-1 0,-2 1 0,1-1 0,0-1 0,1 4 0,0-2 0,0 2 0,0-4 0,0 1 0,-2 0 0,2-1 0,-2 1 0,2 1 0,0-1 0,0 2 0,0-3 0,0 2 0,0 0 0,0 0 0,0-2 0,0 3 0,0-2 0,0 3 0,0-3 0,0 1 0,0-1 0,0-1 0,0 3 0,0-2 0,0 1 0,0 0 0,0-1 0,0 1 0,0-1 0,0 1 0,0-1 0,0 3 0,0-1 0,0 1 0,0-1 0,0-1 0,0 1 0,0-2 0,0 3 0,2-3 0,-2 2 0,2-1 0,-2 0 0,0 0 0,0-1 0,0 3 0,0-3 0,0 3 0,0-3 0,1 3 0,0-3 0,0 3 0,-1-3 0,0 1 0,2 0 0,-2 0 0,2 1 0,-2-2 0,0 3 0,0-3 0,2 2 0,-2-1 0,2-1 0,-2 1 0,0-1 0,1 1 0,0-1 0,0 2 0,-1-3 0,0 2 0,2 0 0,-2 0 0,2-2 0,-2 3 0,0-1 0,0 1 0,0-1 0,0-1 0,0 0 0,0 4 0,0-3 0,0 4 0,0-6 0,0 1 0,2 0 0,-2-1 0,2 1 0,-2 1 0,0-1 0,0 1 0,0-1 0,0 0 0,0 1 0,0 1 0,0-1 0,0 1 0,0-3 0,0 1 0,0 1 0,0-1 0,0 2 0,0-3 0,0 1 0,0 1 0,0-1 0,0 1 0,0-1 0,0 0 0,0 3 0,0-3 0,0 3 0,0-3 0,0-1 0,0 3 0,0-2 0,0 1 0,0-1 0,0-1 0,0 2 0,0 0 0,0 0 0,0 2 0,0-1 0,0 1 0,0-2 0,0 1 0,0-2 0,0 1 0,0-1 0,0 1 0,0-1 0,0 3 0,0-3 0,0 3 0,0-3 0,1 1 0,0 0 0,0 3 0,-1-2 0,0 2 0,0-4 0,0 3 0,0-3 0,0 3 0,0-1 0,0 0 0,0 0 0,0-1 0,0 0 0,0 0 0,0 1 0,0-1 0,0 1 0,0-1 0,0 1 0,0-1 0,0 1 0,0-1 0,0-1 0,0 3 0,0-3 0,0 3 0,0-3 0,0 3 0,0-3 0,0 3 0,0-3 0,0 3 0,0-3 0,0 4 0,2-3 0,-2 3 0,2-4 0,-2 3 0,0-3 0,0 3 0,0-3 0,0 1 0,0 1 0,0-2 0,0 3 0,0-3 0,0 3 0,0-3 0,0 3 0,0-2 0,0 3 0,0-3 0,0 0 0,0 1 0,0-2 0,0 3 0,0-3 0,0 3 0,0-3 0,0 1 0,0-1 0,2 1 0,-2-1 0,2 1 0,-2 0 0,0 0 0,0 0 0,0 0 0,0-1 0,0 1 0,0-1 0,0 1 0,0-1 0,0 3 0,0-3 0,1 2 0,0-1 0,0-1 0,-1 1 0,0-1 0,0 1 0,0 1 0,0 1 0,0-1 0,0-1 0,0-1 0,2 1 0,-2-1 0,2 1 0,-2-1 0,0 1 0,0-1 0,0 2 0,0-3 0,0 1 0,2 3 0,-2-1 0,2 1 0,-2-2 0,0-1 0,0 0 0,0 1 0,0-1 0,0 1 0,0-1 0,0 0 0,0 1 0,0-1 0,1 1 0,0-1 0,0 0 0,-1 1 0,0-1 0,0 1 0,0-1 0,0-1 0,0 3 0,0-2 0,0 3 0,0-3 0,0 1 0,0 0 0,0-1 0,0 2 0,0-1 0,0-1 0,0 1 0,0-1 0,0 1 0,0-1 0,0 1 0,0-1 0,0 0 0,0 1 0,0-1 0,0 1 0,0-1 0,0 0 0,0 3 0,0-3 0,0 3 0,0-3 0,2-1 0,-2 1 0,2 0 0,-2 1 0,0-1 0,0 1 0,0-1 0,0-1 0,0 6 0,0-4 0,0 3 0,2-4 0,-2 0 0,2-1 0,-2 3 0,0-2 0,0 1 0,0-1 0,0-1 0,1 7 0,0-4 0,0 4 0,-1-7 0,0 1 0,0 1 0,0-1 0,2 7 0,-2-7 0,2 5 0,-2-5 0,0-1 0,0 2 0,0 3 0,0-2 0,0 1 0,0-4 0,0 1 0,0 1 0,0 3 0,0-2 0,0 1 0,0-4 0,0 1 0,0 1 0,0-1 0,0 1 0,0 2 0,0-2 0,0 2 0,0-4 0,0 1 0,0 1 0,0-1 0,0 2 0,0-3 0,0 1 0,0 3 0,0-3 0,0 3 0,0-3 0,0 0 0,-2 1 0,2-1 0,-2 1 0,2-1 0,0-1 0,0 4 0,0 1 0,0 0 0,0-1 0,0-4 0,0 1 0,0 1 0,0-1 0,0 2 0,0-3 0,0 1 0,0 1 0,0 1 0,0-1 0,0 1 0,0-3 0,0 3 0,0-1 0,0 1 0,0-1 0,0 1 0,0-2 0,0 1 0,0-1 0,0-1 0,0 2 0,0 0 0,0 0 0,0 0 0,0-1 0,0 1 0,0-1 0,0 0 0,0 1 0,0-1 0,0 3 0,0-3 0,0 1 0,0-1 0,0 1 0,0-1 0,0 1 0,0-1 0,0 1 0,0-1 0,0 2 0,0-3 0,0 3 0,0-2 0,0 1 0,0-1 0,0-1 0,0 3 0,0-2 0,0 1 0,0 0 0,0-1 0,0 1 0,0-1 0,0 0 0,0 1 0,0 1 0,0-1 0,0 1 0,0-3 0,0 1 0,0 1 0,0-1 0,0 2 0,0-3 0,0 1 0,0 1 0,0-1 0,0 2 0,0-3 0,0 1 0,0 1 0,0-1 0,0 1 0,0-1 0,0 0 0,0 1 0,0-1 0,0 1 0,0-1 0,0 0 0,0 1 0,0-1 0,0 1 0,0-1 0,0 0 0,0 1 0,0-1 0,0 1 0,0-1 0,0-1 0,0 3 0,0-2 0,0 1 0,0 0 0,0-1 0,0 2 0,0-3 0,0 1 0,0 1 0,0-1 0,0 2 0,0-3 0,0 1 0,0 1 0,0-1 0,0 1 0,0-1 0,0 0 0,0 1 0,0-1 0,0 1 0,0-1 0,0 0 0,0 3 0,0-3 0,0 3 0,0-3 0,0-1 0,0 2 0,0 0 0,0 0 0,0-2 0,0 1 0,0 1 0,0-1 0,0 2 0,0-3 0,0 1 0,0 6 0,0-5 0,0 6 0,0-8 0,0 1 0,0 1 0,0-1 0,0 1 0,0-1 0,0 0 0,0 1 0,0-1 0,0 1 0,0-1 0,0 0 0,-1 1 0,0-1 0,-1 1 0,2-1 0,0 0 0,0 1 0,0 1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31:51.916"/>
    </inkml:context>
    <inkml:brush xml:id="br0">
      <inkml:brushProperty name="width" value="0.2" units="cm"/>
      <inkml:brushProperty name="height" value="1.2" units="cm"/>
      <inkml:brushProperty name="color" value="#008C3A"/>
      <inkml:brushProperty name="inkEffects" value="pencil"/>
    </inkml:brush>
  </inkml:definitions>
  <inkml:trace contextRef="#ctx0" brushRef="#br0">0 253 16383,'0'-12'0,"0"2"0,0 6 0,0 1 0,0-3 0,2 4 0,-2-3 0,3 1 0,-2 0 0,0-1 0,1 1 0,-2 0 0,4 1 0,-2-1 0,0 0 0,1 1 0,-3-1 0,4 0 0,-2 1 0,1-1 0,1 0 0,-2 1 0,1 0 0,-1 0 0,2 1 0,-2-2 0,1 1 0,-1-1 0,2 0 0,-1 2 0,1-1 0,-2 1 0,3 0 0,-3-3 0,4 4 0,-4-4 0,3 3 0,-3 0 0,3-1 0,-1 3 0,-2-4 0,3 2 0,-3 0 0,2-1 0,1 1 0,-3 0 0,4-1 0,-3 0 0,1 1 0,-1-1 0,1 3 0,0-2 0,-1 0 0,1 2 0,0-3 0,-1 1 0,1 0 0,0 0 0,-1 0 0,1 2 0,0-3 0,-1 2 0,1 0 0,0-1 0,-1 2 0,1-2 0,0 0 0,-1 2 0,1-2 0,1 1 0,-1 0 0,1-2 0,1 3 0,-2-4 0,1 4 0,-1-2 0,-1 2 0,1-1 0,0 0 0,-1 0 0,1-1 0,0 2 0,-1-2 0,3 2 0,-2 0 0,1-2 0,-1 2 0,1-2 0,-1 2 0,1 0 0,-1-1 0,-1 0 0,1 0 0,1 1 0,-1 0 0,2 0 0,-3-2 0,1 1 0,1 0 0,-1 1 0,2 0 0,-3 0 0,1-2 0,0 2 0,-1-2 0,2 2 0,-1 0 0,2 0 0,-3 0 0,1 0 0,1 0 0,-1 0 0,2 0 0,-1-1 0,-1 0 0,1-1 0,-1 2 0,0 0 0,1 0 0,-1 0 0,1 0 0,-1 0 0,-1 0 0,3 0 0,-2 0 0,1 0 0,2 0 0,-3 0 0,3 0 0,-3 0 0,0 0 0,1 0 0,-1 0 0,3 0 0,-3 0 0,1 0 0,-1 0 0,-1 0 0,3 0 0,-1 0 0,1 0 0,-1 0 0,-1 0 0,1 0 0,-1 0 0,2 0 0,-1 0 0,-1 0 0,1 0 0,-1 0 0,0 0 0,1 0 0,-1 0 0,1 0 0,0-1 0,-1 0 0,5 0 0,-5 1 0,3 0 0,-1 0 0,-2 0 0,3 0 0,-3 0 0,1 0 0,0 0 0,-1 0 0,3 0 0,-3 0 0,3 0 0,-3 0 0,1 0 0,1 0 0,1 0 0,-1 0 0,3 0 0,-4 0 0,1 0 0,-1 0 0,0 0 0,1 0 0,0 0 0,1 0 0,-2 0 0,1 0 0,-1 0 0,5-3 0,-5 3 0,5-3 0,-6 3 0,3 0 0,-3 0 0,3 0 0,-3 0 0,3 0 0,-3 0 0,3 0 0,-3 0 0,3 0 0,-3 0 0,3 0 0,-1 0 0,-1 0 0,1 0 0,-1 0 0,-1 0 0,3 0 0,-3 0 0,3 0 0,-3 0 0,1 0 0,1 0 0,-1 0 0,1 0 0,-1 0 0,0 0 0,-1 0 0,2 0 0,-1 0 0,-1 0 0,1 0 0,-1 0 0,3 0 0,-1 0 0,1 0 0,-1 0 0,-1 0 0,1 0 0,-1 0 0,0 0 0,-1 0 0,0 0 0,3 2 0,-3-2 0,3 2 0,-3-2 0,1 0 0,-1 0 0,3 0 0,-3 0 0,1 0 0,-1 0 0,0 0 0,1 0 0,-1 0 0,1 0 0,-1 0 0,-1 0 0,3 0 0,-2 0 0,1 0 0,0 0 0,-1 0 0,2 0 0,-3 0 0,1 0 0,1 0 0,-1 0 0,2 0 0,-3 0 0,1 0 0,1 0 0,-1 0 0,1 0 0,1 0 0,-2 0 0,1 0 0,-1 0 0,-1 0 0,3 0 0,-2 0 0,1 0 0,-1 0 0,-1 0 0,3 0 0,-2 0 0,1 0 0,0 0 0,-1 0 0,1 0 0,-1 0 0,0 0 0,1 0 0,-1 0 0,1-2 0,-1 2 0,0-2 0,1 2 0,-1 0 0,1 0 0,-1 0 0,0 0 0,1 0 0,-1 0 0,1 0 0,-1 0 0,-1 0 0,3 0 0,-2 0 0,1 0 0,-1 0 0,-1 0 0,3 0 0,-1 0 0,1 0 0,-1-1 0,-1 0 0,0 0 0,1 1 0,-1 0 0,1 0 0,-1 0 0,-1 0 0,3 0 0,-2 0 0,1 0 0,-1 0 0,-1 0 0,3 0 0,-2 0 0,1 0 0,-1 0 0,-1 0 0,3 0 0,-2 0 0,1 0 0,-1 0 0,-1 0 0,2 0 0,0 0 0,0 0 0,-2 0 0,1 0 0,1 0 0,-1 0 0,2 0 0,-3 0 0,1 0 0,1 0 0,-1 0 0,2 0 0,0 0 0,1 0 0,1 0 0,-2 0 0,1 0 0,-3 0 0,1 0 0,-1 0 0,0 0 0,1 0 0,-1 0 0,3 0 0,-3 0 0,1 0 0,-1 0 0,0 1 0,-1 0 0,1 0 0,1-1 0,-1 0 0,1 0 0,-1 0 0,0 0 0,1 0 0,-1 0 0,3 0 0,-3 0 0,1 0 0,1 0 0,-2 0 0,1 0 0,-1 0 0,-1 0 0,2 2 0,0-2 0,0 2 0,-2-2 0,1 0 0,3 0 0,-3 0 0,3 0 0,-3 0 0,0 0 0,1 0 0,-1 0 0,1 0 0,-1 0 0,0 0 0,1 0 0,-1 0 0,1 2 0,-1-2 0,1 2 0,-1-2 0,1 0 0,-1 0 0,0 0 0,1 0 0,-1 0 0,1 0 0,-1 0 0,0 0 0,-1 1 0,1 0 0,0 0 0,1-1 0,-1 0 0,1 0 0,-1 0 0,-1 0 0,1 2 0,0-2 0,-1 2 0,3-2 0,-2 0 0,1 0 0,-1 0 0,-1 0 0,3 0 0,-2 2 0,1-2 0,-1 2 0,-1-2 0,3 0 0,-2 0 0,-1 1 0,2 0 0,-2 0 0,2-1 0,-2 2 0,1-2 0,0 2 0,1-2 0,-1 0 0,1 1 0,-1 0 0,0 1 0,1-2 0,-1 0 0,1 0 0,-1 0 0,0 1 0,-1 0 0,1 0 0,1-1 0,-1 0 0,1 0 0,-1 0 0,0 0 0,-1 2 0,1-2 0,0 2 0,1-2 0,-1 0 0,1 0 0,-1 0 0,0 0 0,1 0 0,-1 0 0,1 0 0,-1 0 0,0 0 0,-1 1 0,1 0 0,-1 0 0,3-1 0,-2 0 0,1 0 0,-1 0 0,-1 0 0,3 0 0,-2 0 0,1 0 0,-1 0 0,-1 0 0,3 0 0,-2 0 0,-1 2 0,2 0 0,-2 2 0,2-2 0,-2-1 0,1 1 0,0 0 0,-1 0 0,1 1 0,1-1 0,-1 0 0,0 2 0,1-4 0,-4 3 0,4-1 0,0 2 0,-2 0 0,3-2 0,-4-1 0,2 1 0,0 0 0,-1 0 0,2 3 0,0-3 0,0 2 0,-3-1 0,1-2 0,-1 3 0,2-1 0,-2 2 0,-1-1 0,1-1 0,0 1 0,0 0 0,0-1 0,1 3 0,-1-2 0,2 1 0,-1-3 0,-2 1 0,4 1 0,-5 0 0,5 1 0,-4-1 0,2-2 0,-1 3 0,2-3 0,-2 3 0,1-2 0,-1 0 0,0 0 0,1 3 0,-1-2 0,0 1 0,1-3 0,-2 2 0,2-1 0,-3 1 0,2 0 0,0-1 0,0 1 0,0 0 0,-1-1 0,-1 1 0,0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31:58.606"/>
    </inkml:context>
    <inkml:brush xml:id="br0">
      <inkml:brushProperty name="width" value="0.2" units="cm"/>
      <inkml:brushProperty name="height" value="1.2" units="cm"/>
      <inkml:brushProperty name="color" value="#008C3A"/>
      <inkml:brushProperty name="inkEffects" value="pencil"/>
    </inkml:brush>
  </inkml:definitions>
  <inkml:trace contextRef="#ctx0" brushRef="#br0">1204 41 16383,'-12'0'0,"2"0"0,6 0 0,0-2 0,0 2 0,1-2 0,-3 2 0,2 0 0,-1 0 0,1 0 0,1 0 0,-3 0 0,2 0 0,-1 0 0,1-2 0,1 2 0,-1-2 0,-1 2 0,0 0 0,0 0 0,1 0 0,1-1 0,-1 0 0,-1 0 0,1 1 0,-2 0 0,3 0 0,-1-2 0,-1 2 0,-1-2 0,0 2 0,1 0 0,0 0 0,1 0 0,-2 0 0,1 0 0,1-2 0,-3 2 0,0-2 0,0 2 0,-1 0 0,4 0 0,-3-1 0,3 0 0,-3 0 0,3 1 0,-3 0 0,3 0 0,-3 0 0,3 0 0,-3-2 0,1 2 0,0-2 0,-1 2 0,2 0 0,-1 0 0,-1 0 0,3 0 0,-3-2 0,1 2 0,1-2 0,-2 2 0,1 0 0,0 0 0,-1 0 0,3 0 0,-3-1 0,3 0 0,-3 0 0,2 1 0,-1 0 0,1 0 0,-1 0 0,1 0 0,-1 0 0,1 0 0,-1 0 0,0-2 0,-1 2 0,1-2 0,0 2 0,1 0 0,-2 0 0,3 0 0,-3 0 0,2 0 0,-1 0 0,-3 0 0,5 0 0,-3-2 0,2 2 0,1-2 0,-3 2 0,3 0 0,-2 0 0,1 0 0,1 0 0,-3 0 0,3 0 0,-1 0 0,1 0 0,-1 0 0,0 0 0,-1 0 0,0 0 0,0 0 0,1 0 0,-1 0 0,2 0 0,-1 0 0,1 0 0,1 0 0,-3 0 0,1 0 0,-1 0 0,1 0 0,1 0 0,0 0 0,-1 0 0,1 0 0,-1 0 0,1 0 0,-1 0 0,0 0 0,-2 0 0,3 0 0,-1 0 0,1 0 0,1 0 0,-4 0 0,2 0 0,-3 0 0,4 0 0,-2 0 0,3 0 0,-1 0 0,-1 0 0,0 0 0,0 2 0,0-2 0,1 2 0,-3-2 0,1 0 0,-1 0 0,1 0 0,1 0 0,-1 1 0,2 0 0,-1 1 0,1-2 0,1 0 0,-3 0 0,2 0 0,-1 0 0,1 1 0,1 0 0,-1 0 0,-1-1 0,0 0 0,0 0 0,1 0 0,1 0 0,-3 0 0,2 0 0,-1 0 0,1 0 0,1 2 0,-1-2 0,-1 2 0,1-2 0,-2 0 0,3 0 0,-1 0 0,-1 0 0,0 0 0,0 0 0,1 0 0,1 0 0,-3 0 0,2 0 0,-1 0 0,1 0 0,1 0 0,-3 0 0,2 0 0,-1 0 0,1 0 0,1 0 0,-3 0 0,2 0 0,-1 0 0,1 0 0,0 0 0,1 1 0,-1 0 0,0 0 0,-1-1 0,1 0 0,-1 0 0,1 0 0,0 0 0,-1 0 0,1 0 0,0 2 0,-1-1 0,3 0 0,-4-1 0,3 0 0,-1 0 0,0 2 0,1-2 0,-1 2 0,-1-2 0,2 1 0,-2 0 0,2 0 0,0 1 0,-3-2 0,3 2 0,-2 0 0,1-2 0,0 3 0,1-2 0,-1 0 0,0 1 0,1-2 0,-1 2 0,0 0 0,1-2 0,-1 2 0,0-1 0,1 0 0,-1 2 0,0-1 0,1 0 0,-1 1 0,2-1 0,-3 2 0,4 0 0,-4-2 0,3 1 0,0-1 0,-1 2 0,1-1 0,0 1 0,-2-1 0,4 1 0,-5-2 0,3 1 0,-2-1 0,1 2 0,1 0 0,0-1 0,0 1 0,0 0 0,2-1 0,-2 1 0,2 1 0,0-1 0,0 2 0,0-3 0,0 1 0,0 1 0,0-1 0,0 1 0,2-1 0,0 0 0,2-1 0,-1 1 0,1-2 0,-2 1 0,3-2 0,-3 2 0,3-1 0,-1 0 0,0 0 0,-1-1 0,1 1 0,0 0 0,-1 2 0,1-4 0,1 3 0,-1-2 0,2 0 0,-3-1 0,1 0 0,0 2 0,-1-2 0,1 2 0,1-2 0,-1 0 0,1 2 0,-1-2 0,0 2 0,1-2 0,1 1 0,-1 0 0,1 0 0,-3-1 0,1 0 0,3 0 0,-3 0 0,3 0 0,-3 0 0,0 2 0,1-2 0,-1 2 0,1-2 0,-1 0 0,1 0 0,6 2 0,-3-2 0,3 2 0,-6-2 0,-1 0 0,1 0 0,-1 0 0,1 0 0,-1 0 0,0 0 0,2 0 0,-1 0 0,11 0 0,-9 0 0,6 0 0,-8 0 0,-1 0 0,2 0 0,-1 0 0,-1 0 0,1 0 0,0 0 0,-1 0 0,3 0 0,7 0 0,-6 0 0,7 0 0,-9 0 0,-1 0 0,2 0 0,-1 0 0,-1 0 0,2 0 0,-3 0 0,3 0 0,-1 0 0,13 0 0,-9 0 0,8 0 0,-10 0 0,-3 0 0,2 0 0,-1 0 0,1 0 0,1 0 0,-1 0 0,0 0 0,1 0 0,-1 0 0,13 0 0,-5 0 0,4 0 0,-4 0 0,-8 0 0,4 0 0,0 0 0,-3 0 0,4 0 0,-5 0 0,4 0 0,-3 0 0,4 0 0,2 0 0,-5 0 0,6 0 0,-4 0 0,1 0 0,0 0 0,-1 0 0,1 0 0,-4 0 0,3 0 0,0 0 0,-2 0 0,2 0 0,0 0 0,-3 0 0,11 0 0,-10 0 0,5 0 0,-3 0 0,-2 0 0,6 0 0,-3 0 0,0 0 0,-1 0 0,-3 0 0,3 0 0,-3 0 0,3 0 0,-3 0 0,3 0 0,-3 0 0,11 0 0,-10 0 0,5 0 0,-6 0 0,3 0 0,-3 0 0,3 0 0,-3 0 0,-1 0 0,0 0 0,0 0 0,1 0 0,-1 0 0,0 0 0,1 0 0,-1 0 0,0 0 0,1 0 0,-3 0 0,6 0 0,-6 0 0,6 0 0,-5 0 0,1 0 0,-1 0 0,0 0 0,0 0 0,1 0 0,-1 0 0,1 0 0,-1 0 0,-1 0 0,4 0 0,-3 0 0,3 0 0,-3 0 0,0 0 0,0 0 0,0 0 0,1 0 0,-3 0 0,1 0 0,-1 0 0,1 0 0,1 0 0,-1 0 0,2 0 0,-3 0 0,5 0 0,-5 0 0,3 0 0,-2 0 0,-1 0 0,2 0 0,-1 0 0,1 0 0,-1 0 0,1 0 0,-1 1 0,-1 0 0,3 0 0,-3-1 0,1 0 0,-1 0 0,3 0 0,-1 0 0,1 0 0,-2 0 0,1 0 0,-2 0 0,3 0 0,-3 0 0,3 0 0,-3 0 0,3 0 0,-3 0 0,2 0 0,-1 0 0,0 0 0,11 2 0,-9-2 0,12 2 0,-15-2 0,3 0 0,-3 0 0,2 0 0,-1 0 0,1 0 0,0 0 0,0 0 0,1 0 0,-2 0 0,4 0 0,-1 0 0,1 0 0,-3 0 0,0 0 0,0 0 0,0 0 0,1 0 0,-2 0 0,1 0 0,1 0 0,-3 0 0,3 0 0,-1 0 0,-1 0 0,2 0 0,2 0 0,-2 0 0,3 0 0,-5 0 0,1 0 0,1 0 0,-1 0 0,-1 0 0,2 0 0,-3 0 0,3 0 0,-1 0 0,0 0 0,0 0 0,-1 0 0,3 0 0,-2 0 0,3 0 0,-3 0 0,-1 0 0,0 0 0,-1 0 0,3 0 0,-3 0 0,3 0 0,-3 0 0,3 0 0,-3 0 0,3 0 0,-3 0 0,1 0 0,2 0 0,-1 0 0,2 0 0,-1 0 0,-3 0 0,1 0 0,-1 0 0,1 0 0,-1 0 0,1 0 0,0 0 0,-1 0 0,2 0 0,-1 0 0,-1 0 0,16 0 0,-13 0 0,13 0 0,-16-2 0,3 2 0,-3-2 0,1 2 0,-1 0 0,1 0 0,-1 0 0,3 0 0,2 0 0,-2 0 0,0-1 0,-3 0 0,-1-1 0,2 2 0,0 0 0,0 0 0,0 0 0,-2 0 0,3 0 0,-2-1 0,1 0 0,-1 0 0,-1 1 0,4 0 0,-2 0 0,2 0 0,-4-2 0,3 2 0,-2-2 0,1 2 0,0 0 0,-1 0 0,1-2 0,-1 2 0,1-2 0,-1 2 0,2 0 0,-1 0 0,-1 0 0,1 0 0,-1-1 0,1 0 0,-1 0 0,3 1 0,-3 0 0,2 0 0,-3 0 0,2 0 0,-1 0 0,3-2 0,-3 2 0,3-2 0,-3 2 0,3 0 0,-3-2 0,5 2 0,-5-2 0,5 2 0,-5 0 0,3 0 0,-3 0 0,3-1 0,-3 0 0,3 0 0,-3 1 0,3 0 0,-3 0 0,3 0 0,-2 0 0,1 0 0,1-2 0,0 2 0,1-2 0,1 2 0,-4 0 0,2 0 0,-3 0 0,2 0 0,-1 0 0,1-2 0,-1 2 0,1-2 0,-1 2 0,1 0 0,-1 0 0,0 0 0,1 0 0,1 0 0,1 0 0,-1 0 0,-2 0 0,1 0 0,-2 0 0,3 0 0,-3-1 0,3 0 0,-2 0 0,1 1 0,-1 0 0,0 0 0,-1 0 0,3 0 0,-3 0 0,3 0 0,-3 0 0,2 0 0,-1 0 0,-1 0 0,3 0 0,-3 0 0,1 0 0,0 0 0,0 0 0,1 0 0,-2 0 0,3 0 0,-3 0 0,3 0 0,-1 0 0,1 0 0,1 0 0,-1 0 0,-1 0 0,-1 0 0,0 0 0,1 0 0,-1 0 0,2 0 0,-3 0 0,3 0 0,-3 0 0,3 0 0,-1 0 0,0 0 0,1 0 0,0 0 0,-1 1 0,2 0 0,-3 0 0,1-1 0,0 0 0,1 0 0,1 0 0,-3 0 0,2 0 0,-3 0 0,3 0 0,-1 0 0,0 0 0,0 0 0,-1 0 0,1 0 0,-2 0 0,3 0 0,-1 0 0,0 0 0,1 0 0,-3 0 0,3 0 0,-3 0 0,1 0 0,0 0 0,-1 0 0,3 0 0,-3 0 0,3 0 0,-3 0 0,11 0 0,-7 0 0,6 0 0,-9 0 0,-1 0 0,1 0 0,-1 0 0,3 0 0,-3 0 0,1 0 0,0 0 0,-1 0 0,2 0 0,7 0 0,-7 0 0,9 0 0,-11 0 0,2 0 0,-1 0 0,-1 0 0,1 0 0,0 0 0,-1 0 0,2 0 0,-3 0 0,14 0 0,-8 0 0,8 0 0,-12 0 0,0 0 0,-1 0 0,1 0 0,1 0 0,-1 0 0,1 0 0,-1 0 0,1 0 0,11 0 0,-9 0 0,10 0 0,-14 0 0,3 0 0,-3 0 0,3 0 0,-1 0 0,0 0 0,1 0 0,-2 0 0,1 0 0,2 0 0,-1 0 0,1 0 0,-2 0 0,1 0 0,-1 0 0,1 0 0,-1 0 0,1 0 0,-3 0 0,3 0 0,-2 0 0,1 0 0,-1 0 0,0 0 0,1 0 0,0 0 0,1 0 0,-3 0 0,3 0 0,-3 0 0,3 0 0,-2 0 0,1 0 0,1 0 0,-3 0 0,3 0 0,-3 0 0,3 0 0,-3 0 0,1 0 0,0 0 0,3 0 0,-2 0 0,1 0 0,-4 0 0,3 0 0,-2 0 0,3 0 0,-3 0 0,1 0 0,-2 0 0,3 0 0,-2 0 0,3 0 0,-3 0 0,1 0 0,0 0 0,1 0 0,0 0 0,1 0 0,-3 0 0,1 0 0,0 0 0,-1 0 0,1 0 0,-1 0 0,1 0 0,-1 0 0,2 0 0,-3 0 0,1 0 0,3 0 0,-3 0 0,3 0 0,-1 0 0,-2 0 0,1 0 0,-1 0 0,1 0 0,-1 0 0,1 0 0,-1 0 0,1 0 0,-1 0 0,1 0 0,-1 0 0,0 0 0,4 0 0,-3 0 0,4 0 0,-6 0 0,1 0 0,1 0 0,1 0 0,0 0 0,-1 0 0,-2 0 0,1 2 0,0-2 0,-1 2 0,3-2 0,-2 0 0,1 0 0,-1 0 0,-1 0 0,3 0 0,-1 0 0,1 0 0,-1 0 0,-1 0 0,0 0 0,1 0 0,-1 0 0,1 0 0,0 0 0,-1 0 0,2 0 0,-3 0 0,1 0 0,0 2 0,1-2 0,-1 2 0,1-2 0,-1 0 0,0 0 0,1 0 0,1 0 0,-1 0 0,0 0 0,-1 0 0,0 0 0,4 0 0,-3 0 0,4 0 0,-6 0 0,1 0 0,1 0 0,-1 0 0,2 0 0,-3 0 0,1 0 0,1 0 0,1 0 0,0 0 0,-1 0 0,-2 0 0,3 0 0,-2 0 0,1 0 0,-1 0 0,-1 0 0,3 0 0,-2 0 0,1 0 0,-1 0 0,-1 0 0,3 0 0,-2 0 0,1 0 0,-1 0 0,-1 0 0,2 0 0,-1 0 0,2 0 0,-3 0 0,1 0 0,1 0 0,-1 0 0,2 0 0,-3 0 0,1 0 0,1 0 0,-1 0 0,2 0 0,-3 0 0,1 0 0,1 0 0,-1 0 0,1 0 0,-1 0 0,0 0 0,3 0 0,-3 0 0,3 0 0,-3 0 0,-1 0 0,3 0 0,-2 0 0,1 0 0,-1 0 0,-1 0 0,2 0 0,0 0 0,0 0 0,-2 0 0,1 0 0,1 0 0,-1 0 0,3-2 0,-3 2 0,2-2 0,-3 2 0,1 0 0,1 0 0,-1 0 0,2 0 0,-3 0 0,1 0 0,1 0 0,-1 0 0,1 0 0,-1 0 0,0 0 0,-1-2 0,1 2 0,0-2 0,1 2 0,-1 0 0,8 0 0,-7 0 0,5 0 0,-6 0 0,1 0 0,-1 0 0,1 0 0,-1 0 0,5 0 0,-4 0 0,3 0 0,-4 0 0,-1 0 0,3 0 0,-2-1 0,1 0 0,-1 0 0,-1 1 0,3 0 0,-2 0 0,1 0 0,-1 0 0,-1 0 0,2 0 0,-1 0 0,2 0 0,-3 0 0,1 0 0,0-2 0,-1 1 0,1 0 0,1 1 0,-1 0 0,2 0 0,-3 0 0,1 0 0,0-2 0,-1 2 0,1-2 0,1 2 0,-1 0 0,1 0 0,-1 0 0,0 0 0,1 0 0,-1 0 0,1 0 0,-1 0 0,0 0 0,1 0 0,-1 0 0,3 0 0,-3 0 0,1 0 0,-1 0 0,1 0 0,-1 0 0,1 0 0,-1 0 0,0 0 0,1 0 0,-1 0 0,1 0 0,-1 0 0,0 0 0,1 0 0,-1 0 0,1 0 0,-1 0 0,0 0 0,1 0 0,-1 0 0,1 0 0,-1 0 0,-1 0 0,0-5 0,-2 2 0,-1-4 0,0 4 0,0-1 0,2 0 0,-2 1 0,2-1 0,-2-1 0,0 1 0,0-2 0,0 3 0,0-1 0,0-1 0,0 0 0,0 0 0,-2 1 0,2 1 0,-2-1 0,0 0 0,2 1 0,-3-1 0,2 0 0,0 1 0,-3-1 0,2 0 0,-3 1 0,1 1 0,2-2 0,-3 4 0,3-3 0,-4 2 0,3-2 0,-1 2 0,0-2 0,1 3 0,-1-2 0,0 1 0,0 0 0,1-1 0,-1 1 0,0 0 0,1 0 0,-3 1 0,2-2 0,-1 2 0,1-2 0,1 2 0,-3 0 0,2-2 0,-1 2 0,1-2 0,0 2 0,-1 0 0,1-1 0,-1 0 0,1 0 0,0 1 0,-1 0 0,1 0 0,-1 0 0,1 0 0,0 0 0,-3 0 0,3 0 0,-3 0 0,3 0 0,0 0 0,1-2 0,-1 2 0,0-2 0,-3 2 0,3 0 0,-3 0 0,3 0 0,1 0 0,-3 0 0,2 0 0,-1 0 0,1 0 0,-1 0 0,1 0 0,-2 0 0,3 0 0,-1 0 0,-1 0 0,1 0 0,-2 0 0,3 0 0,-1 0 0,-1 0 0,-1 0 0,0 0 0,1 0 0,1 0 0,0 0 0,-1 0 0,1 0 0,-1 0 0,1 0 0,0 0 0,-1 0 0,1 0 0,-1 0 0,1 0 0,0 0 0,-1 0 0,1 0 0,-2 0 0,3 0 0,-1 0 0,-1 0 0,1 0 0,-2 0 0,3 0 0,-1 0 0,-1 0 0,1 0 0,-2 0 0,3 0 0,-1 0 0,0 2 0,1-2 0,-1 2 0,-1-2 0,0 0 0,0 0 0,0 0 0,1 0 0,-2 0 0,3 0 0,-1 0 0,-1 1 0,1 0 0,-2 0 0,3-1 0,-1 0 0,-1 0 0,0 0 0,0 0 0,1 0 0,1 0 0,-3 0 0,2 0 0,-1 0 0,1 0 0,1 0 0,-3 0 0,2 0 0,-1 0 0,1 0 0,1 0 0,-3 0 0,2 0 0,-1 0 0,1 0 0,0 0 0,-1 0 0,1 0 0,-1 0 0,1 0 0,0 0 0,-1 0 0,1 0 0,-1 0 0,1 0 0,0 0 0,-3 0 0,3 0 0,-3 0 0,3 0 0,0 0 0,-1 0 0,1 0 0,-10 0 0,9 0 0,-7 0 0,8 0 0,1 0 0,-4 0 0,0 0 0,0 0 0,2 0 0,1 0 0,-8 0 0,6 0 0,-5 0 0,7-1 0,0 0 0,1 0 0,-3 1 0,2 0 0,-1 0 0,1 0 0,0 0 0,-11-2 0,9 2 0,-9-2 0,11 2 0,0-2 0,1 2 0,-1-2 0,-1 2 0,0 0 0,0 0 0,-2-1 0,3 0 0,-3 0 0,3 1 0,0 0 0,-1 0 0,1 0 0,-1 0 0,1 0 0,0 0 0,-1 0 0,1 0 0,0-2 0,-1 2 0,3-2 0,-4 2 0,3 0 0,-1 0 0,-1 0 0,1 0 0,-2 0 0,3 0 0,-1 0 0,-1 0 0,1 0 0,-3 0 0,3 0 0,-2 0 0,3 0 0,-1 0 0,-1 0 0,0 0 0,0 0 0,1 0 0,1 0 0,-1-2 0,0 2 0,1-2 0,-3 2 0,2 0 0,-1 0 0,1 0 0,1 0 0,-3 0 0,2 0 0,-1 0 0,1 0 0,0 0 0,-1 0 0,1 0 0,-1 0 0,1 0 0,0 0 0,-1 0 0,1-1 0,-1 0 0,1 0 0,0 1 0,-1 0 0,1 0 0,-2 0 0,3 0 0,-1 0 0,-1 0 0,1 0 0,-3 0 0,3 0 0,-2 0 0,3 0 0,-1 0 0,-1 0 0,1 0 0,-2 0 0,2 0 0,1 0 0,-3 0 0,2 0 0,-1 0 0,1 0 0,1 0 0,-3 0 0,4-2 0,-3 1 0,1 0 0,0 1 0,-1 0 0,1 0 0,1 0 0,-3 0 0,2 0 0,-1 0 0,1-2 0,0 2 0,1-2 0,10 9 0,-4-6 0,9 6 0,-9-6 0,1 0 0,0 0 0,-1 1 0,1-2 0,-1 2 0,3-2 0,-2 0 0,1 0 0,-1 2 0,-1-2 0,1 2 0,3-2 0,-3 0 0,7 1 0,-7 0 0,3 0 0,-5-1 0,0 0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5:32:52.185"/>
    </inkml:context>
    <inkml:brush xml:id="br0">
      <inkml:brushProperty name="width" value="0.2" units="cm"/>
      <inkml:brushProperty name="height" value="1.2" units="cm"/>
      <inkml:brushProperty name="color" value="#008C3A"/>
      <inkml:brushProperty name="inkEffects" value="pencil"/>
    </inkml:brush>
  </inkml:definitions>
  <inkml:trace contextRef="#ctx0" brushRef="#br0">3088 63 16383,'-7'-11'0,"0"4"0,3 1 0,-2 5 0,2-2 0,-3 3 0,0 0 0,0-3 0,0 2 0,0-2 0,-3 3 0,2 0 0,-2 0 0,3 0 0,0 0 0,3-3 0,-2 2 0,2-2 0,-3 3 0,0 0 0,0 0 0,-3 0 0,2 0 0,-6 0 0,7 0 0,-4 0 0,4 0 0,0 0 0,0 0 0,0 0 0,0 0 0,-3 0 0,2 0 0,-2 0 0,3 0 0,0 0 0,0 0 0,0 0 0,-3 0 0,-1 0 0,0 0 0,1 0 0,3 0 0,0 0 0,0 0 0,0 0 0,-3 0 0,2 0 0,-2 0 0,3 0 0,-4 0 0,4 0 0,-4 0 0,4 0 0,-3 0 0,2 0 0,-5 0 0,5 0 0,-2 0 0,3 0 0,0 0 0,0 0 0,0 0 0,0 0 0,-3 0 0,2 0 0,-2 0 0,3 0 0,0 0 0,0 0 0,-3 0 0,2 0 0,-2 0 0,3 0 0,-3 0 0,2 0 0,-2 0 0,3 0 0,0 0 0,-1 0 0,1 0 0,0 0 0,0 0 0,0 0 0,0 0 0,0 0 0,0 0 0,0 0 0,0 0 0,0 0 0,0 0 0,0 0 0,0 0 0,0 0 0,0 0 0,-10 0 0,8 0 0,-7 0 0,9 0 0,0 0 0,0 0 0,0 0 0,-1 0 0,1 0 0,0 0 0,0 0 0,3-3 0,-2 2 0,2-2 0,-3 3 0,0 0 0,0 0 0,0 0 0,0 0 0,3-3 0,-2 2 0,2-2 0,-3 3 0,0 0 0,0 0 0,0 0 0,0 0 0,0 0 0,0 0 0,0-3 0,0 2 0,0-2 0,0 3 0,0 0 0,-1 0 0,1 0 0,0 0 0,0 0 0,0 0 0,0 0 0,0 0 0,0 0 0,0 0 0,0 0 0,0 0 0,0 0 0,0 0 0,0 0 0,0 0 0,0 0 0,0 0 0,0 0 0,0 0 0,0 0 0,0 0 0,0 0 0,0 0 0,0 0 0,0 0 0,0 3 0,-1-2 0,1 2 0,0-3 0,0 0 0,0 0 0,-3 0 0,-1 3 0,0-2 0,1 2 0,3-3 0,0 0 0,0 0 0,0 0 0,0 3 0,0-2 0,0 2 0,0-3 0,0 0 0,0 0 0,0 0 0,0 0 0,0 3 0,0-2 0,0 2 0,0-3 0,-1 0 0,5 3 0,-4-2 0,3 2 0,-3-3 0,0 0 0,0 0 0,0 0 0,0 3 0,0-2 0,0 2 0,0-3 0,0 0 0,0 3 0,0-2 0,0 2 0,0-3 0,0 0 0,0 3 0,0-2 0,0 2 0,0-3 0,0 0 0,3 3 0,-3-2 0,4 2 0,-4-3 0,0 0 0,-1 3 0,1-2 0,0 2 0,0-3 0,0 3 0,0-2 0,0 2 0,0-3 0,0 3 0,0-2 0,3 5 0,-2-5 0,2 2 0,-3-3 0,0 0 0,3 3 0,-2-2 0,2 2 0,0 0 0,-2-2 0,2 2 0,-3-3 0,0 3 0,0-3 0,0 4 0,0-4 0,3 3 0,-3-3 0,4 4 0,-5-4 0,1 3 0,0-3 0,0 4 0,0-4 0,0 0 0,0 3 0,0-3 0,0 4 0,0-4 0,22 0 0,-11 0 0,19 0 0,-16 0 0,0 0 0,0 0 0,0-4 0,0 4 0,0-4 0,0 4 0,0 0 0,0 0 0,0-3 0,0 3 0,0-4 0,0 4 0,0-3 0,-1 3 0,5-4 0,-4 4 0,3 0 0,-3 0 0,0-3 0,0 2 0,3-2 0,-2 3 0,2 0 0,-3 0 0,0-3 0,0 2 0,3-2 0,-2 3 0,2 0 0,-3 0 0,0 0 0,0 0 0,0-3 0,3 2 0,-2-2 0,2 3 0,-3 0 0,0 0 0,0 0 0,0 0 0,0 0 0,3 0 0,-3 0 0,4 0 0,-5 0 0,1-3 0,4 2 0,-4-2 0,3 3 0,-3 0 0,0 0 0,3 0 0,-2 0 0,2 0 0,0 0 0,-2 0 0,2 0 0,0 0 0,-2 0 0,5 0 0,-5 0 0,2 0 0,0 0 0,-2 0 0,5 0 0,-5 0 0,5 0 0,-5 0 0,5 0 0,-6 0 0,3 0 0,1 0 0,-1 0 0,4 0 0,0 0 0,0 3 0,-3-2 0,2 2 0,-2-3 0,0 0 0,2 0 0,-5 0 0,5 0 0,-2 0 0,3 0 0,-3 0 0,2 0 0,-5 0 0,5 0 0,4 3 0,-5-2 0,8 2 0,-10-3 0,1 0 0,2 0 0,-5 0 0,5 0 0,-2 0 0,0 0 0,2 0 0,-2 3 0,0-2 0,2 2 0,-2-3 0,0 0 0,2 0 0,-2 0 0,0 0 0,2 0 0,-5 0 0,5 0 0,-2 3 0,-1-2 0,4 2 0,-7-3 0,6 0 0,-5 0 0,5 0 0,-2 0 0,0 0 0,-1 3 0,3-2 0,-4 2 0,7-3 0,-8 0 0,5 0 0,-5 0 0,2 0 0,0 0 0,-2 0 0,2 0 0,0 0 0,-2 0 0,2 0 0,0 0 0,-3 0 0,4 0 0,-1 0 0,0 0 0,1 0 0,-1 0 0,-3 0 0,0 0 0,0 0 0,0 0 0,3 0 0,-2 0 0,2 0 0,-3 0 0,0 0 0,0 0 0,0 0 0,0 0 0,0 0 0,0 0 0,0 0 0,0 0 0,0 0 0,0 0 0,0 0 0,0 0 0,0 0 0,0 0 0,0 0 0,0 0 0,0 0 0,-4 3 0,4-2 0,-3 5 0,3-5 0,-4 5 0,4-5 0,-4 2 0,1 0 0,3-2 0,-4 2 0,4-3 0,0 0 0,-3 3 0,-1 1 0,-18 6 0,8-5 0,-13 4 0,13-8 0,0 2 0,0 0 0,0-2 0,0 2 0,-9 0 0,6-2 0,-6 5 0,9-5 0,-3 2 0,2 0 0,-5-2 0,5 2 0,-2-3 0,3 0 0,-4 3 0,4-2 0,-22 5 0,14-5 0,-12 2 0,17-3 0,0 3 0,-1-2 0,0 2 0,1-3 0,0 0 0,-1 0 0,0 0 0,-2 3 0,2-2 0,-6 2 0,5-3 0,-12 0 0,15 0 0,-12 0 0,13 3 0,-5-3 0,2 4 0,0-4 0,-2 0 0,2 0 0,-3 0 0,3 0 0,-10 4 0,12-3 0,-15 4 0,12-5 0,-5 0 0,6 0 0,-2 0 0,2 3 0,0-2 0,-2 2 0,2-3 0,0 0 0,-2 0 0,5 0 0,-5 0 0,5 0 0,-5 3 0,5-2 0,-9 2 0,9-3 0,-9 0 0,10 0 0,-4 0 0,1 0 0,3 0 0,-4 0 0,4 0 0,0 0 0,-3 0 0,-1 0 0,-3 0 0,3 3 0,1-2 0,3 2 0,0-3 0,0 0 0,0 0 0,0 0 0,0 0 0,0 0 0,0 0 0,0 0 0,0 0 0,0 0 0,0 0 0,0 0 0,3 3 0,-2-2 0,2 2 0,-3-3 0,0 0 0,-1 0 0,1 0 0,0 0 0,0 0 0,0 0 0,0 0 0,0 0 0,0 0 0,3 3 0,-2-2 0,2 2 0,-3-3 0,0 0 0,0 0 0,0 0 0,0 0 0,0 0 0,0 0 0,0 0 0,0 0 0,0 0 0,0 0 0,0 0 0,0 0 0,0 0 0,0 0 0,0 0 0,-1 0 0,1 0 0,0 0 0,0 0 0,0 0 0,0 0 0,0 0 0,0 0 0,0 0 0,0 0 0,0 0 0,0 0 0,0 0 0,0 0 0,0 0 0,0 0 0,0 0 0,0 0 0,-3 0 0,2 0 0,-2 0 0,3 0 0,0 0 0,0 0 0,-1 0 0,1 0 0,0 0 0,0 0 0,0 0 0,0 0 0,0 0 0,0 0 0,-3 0 0,-1 0 0,0 0 0,1 0 0,3 0 0,0 0 0,0 0 0,0 0 0,0 0 0,0 0 0,0 0 0,0 0 0,0 0 0,0 0 0,0 0 0,0 0 0,0 0 0,-1 0 0,1 0 0,0 0 0,0 3 0,0-2 0,0 2 0,0-3 0,0 0 0,0 0 0,0 0 0,0 0 0,0 0 0,0 3 0,0-2 0,0 2 0,0-3 0,0 0 0,0 0 0,3 3 0,-2-2 0,2 2 0,-3-3 0,-3 0 0,2 0 0,-2 0 0,3 0 0,3 3 0,-3-3 0,3 4 0,16-11 0,-8 6 0,12-9 0,-10 10 0,-2-4 0,0 1 0,2 3 0,-2-4 0,0 1 0,2 3 0,-2-4 0,3 1 0,0 2 0,0-2 0,0 0 0,0 2 0,0-2 0,0 0 0,0 2 0,0-2 0,0 3 0,-3-3 0,5 2 0,-4-2 0,5 3 0,-3-3 0,0 2 0,0-2 0,0 3 0,0-3 0,0 2 0,0-2 0,3 3 0,-3 0 0,3-3 0,-3 2 0,3-2 0,-2 3 0,2 0 0,0-3 0,-2 2 0,5-2 0,-5 3 0,5 0 0,-5 0 0,5-3 0,1 2 0,1-2 0,-1 3 0,-1 0 0,-2-3 0,3 2 0,-4-2 0,4 3 0,-3 0 0,2 0 0,1 0 0,0-3 0,0 2 0,-3-2 0,2 3 0,-2 0 0,9 0 0,-4 0 0,4 0 0,-6 0 0,0-3 0,0 2 0,-3-2 0,9 3 0,-10 0 0,11 0 0,-11 0 0,4 0 0,0 0 0,0 0 0,0 0 0,0-3 0,11 2 0,-12-2 0,11 3 0,-13 0 0,3 0 0,-4 0 0,4 0 0,-4 0 0,4-3 0,-3 2 0,2-2 0,-2 3 0,0 0 0,2 0 0,-5 0 0,16 0 0,-11 0 0,9 0 0,-9 0 0,-5 0 0,5 0 0,-2 0 0,-1-3 0,1 2 0,-1-2 0,-3 3 0,7 0 0,-7 0 0,6 0 0,-5 0 0,2 0 0,3 0 0,-4 0 0,7 0 0,-8 0 0,2 0 0,-3 0 0,3 0 0,-2 0 0,2 0 0,-3 0 0,0 0 0,0 0 0,3 0 0,1 0 0,0 0 0,-1 0 0,-3 0 0,0 0 0,0 0 0,0 0 0,0 0 0,-1 0 0,1 0 0,0 0 0,0 0 0,0 0 0,0 0 0,0 0 0,0 0 0,0 0 0,0 0 0,0 0 0,0 0 0,0 0 0,0 0 0,0 0 0,0 0 0,-3 3 0,2-2 0,-2 2 0,3-3 0,0 0 0,0 0 0,-3 3 0,2-2 0,-2 2 0,3-3 0,0 0 0,0 0 0,0 0 0,0 0 0,0 0 0,-3 3 0,2-2 0,-2 2 0,3-3 0,0 0 0,0 0 0,3 0 0,-3 0 0,3 0 0,-3 3 0,0-2 0,0 2 0,0-3 0,0 0 0,0 0 0,0 0 0,0 0 0,0 0 0,0 0 0,6 3 0,-4-2 0,4 2 0,-6-3 0,0 0 0,0 0 0,0 0 0,0 0 0,6 0 0,-4 0 0,4 0 0,-9 3 0,2-2 0,-2 2 0,9-3 0,-5 0 0,6 0 0,-7 0 0,0 3 0,3-2 0,-3 2 0,3-3 0,-3 0 0,0 0 0,3 0 0,-2 0 0,-1 3 0,-1-3 0,-2 4 0,3-4 0,0 0 0,0 0 0,0 3 0,0-3 0,0 4 0,0-1 0,0-3 0,0 4 0,0-4 0,-3 3 0,5-3 0,-4 4 0,5-1 0,-3-3 0,0 3 0,0-3 0,0 0 0,3 4 0,-2-4 0,2 3 0,-3-3 0,0 0 0,0 4 0,-1-4 0,1 3 0,0-3 0,0 0 0,-3 4 0,-16-4 0,5 3 0,-13-3 0,13 0 0,0 0 0,0 0 0,0 3 0,0-2 0,-6 2 0,4-3 0,-4 0 0,6 0 0,0 0 0,0 0 0,0 0 0,0 0 0,0 0 0,-1 0 0,-11 0 0,9 0 0,-10 0 0,13 0 0,0 0 0,-3 3 0,2-2 0,-2 2 0,3-3 0,0 0 0,0 0 0,-3 0 0,2 0 0,-18 0 0,15 0 0,-14 0 0,17 0 0,-2 0 0,3 0 0,-4 0 0,4 0 0,-4 0 0,4 3 0,-3-2 0,-1 2 0,-9-3 0,4 0 0,-1 0 0,7 0 0,3 0 0,-3 0 0,2 0 0,-2 0 0,3 0 0,0 0 0,0 0 0,0 0 0,0 0 0,-19 3 0,14-2 0,-13 2 0,17-3 0,1 0 0,0 0 0,0 3 0,-3-2 0,-1 2 0,0-3 0,1 0 0,0 0 0,2 0 0,-2 0 0,3 3 0,0-2 0,0 2 0,0-3 0,0 0 0,0 0 0,0 0 0,0 0 0,0 3 0,0-2 0,0 2 0,0-3 0,-3 0 0,2 3 0,-2-2 0,3 2 0,-1-3 0,1 0 0,-3 0 0,2 0 0,-2 0 0,0 3 0,2-2 0,-2 2 0,0-3 0,2 3 0,-5-2 0,5 2 0,-2-3 0,3 0 0,0 0 0,0 0 0,0 3 0,-3-2 0,2 2 0,-2-3 0,3 0 0,0 0 0,0 3 0,0-2 0,0 2 0,0-3 0,0 0 0,-1 0 0,1 0 0,0 0 0,0 0 0,0 0 0,0 0 0,-3 0 0,2 0 0,-2 0 0,3 0 0,0 0 0,0 0 0,-3 0 0,2 0 0,-2 0 0,3 0 0,0 0 0,0 0 0,0 0 0,0 0 0,3 3 0,-6-2 0,6 2 0,-6-3 0,3 0 0,0 0 0,0 0 0,-4 0 0,4 0 0,-4 0 0,4 0 0,0 0 0,0 0 0,0 0 0,0 0 0,0 0 0,0 0 0,0 0 0,0 0 0,0 0 0,0 0 0,0 0 0,0 0 0,0 0 0,0 0 0,0 0 0,0 0 0,0 0 0,0 0 0,0 0 0,0 0 0,0 0 0,-1 0 0,1 0 0,-3 0 0,2 0 0,-2 0 0,3 0 0,0 0 0,0 0 0,0 0 0,0 0 0,0 0 0,0 0 0,0 0 0,0 0 0,0 0 0,0 0 0,-3 0 0,2 0 0,-2 0 0,3 0 0,0 0 0,-4 0 0,4 0 0,-3 0 0,2 0 0,1 0 0,0 0 0,0 0 0,0 0 0,-3 0 0,2 0 0,-2 0 0,3 0 0,0 0 0,0 0 0,0 0 0,0 0 0,0 0 0,0 0 0,0 0 0,0 0 0,0 3 0,-3-2 0,2 2 0,-2-3 0,3 0 0,0 0 0,-1 0 0,1 0 0,0 0 0,0 0 0,0 0 0,0 0 0,0 0 0,0 0 0,0 0 0,0 0 0,-3 0 0,2 0 0,-2 0 0,3 0 0,0 0 0,0 0 0,0 3 0,0-2 0,0 2 0,0-3 0,0 0 0,0 0 0,0 0 0,0 0 0,0 0 0,0 0 0,3 3 0,-3-2 0,3 2 0,-3-3 0,0 0 0,0 0 0,0 0 0,0 0 0,0 0 0,0 0 0,0 0 0,0 0 0,0 0 0,0 0 0,0 0 0,0 0 0,0 0 0,0 0 0,0 3 0,0-2 0,0 2 0,0-3 0,0 0 0,0 0 0,0 0 0,0 0 0,0 0 0,-1 0 0,1 0 0,0 0 0,0 0 0,0 0 0,0 0 0,0 0 0,0 0 0,0 0 0,0 0 0,0 0 0,0 0 0,0 0 0,0 0 0,-3 0 0,2 0 0,-2 0 0,3 0 0,0 0 0,0 0 0,0 0 0,0 0 0,0 0 0,0 0 0,0 0 0,-1 0 0,5 3 0,-7-2 0,5 2 0,-5-3 0,3 0 0,0 0 0,0 0 0,0 0 0,0 0 0,0 0 0,0 0 0,0 0 0,-6 0 0,4 0 0,-4 0 0,6 0 0,0 0 0,3 3 0,-2-2 0,2 2 0,-3-3 0,0 0 0,-7 0 0,6 0 0,-6 0 0,7 0 0,0 0 0,0 0 0,0 0 0,0 0 0,-6 3 0,4-2 0,-4 2 0,6-3 0,0 0 0,0 0 0,-6 0 0,4 0 0,-4 0 0,6 0 0,0 0 0,0 0 0,0 0 0,-1 0 0,1 0 0,0 0 0,0 0 0,0 0 0,0 0 0,0 0 0,0 0 0,0 0 0,0 0 0,0 0 0,0 0 0,0 0 0,0-3 0,0 2 0,0-2 0,0 3 0,0 0 0,3-3 0,-2 2 0,2-2 0,-3 3 0,3-3 0,-2 2 0,2-2 0,-3 3 0,0 0 0,-1 0 0,5-3 0,-4 2 0,3-2 0,-3 3 0,0 0 0,0 0 0,0 0 0,0 0 0,0 0 0,0 0 0,0 0 0,0 0 0,0 0 0,0 0 0,0 0 0,0 0 0,0 0 0,0 0 0,0 0 0,0 0 0,0 0 0,0 0 0,0 0 0,0 0 0,3 3 0,-3-2 0,4 2 0,-5-3 0,1 0 0,-3 0 0,2 0 0,-2-3 0,3 2 0,0-2 0,3-1 0,-2 4 0,-1-7 0,-1 7 0,-2-3 0,6-1 0,-2 4 0,2-4 0,-3 4 0,3-3 0,-2 3 0,2-4 0,-3 4 0,3-3 0,-2 3 0,2-4 0,-10 1 0,6 3 0,-6-4 0,7 4 0,0 0 0,0 0 0,0 0 0,0-3 0,0 2 0,0-2 0,3 0 0,4-1 0,4 0 0,0-2 0,2 5 0,-5-5 0,5 5 0,-2-5 0,3 2 0,0 0 0,-3-2 0,2 5 0,-5-5 0,5 5 0,-2-2 0,0 0 0,2 2 0,-2-2 0,3 3 0,0-3 0,0 2 0,0-2 0,0 3 0,0 0 0,0 0 0,0 0 0,0 0 0,0-3 0,0 2 0,0-2 0,9 3 0,-7 0 0,7 0 0,-9 0 0,0 0 0,0 0 0,0 0 0,0 0 0,0 0 0,0 0 0,0 0 0,0 0 0,0 0 0,0 0 0,0 0 0,0 0 0,0 0 0,6 0 0,-4 0 0,4 0 0,-6 0 0,0 0 0,0 0 0,0 0 0,0 0 0,3 0 0,-2 0 0,2 0 0,0 0 0,-3 0 0,3 0 0,-3 0 0,4 0 0,-4 0 0,3 0 0,0 0 0,-2 0 0,2 0 0,0 0 0,-2 0 0,5 0 0,-5 0 0,5 0 0,-5 0 0,5 0 0,-5 0 0,2 0 0,0 0 0,-2 0 0,5 0 0,-5 0 0,5 0 0,-5 0 0,5 0 0,-6 0 0,7 0 0,-7 0 0,7 0 0,-7 0 0,6 0 0,-5 0 0,5 0 0,-5 0 0,5 0 0,-5 0 0,2 0 0,6 0 0,-6 0 0,9 0 0,-11 0 0,5 0 0,-5 0 0,5 0 0,-5 0 0,2 0 0,-3 0 0,3 3 0,-3-2 0,4 2 0,-1-3 0,-3 0 0,7 0 0,-7 0 0,3 0 0,-3 0 0,3 0 0,-2 0 0,2 0 0,0 0 0,-2 0 0,2 3 0,0-2 0,-2 2 0,2-3 0,-3 0 0,0 0 0,3 0 0,-2 0 0,2 0 0,0 0 0,-5 3 0,7-2 0,-7 2 0,5-3 0,-3 0 0,0 0 0,3 0 0,-3 0 0,7 3 0,-7-2 0,3 2 0,-3-3 0,0 0 0,0 0 0,3 0 0,-2 0 0,2 3 0,-3-2 0,0 2 0,0-3 0,0 0 0,0 0 0,0 0 0,0 0 0,0 0 0,0 0 0,3 0 0,-2 0 0,2 0 0,0 0 0,-5 3 0,4-2 0,-2 2 0,1-3 0,5 0 0,-6 0 0,4 0 0,-4 0 0,-1 0 0,1 0 0,0 0 0,0 0 0,0 0 0,0 0 0,0 0 0,3 0 0,-2 0 0,2 0 0,-3 0 0,0 0 0,0 0 0,0 0 0,0 0 0,0 0 0,3 0 0,-2 0 0,2 0 0,-3 0 0,0 0 0,0 0 0,3 0 0,1 0 0,0 0 0,-1 0 0,-3 0 0,0 0 0,0 0 0,0 0 0,3 0 0,-3 0 0,3 0 0,-3 0 0,0 0 0,0 0 0,0 0 0,0 0 0,0 0 0,6 0 0,-4 0 0,4-3 0,-6 2 0,0-2 0,3 3 0,1 0 0,0 0 0,-1 0 0,-3 0 0,0-3 0,3 2 0,-2-2 0,2 3 0,-3 0 0,0 0 0,0 0 0,0 0 0,3-3 0,-3 2 0,4-2 0,-4 3 0,-1 0 0,1 0 0,0 0 0,0 0 0,3-4 0,-2 4 0,2-3 0,-3 3 0,0 0 0,0 0 0,0-4 0,0 4 0,3-3 0,-2 3 0,2 0 0,-3 0 0,0 0 0,0 0 0,0-4 0,0 4 0,0-3 0,0 3 0,0 0 0,0 0 0,0 0 0,0 0 0,3-4 0,-2 4 0,5-4 0,-6 4 0,4 0 0,-4 0 0,-1-3 0,1 3 0,0-4 0,0 4 0,0 0 0,0 0 0,0 0 0,0 0 0,0 0 0,0 0 0,0 0 0,0 0 0,0 0 0,-3-3 0,2 3 0,-2-4 0,3 4 0,0 0 0,0 0 0,0 0 0,0 0 0,0 0 0,0 0 0,0 0 0,0 0 0,0 0 0,0 0 0,0 0 0,0 0 0,0 0 0,0 0 0,0 0 0,3-3 0,-3 2 0,4-2 0,-4 3 0,-1 0 0,1 0 0,0 0 0,0 0 0,0 0 0,0 0 0,0 0 0,0 0 0,0 0 0,0 0 0,0 0 0,13-3 0,-10 2 0,12-2 0,-14 3 0,2 0 0,-3 0 0,0 0 0,0 0 0,0 0 0,0 0 0,0 0 0,0 0 0,12-3 0,-9 2 0,10-2 0,-13 3 0,-1 0 0,1 0 0,0 0 0,0 0 0,0 0 0,0 0 0,0 0 0,0 0 0,10 0 0,-8 0 0,7 0 0,-9 0 0,0 0 0,0 0 0,0 0 0,0-3 0,0 2 0,0-2 0,0 3 0,0 0 0,3 0 0,-2 0 0,2 0 0,-3 0 0,0 0 0,0 0 0,0 0 0,0 0 0,0 0 0,0 0 0,0 0 0,-1 0 0,1 0 0,0 0 0,0 0 0,0 0 0,0 0 0,0 0 0,0 0 0,0 0 0,0 0 0,0 0 0,0 0 0,0 0 0,3 0 0,-2 0 0,2 0 0,-3 0 0,0 0 0,0 0 0,0 0 0,0 0 0,0-3 0,3 2 0,-2-2 0,2 3 0,-3 0 0,0 0 0,0 0 0,3 0 0,-2 0 0,2 0 0,-3 0 0,0 0 0,-1 0 0,1 0 0,0-3 0,0 2 0,0-2 0,0 3 0,0 0 0,0 0 0,0 0 0,0 0 0,0 0 0,0 0 0,0 0 0,0 0 0,0 0 0,0 0 0,0 0 0,0 0 0,0 0 0,0 0 0,0 0 0,0 0 0,0 0 0,0 0 0,0 0 0,0 0 0,0 0 0,0 0 0,0 0 0,0 0 0,0 0 0,0 0 0,0 0 0,0 0 0,0 0 0,0 0 0,-1 0 0,1 0 0,0 0 0,0 0 0,0 0 0,0 0 0,0 0 0,0 0 0,0 0 0,0 0 0,0 0 0,0 0 0,0 0 0,0 0 0,0 0 0,0 0 0,0 0 0,0 3 0,0-2 0,6 2 0,-4-3 0,4 0 0,-6 0 0,0 0 0,0 0 0,0 3 0,0-2 0,9 2 0,-7-3 0,8 0 0,-10 0 0,-1 0 0,1 0 0,0 0 0,10 3 0,-8-2 0,7 2 0,-9-3 0,0 0 0,0 0 0,0 3 0,0-2 0,3 2 0,-2-3 0,2 0 0,-3 0 0,-3 3 0,2-2 0,-2 2 0,3-3 0,0 0 0,6 3 0,-4-2 0,4 2 0,-6-3 0,0 3 0,0-2 0,0 2 0,3 0 0,-3-2 0,4 2 0,-5-3 0,1 0 0,0 0 0,-3 3 0,3-2 0,-4 2 0,14-3 0,-11 3 0,9-2 0,-11 2 0,3-3 0,0 0 0,0 0 0,0 0 0,0 0 0,3 0 0,-2 0 0,2 0 0,-3 0 0,0 0 0,0 0 0,0 0 0,0 0 0,0 0 0,0 0 0,3 0 0,-2 0 0,2 0 0,-3 0 0,0 0 0,0 0 0,0 0 0,0 0 0,-1 0 0,1 0 0,0 0 0,0 0 0,0 0 0,0 0 0,0 0 0,0 0 0,0 0 0,0 0 0,0 0 0,0 0 0,0 0 0,0 0 0,0 0 0,0 0 0,0 0 0,0 0 0,0 0 0,0 0 0,0 0 0,0 0 0,0 0 0,0 0 0,0 0 0,0 0 0,0 0 0,0 0 0,0 0 0,0 0 0,0 3 0,0-2 0,0 2 0,0-3 0,0 0 0,0 0 0,-1 0 0,1 0 0,0 0 0,0 0 0,0 0 0,0 0 0,-3 3 0,2-2 0,-2 2 0,3-3 0,0 0 0,0 0 0,0 0 0,0 0 0,0 0 0,0 0 0,0 0 0,0 0 0,0 0 0,0 0 0,-3 3 0,-4 1 0,-4 0 0,-3-1 0,0-3 0,0 0 0,-3 0 0,2 0 0,-2 0 0,3 0 0,0 3 0,0-2 0,-1 2 0,1-3 0,0 0 0,0 0 0,0 0 0,-6 0 0,4 0 0,-4 0 0,6 0 0,0 0 0,0 0 0,0 0 0,0 0 0,-3 0 0,2 0 0,-2 0 0,3 0 0,0 0 0,0 0 0,-10 0 0,8 0 0,-8 0 0,7 0 0,3 0 0,-4 0 0,4 0 0,0 0 0,0 0 0,0 0 0,0 0 0,0 0 0,0 0 0,0 0 0,-9 0 0,6 0 0,-6 0 0,9 0 0,-3 0 0,2 0 0,-2 0 0,3 0 0,0 0 0,0 0 0,0 0 0,0 0 0,0 0 0,0 0 0,-10 0 0,8 0 0,-8 3 0,10-2 0,0 2 0,0-3 0,0 0 0,0 0 0,0 0 0,0 0 0,0 0 0,0 0 0,0 0 0,-10 3 0,8-2 0,-10 2 0,11-3 0,-2 0 0,3 0 0,0 0 0,-1 0 0,1 0 0,0 0 0,-3 0 0,2 0 0,-2 0 0,3 0 0,0 0 0,0 0 0,0 0 0,0 0 0,0 0 0,0 0 0,-6 0 0,4 0 0,-4 0 0,6 0 0,0 0 0,0 0 0,0 0 0,0 0 0,0 0 0,0 0 0,-1 0 0,1 0 0,0 0 0,-9 0 0,7 0 0,-8 0 0,10 0 0,0 0 0,0 0 0,0 0 0,-3 0 0,2 0 0,-2 0 0,3 0 0,0 0 0,0 0 0,-3 0 0,-8 0 0,3 0 0,-2 0 0,7 0 0,-1 0 0,4 0 0,-4 0 0,1 0 0,2 0 0,-2 0 0,3 3 0,-3-2 0,2 2 0,-14-3 0,12 0 0,-10 0 0,10 0 0,2 0 0,-2 0 0,3 0 0,-3 0 0,2 0 0,-2 0 0,3 0 0,0 0 0,0 0 0,0 0 0,-10 0 0,8 0 0,-8 0 0,10 0 0,0 0 0,0 0 0,0 0 0,0 0 0,0 0 0,0 0 0,0 0 0,0 0 0,0 0 0,-6 0 0,4 0 0,-4 0 0,6 0 0,0 0 0,0 0 0,0 0 0,0 0 0,0 0 0,-4 0 0,4 0 0,-4 0 0,8-3 0,-4 2 0,3-2 0,-3 3 0,-3 0 0,2 0 0,-2 0 0,3 0 0,3-4 0,1 1 0,3-4 0,3 3 0,-2-3 0,2 3 0,0 1 0,1-4 0,3 3 0,-3-3 0,2 3 0,-5-2 0,8 2 0,-4-3 0,5 3 0,-6-2 0,2 5 0,1-5 0,-2 2 0,4-3 0,-5 3 0,3-2 0,0 2 0,0-3 0,0 3 0,-3-2 0,2 5 0,-2-2 0,-1 0 0,4-1 0,-3 0 0,3 1 0,-1 3 0,-2-3 0,3 2 0,-4-2 0,1 0 0,2 2 0,-2-2 0,3 0 0,0 2 0,-3-5 0,-10 2 0,0 0 0,-7 1 0,0-1 0,4 1 0,-4-1 0,6 1 0,0 3 0,-6 0 0,4-4 0,-4 4 0,6-4 0,0 4 0,0 0 0,-1 0 0,1-3 0,-3 3 0,2-4 0,-2 4 0,3 0 0,0 0 0,0 0 0,0-3 0,0 3 0,0-4 0,0 4 0,0 0 0,0 0 0,-3 0 0,2-3 0,-2 2 0,3-2 0,0 3 0,-3 0 0,2 0 0,-2-3 0,3 2 0,0-2 0,0 3 0,-1 0 0,1 0 0,0 0 0,-3-3 0,2 2 0,-2-2 0,3 3 0,0 0 0,0 0 0,0 0 0,0 0 0,-3 0 0,2 0 0,1-3 0,-2 2 0,4-2 0,-5 3 0,0 0 0,2 0 0,-2 0 0,3-3 0,0 2 0,0-2 0,0 3 0,0 0 0,0 0 0,0 0 0,-1 0 0,1 0 0,0 0 0,0 0 0,0 0 0,0 0 0,0 0 0,-3 0 0,2-3 0,-2 2 0,3-2 0,0 3 0,0 0 0,0 0 0,0 0 0,0 0 0,0 0 0,0 0 0,0 0 0,0 0 0,0 0 0,0 0 0,-4 0 0,4 0 0,-4 0 0,4 0 0,0 0 0,0 0 0,0 0 0,0 0 0,0 0 0,0 0 0,0 0 0,0 0 0,0 0 0,0 0 0,0 0 0,0 0 0,0 0 0,0 0 0,0 0 0,0 0 0,0 0 0,0 0 0,0 0 0,0 0 0,0 0 0,0 0 0,0 0 0,-1 0 0,1 0 0,0 0 0,0 0 0,0 0 0,0 0 0,0 0 0,0 3 0,0-2 0,-3 2 0,2-3 0,-2 0 0,3 0 0,0 0 0,0 0 0,0 0 0,0 0 0,0 0 0,0 0 0,0 0 0,0 0 0,0 0 0,0 0 0,0 0 0,0 0 0,-1 0 0,1 0 0,0 0 0,0 0 0,0 0 0,0 0 0,0 0 0,0 0 0,0 0 0,0 0 0,0 0 0,0 0 0,0 0 0,0 0 0,0 0 0,0 0 0,0 0 0,0 0 0,0 0 0,-3 0 0,-1 3 0,0-2 0,1 2 0,3-3 0,0 0 0,-1 0 0,1 0 0,0 0 0,0 0 0,0 0 0,0 0 0,0 0 0,0 0 0,0 0 0,0 0 0,0 0 0,0 0 0,0 0 0,0 0 0,0 0 0,0 0 0,0 0 0,0 0 0,0 0 0,0 0 0,0 0 0,0 0 0,0 0 0,0 0 0,-4 3 0,4-2 0,-4 2 0,4-3 0,0 0 0,0 0 0,0 0 0,0 0 0,0 0 0,0 0 0,0 0 0,0 0 0,0 0 0,0 0 0,0 0 0,-3 0 0,2 0 0,-2 0 0,3 0 0,0 0 0,0 0 0,0 0 0,3 3 0,-3-2 0,4 2 0,-4-3 0,-1 0 0,1 0 0,-6 0 0,5 0 0,-6 0 0,7 0 0,0 0 0,0 0 0,0 0 0,0 0 0,-3 0 0,2 0 0,-2 0 0,3 0 0,0 0 0,-3 0 0,2 0 0,-2 0 0,6 3 0,-3-2 0,4 2 0,-4-3 0,-4 0 0,4 0 0,-4 0 0,4 0 0,0 0 0,0 0 0,0 0 0,-6 3 0,4-2 0,-4 2 0,6-3 0,0 0 0,0 0 0,3 3 0,-2-2 0,2 2 0,-3-3 0,0 0 0,0 0 0,3 3 0,-2-2 0,2 2 0,-3-3 0,3 3 0,-3-2 0,4 2 0,-5-3 0,1 3 0,0-2 0,0 2 0,3 0 0,-2-2 0,2 2 0,0 0 0,-2-2 0,2 2 0,0 0 0,-2-2 0,5 5 0,-5-5 0,5 5 0,-2-2 0,3 3 0,0 0 0,3-3 0,-2 2 0,5-5 0,-2 2 0,3 0 0,0-2 0,0 2 0,0-3 0,0 3 0,0-3 0,0 4 0,0-4 0,0 0 0,0 3 0,0-3 0,0 4 0,0-4 0,0 0 0,0 0 0,0 0 0,0 0 0,0 0 0,0 0 0,-1 0 0,1 0 0,0 0 0,0 0 0,0 0 0,0 0 0,0 0 0,0 0 0,0 0 0,0 0 0,0 0 0,0 0 0,0-4 0,0 4 0,6-3 0,-4-1 0,4 4 0,-6-4 0,0 4 0,0-3 0,0 3 0,0-4 0,0 4 0,0 0 0,0-3 0,0 3 0,3-4 0,-2 4 0,2 0 0,-3 0 0,0 0 0,0 0 0,0 0 0,-1 0 0,11 0 0,-8 0 0,7 0 0,-9 0 0,0 0 0,0 0 0,0 0 0,3 0 0,1 0 0,0 0 0,-1 0 0,0 0 0,13 0 0,-6 3 0,7-2 0,-11 2 0,-5-3 0,5 0 0,-6 0 0,7 0 0,-4 0 0,1 0 0,-1 0 0,0 0 0,1 3 0,13-2 0,-8 2 0,4-3 0,-7 0 0,-2 0 0,0 0 0,2 0 0,-5 0 0,5 0 0,-2 0 0,0 3 0,2-2 0,-5 2 0,5-3 0,1 0 0,-3 0 0,6 0 0,-10 0 0,6 3 0,-5-2 0,5 2 0,-5-3 0,2 0 0,0 0 0,-2 0 0,5 0 0,-5 0 0,5 3 0,-5-2 0,2 2 0,0-3 0,-2 0 0,5 0 0,-5 0 0,2 0 0,-3 3 0,3-2 0,1 2 0,-1-3 0,1 0 0,-5 3 0,1-2 0,0 2 0,0-3 0,0 0 0,0 0 0,0 0 0,0 3 0,0-2 0,0 2 0,0-3 0,0 3 0,0-2 0,-3 2 0,-1-3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04:40.959"/>
    </inkml:context>
    <inkml:brush xml:id="br0">
      <inkml:brushProperty name="width" value="0.2" units="cm"/>
      <inkml:brushProperty name="height" value="1.2" units="cm"/>
      <inkml:brushProperty name="color" value="#CC0066"/>
      <inkml:brushProperty name="inkEffects" value="pencil"/>
    </inkml:brush>
  </inkml:definitions>
  <inkml:trace contextRef="#ctx0" brushRef="#br0">1 0 16383,'0'0'0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04:50.646"/>
    </inkml:context>
    <inkml:brush xml:id="br0">
      <inkml:brushProperty name="width" value="0.2" units="cm"/>
      <inkml:brushProperty name="height" value="1.2" units="cm"/>
      <inkml:brushProperty name="color" value="#008C3A"/>
      <inkml:brushProperty name="inkEffects" value="pencil"/>
    </inkml:brush>
  </inkml:definitions>
  <inkml:trace contextRef="#ctx0" brushRef="#br0">1 391 16383,'11'3'0,"2"-2"0,-13 5 0,7-2 0,-4 3 0,1 0 0,2-3 0,-5 2 0,5-5 0,-5 5 0,5-2 0,-2 3 0,0 0 0,2 0 0,-2-4 0,0 4 0,2-4 0,-2 4 0,0 0 0,2 0 0,-2-3 0,0 2 0,2-2 0,-2 3 0,0 0 0,2 0 0,-2 0 0,3 0 0,-3 0 0,2-3 0,-2 2 0,0-2 0,2 0 0,-5 2 0,5-2 0,-5 3 0,5-3 0,-2 5 0,3-4 0,0 5 0,-3-3 0,2 0 0,-5 0 0,5-3 0,-5 2 0,5-5 0,-5 5 0,5-2 0,-2 3 0,0 0 0,2-3 0,-6 2 0,7-5 0,-7 5 0,7-6 0,-7 7 0,7-3 0,-7 3 0,7-4 0,-7 4 0,7-7 0,-7 7 0,7-7 0,-7 7 0,7-4 0,-7 4 0,6-3 0,-5 2 0,5 1 0,-5 1 0,5-1 0,-5-1 0,5-2 0,-5 3 0,8 3 0,-7-2 0,4 2 0,-3-6 0,-2-4 0,5-4 0,-5-3 0,5 0 0,-2 0 0,0 0 0,2 0 0,-2 3 0,0-2 0,-1 2 0,0-3 0,-2 0 0,5 0 0,-5 0 0,5 3 0,-5-6 0,5 6 0,-2-3 0,0-3 0,2 6 0,-2-7 0,0 4 0,2 0 0,-2 0 0,0-3 0,2 2 0,-5-2 0,5 3 0,-2 0 0,3 0 0,0-3 0,0 2 0,-3-2 0,5 0 0,-5-1 0,3 0 0,0 1 0,-3 3 0,3 0 0,-1-3 0,-2 2 0,3-2 0,-4 3 0,4 0 0,0-4 0,0 4 0,-3-3 0,2 2 0,-2 1 0,6-3 0,-5 2 0,7-2 0,-10 3 0,7 0 0,-5 0 0,3 0 0,-3 0 0,2 0 0,-2 0 0,0 0 0,2 3 0,-2-5 0,3 7 0,-3-7 0,2 5 0,-2 0 0,3-2 0,-3 2 0,2 0 0,-2-2 0,0 2 0,2 0 0,-2-2 0,0 2 0,2 0 0,-5-3 0,5 4 0,-2-1 0,0-3 0,2 7 0,-5-7 0,5 3 0,-2-3 0,3 0 0,-4 0 0,4 3 0,-3-2 0,2 2 0,-2-3 0,3 3 0,-4-2 0,4 2 0,-3-3 0,2 3 0,-2-2 0,0 2 0,2 0 0,-5-2 0,5 5 0,-5-5 0,5 5 0,-5-5 0,5 5 0,-5-5 0,5 5 0,-5-5 0,5 2 0,-5-3 0,5 3 0,1-6 0,-2 6 0,4-3 0,-8 0 0,5 7 0,-5-7 0,2 4 0,0-1 0,-2-3 0,5 7 0,-5-7 0,5 7 0,-5-7 0,5 6 0,-5-5 0,5 2 0,-5-3 0,5 3 0,-5-2 0,5 2 0,-5-3 0,5 3 0,-5-2 0,2 2 0,0 0 0,-2-2 0,5 5 0,-2-2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04:51.943"/>
    </inkml:context>
    <inkml:brush xml:id="br0">
      <inkml:brushProperty name="width" value="0.2" units="cm"/>
      <inkml:brushProperty name="height" value="1.2" units="cm"/>
      <inkml:brushProperty name="color" value="#008C3A"/>
      <inkml:brushProperty name="inkEffects" value="pencil"/>
    </inkml:brush>
  </inkml:definitions>
  <inkml:trace contextRef="#ctx0" brushRef="#br0">0 289 16383,'3'7'0,"1"0"0,-3-2 0,3-3 0,-4 3 0,4-3 0,-1 3 0,0 0 0,1-1 0,-1 1 0,0 0 0,1 0 0,-2 0 0,1-1 0,1 1 0,-1-2 0,0 1 0,-1-1 0,0 2 0,1-1 0,-1 1 0,2-2 0,-3 1 0,1-1 0,0 0 0,-1 1 0,3-4 0,-3 4 0,3-1 0,-3 2 0,3 0 0,-2 0 0,3-1 0,-2 1 0,1 0 0,-3 0 0,3-3 0,-3 3 0,3-3 0,-4 3 0,4-2 0,-3 1 0,3-3 0,-3 3 0,1-1 0,0-1 0,-2 2 0,5-1 0,-5 2 0,3-1 0,-1-1 0,-2 2 0,4-3 0,-1 2 0,-1 1 0,3 0 0,-5 0 0,5-2 0,-5 1 0,5-2 0,-5 3 0,4 0 0,-2 0 0,1 0 0,1-3 0,-3 2 0,3-1 0,-3 2 0,3-2 0,-3 1 0,3-1 0,-4 1 0,5 1 0,-5 0 0,4-2 0,-3 1 0,1-1 0,0 1 0,1 1 0,0 0 0,1 0 0,-4 0 0,4-3 0,-3 2 0,3-1 0,-3 2 0,3-2 0,-3 1 0,1-1 0,0-1 0,-1 2 0,3-4 0,-4 5 0,2-3 0,0 1 0,-1 2 0,3-5 0,-3 5 0,1-3 0,0 0 0,1-6 0,0 1 0,-1-7 0,0 6 0,-2-1 0,2 0 0,0 0 0,-1 0 0,3 3 0,-3-3 0,1 3 0,0-3 0,-1 0 0,3 2 0,-3-1 0,3-1 0,-4 0 0,4 0 0,-3 1 0,1 1 0,0 1 0,-1-3 0,3 3 0,-4-3 0,5 2 0,0-6 0,-3 6 0,5-7 0,-5 5 0,3 1 0,-2-1 0,2 0 0,-3 0 0,0 0 0,3 3 0,2-9 0,-3 7 0,4-7 0,-6 6 0,1 0 0,1 0 0,-1 0 0,2-1 0,0 0 0,2-3 0,4-9 0,-2 10 0,2-12 0,-8 17 0,1-4 0,-1 2 0,1-2 0,1 2 0,0-2 0,0 2 0,0 0 0,-3 1 0,9-12 0,-7 9 0,7-9 0,-6 11 0,-1 1 0,1-1 0,0 0 0,-2 0 0,1-2 0,-1 2 0,1-2 0,1 2 0,0 0 0,0-2 0,0 1 0,-1 0 0,1 1 0,0 0 0,0 0 0,0-2 0,-1 2 0,-1-2 0,1 2 0,-1 0 0,2 1 0,0-1 0,-1 0 0,1-2 0,0 4 0,0-3 0,0 3 0,-3-2 0,2 0 0,-1 0 0,0 1 0,1 1 0,-1-1 0,-1 1 0,3-2 0,-3 0 0,3 3 0,-3-3 0,3 2 0,-2-2 0,2 1 0,-1-1 0,0 0 0,-1 0 0,2 2 0,-5-1 0,5 2 0,-3-3 0,1 0 0,1 2 0,-4-1 0,4 3 0,-3-3 0,3 4 0,-1-4 0,0 1 0,1-2 0,-1 0 0,1 0 0,1 3 0,-2-2 0,1 1 0,-1-2 0,2 0 0,-3 0 0,2 3 0,-1 0 0,0-1 0,1 3 0,-3-5 0,3 5 0,-1-2 0,-1 2 0,0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04:53.103"/>
    </inkml:context>
    <inkml:brush xml:id="br0">
      <inkml:brushProperty name="width" value="0.2" units="cm"/>
      <inkml:brushProperty name="height" value="1.2" units="cm"/>
      <inkml:brushProperty name="color" value="#008C3A"/>
      <inkml:brushProperty name="inkEffects" value="pencil"/>
    </inkml:brush>
  </inkml:definitions>
  <inkml:trace contextRef="#ctx0" brushRef="#br0">0 210 16383,'8'7'0,"1"-4"0,-8 4 0,5-3 0,-2 2 0,3 1 0,0 0 0,0 0 0,0 0 0,-3 0 0,2-3 0,-5 2 0,5-5 0,-5 5 0,5-2 0,-2 0 0,0 2 0,2-2 0,-5 3 0,5-3 0,-5 2 0,5-2 0,-2 3 0,3 0 0,0 0 0,-4 0 0,4 0 0,-3-3 0,3 5 0,-4-4 0,4 5 0,-4-3 0,4 0 0,-3 0 0,3-3 0,-7 2 0,3-2 0,0 0 0,1 2 0,0-2 0,6 6 0,-9-3 0,8 4 0,-8-4 0,5-4 0,-5 4 0,5-4 0,-2 4 0,0 0 0,2 0 0,-5 0 0,5 0 0,-2 0 0,0 0 0,2-3 0,-5 2 0,5-2 0,-5 3 0,5 0 0,-2 0 0,0 0 0,2 0 0,-2 0 0,0 0 0,2-3 0,-5 2 0,5-2 0,-5 3 0,5 0 0,-5 0 0,5-3 0,-5 2 0,2-2 0,0 0 0,-2 2 0,5-5 0,-5 5 0,2-2 0,-3 3 0,3-3 0,-2 2 0,5-2 0,-5 3 0,2 0 0,0-4 0,-2 4 0,2-3 0,3-13 0,-5 6 0,9-14 0,-6 10 0,-1 0 0,4 0 0,-7 0 0,7 0 0,-7 0 0,7 0 0,-7 0 0,10-6 0,-6 4 0,6-4 0,-6 6 0,2 0 0,-2 0 0,0 0 0,2 0 0,-2 0 0,3 0 0,-3 0 0,5-4 0,-4 4 0,2-4 0,-1 7 0,-2-2 0,0 2 0,2-3 0,-5 0 0,5 0 0,-2 3 0,3-2 0,0 2 0,-3-3 0,2 0 0,-2 0 0,3 0 0,0 0 0,0 0 0,0 0 0,0 0 0,0 3 0,0-2 0,0 2 0,0-3 0,-3 0 0,2 0 0,-2 0 0,3-1 0,0 1 0,0 0 0,-1-3 0,1 6 0,0-6 0,0 6 0,0-3 0,0 0 0,-3 0 0,6 0 0,-6-3 0,6 5 0,-3-4 0,0 5 0,-3-3 0,2 0 0,-2 0 0,3-3 0,0 5 0,0-4 0,0 5 0,-3-3 0,2 0 0,-2 0 0,3 3 0,0-3 0,-3 4 0,2-4 0,-2 3 0,0-3 0,2 3 0,-2 1 0,0-4 0,2 3 0,-2-3 0,3 0 0,0 0 0,0 0 0,-3 0 0,2 3 0,-2-2 0,3 2 0,0-3 0,0 0 0,-4 0 0,4 3 0,-4-2 0,1 2 0,3 0 0,-7-2 0,7 2 0,-7-3 0,6 3 0,-5-2 0,5 5 0,-5-5 0,5 5 0,-5-5 0,5 5 0,-5-6 0,2 4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4:28.958"/>
    </inkml:context>
    <inkml:brush xml:id="br0">
      <inkml:brushProperty name="width" value="0.2" units="cm"/>
      <inkml:brushProperty name="height" value="1.2" units="cm"/>
      <inkml:brushProperty name="color" value="#008C3A"/>
      <inkml:brushProperty name="inkEffects" value="pencil"/>
    </inkml:brush>
  </inkml:definitions>
  <inkml:trace contextRef="#ctx0" brushRef="#br0">1 253 16383,'13'-8'0,"0"3"0,-10 2 0,3 2 0,-2-2 0,3 3 0,-1 0 0,1 0 0,-1 0 0,4-3 0,-3 2 0,3-2 0,-4 3 0,1 0 0,-1 0 0,1 0 0,-1 0 0,1 0 0,0 0 0,-1 0 0,1 0 0,-1 0 0,1 0 0,-1 0 0,1 0 0,0 0 0,-1 0 0,1 0 0,-1 0 0,1 0 0,-1 0 0,1 0 0,0 0 0,-1 0 0,1 0 0,-1 0 0,1 0 0,-1 0 0,1 0 0,0 0 0,-1 0 0,1 0 0,-1 0 0,1 0 0,-1 0 0,1 0 0,5 0 0,-4 0 0,5 0 0,-7 0 0,1 0 0,0 0 0,2 0 0,-2 0 0,3 0 0,-4 0 0,13 0 0,-7 0 0,7 0 0,-6 0 0,-6 0 0,2 0 0,-2-3 0,-1 3 0,4-3 0,-3 3 0,3 0 0,-4 0 0,4 0 0,-3 0 0,3 0 0,-4 0 0,4 0 0,0 0 0,3 0 0,-3 0 0,6 0 0,-8 0 0,7 0 0,-8 0 0,3 0 0,-1 0 0,-1 0 0,1 0 0,1 0 0,-3 0 0,2 0 0,4 0 0,-2 0 0,2 0 0,-4 0 0,-2 0 0,2 0 0,-1 0 0,4 0 0,-5 0 0,3 0 0,-3 0 0,-1 0 0,4 0 0,-3 0 0,5 0 0,-4 0 0,4 0 0,-5 0 0,6 0 0,-6 0 0,3 0 0,-1 0 0,-2 0 0,3 0 0,-4 0 0,1 0 0,0 0 0,2 0 0,-2 0 0,3 0 0,-4-3 0,4 2 0,0-2 0,0 3 0,0 0 0,-4 0 0,1 0 0,0 0 0,-1 0 0,1 0 0,2 0 0,-1 0 0,1-3 0,-2 2 0,-1-2 0,1 3 0,-1 0 0,4 0 0,-3 0 0,3 0 0,-4 0 0,1 0 0,-1 0 0,1 0 0,-1 0 0,1 0 0,0 0 0,-1 0 0,1 0 0,-1 0 0,1 0 0,2 0 0,-1 0 0,1 0 0,-2 0 0,-1 0 0,1 0 0,-1 0 0,1 0 0,0 0 0,-1 0 0,1 0 0,-1 0 0,1 0 0,-1 0 0,1 0 0,0 0 0,-1 0 0,1 0 0,-1 0 0,1 0 0,-1 0 0,1 0 0,0 0 0,-1 0 0,1 0 0,-1 0 0,1 0 0,-1 0 0,1 0 0,0 0 0,-1 0 0,1 0 0,-1 0 0,1 0 0,-1 0 0,1 0 0,0 0 0,-1 0 0,1 0 0,-1 0 0,1 0 0,0 0 0,-1 0 0,1 0 0,-1 0 0,1 0 0,-1 0 0,-2-3 0,2 3 0,-2-3 0,2 3 0,1 0 0,-1 0 0,1 0 0,-1 0 0,1-3 0,0 2 0,-1-2 0,1 3 0,-1 0 0,1 0 0,-1 0 0,1 0 0,0-3 0,-1 2 0,1-2 0,-1 3 0,1 0 0,-1 0 0,1 0 0,0 0 0,-1 0 0,1 0 0,-1 0 0,1 0 0,-1 0 0,1 0 0,0 0 0,-1 0 0,1 0 0,-1 0 0,1 0 0,-1 0 0,1 0 0,0 0 0,-1 0 0,1 0 0,-1 0 0,1 0 0,-1 0 0,1 0 0,0 0 0,-1 0 0,1 0 0,-1 0 0,1 0 0,-1 0 0,1 0 0,0 0 0,-1 0 0,1 0 0,-1 0 0,1 0 0,-1 0 0,1 0 0,0 0 0,-1 0 0,1 0 0,-1 0 0,1 0 0,-1 0 0,1 0 0,0 0 0,-1 0 0,1 0 0,-1 0 0,1 0 0,-1 0 0,1 0 0,0 0 0,-1 0 0,1 0 0,-1 0 0,1 0 0,-1 0 0,1 0 0,0 0 0,-1 0 0,1 0 0,-4-2 0,0-8 0,-3 2 0,0-5 0,0 7 0,0-1 0,0 0 0,3-2 0,-2 1 0,2-1 0,-3 2 0,0 1 0,3-1 0,-2 0 0,4 1 0,-4-1 0,5 0 0,-2 1 0,-1-1 0,3 3 0,-5-1 0,5 4 0,-3-5 0,4 5 0,-1-2 0,1 3 0,0 0 0,-1 0 0,1 0 0,-1 0 0,1 0 0,-1-3 0,1 3 0,0-3 0,-1 3 0,1 0 0,-1 0 0,1-3 0,-1 2 0,1-2 0,0 3 0,-1 0 0,1 0 0,-4-3 0,3 2 0,-2-2 0,2 3 0,1 0 0,0 0 0,-1 0 0,-2-3 0,2 3 0,-3-3 0,4 3 0,-1 0 0,1 0 0,3 0 0,-3 0 0,2 0 0,-2 0 0,-1 0 0,1 0 0,0 0 0,-1 0 0,1 0 0,-1 0 0,4 0 0,-3 0 0,3 0 0,-4 0 0,1 3 0,-4 0 0,3 4 0,-5-1 0,2 1 0,-3 2 0,-3-4 0,2 4 0,-2-6 0,3 4 0,0-1 0,0 1 0,0 0 0,0-1 0,0 1 0,3-1 0,1-2 0,0 2 0,1-6 0,-4 6 0,5-2 0,-2 0 0,2 1 0,1-4 0,-4 5 0,3-5 0,-2 2 0,2-3 0,1 3 0,0-3 0,-1 3 0,1-3 0,-1 0 0,7 0 0,-5 0 0,4 0 0,-5-3 0,-1 3 0,1-3 0,-1 0 0,1 2 0,0-2 0,-4 0 0,3 2 0,-2-2 0,2 0 0,1 3 0,-3-6 0,1 5 0,-1-2 0,3 0 0,-1 2 0,1-2 0,-4 1 0,3 1 0,-2-2 0,2 3 0,1 0 0,-3-3 0,2 2 0,-3-2 0,4 3 0,-1 0 0,1 0 0,2-3 0,-1 2 0,1-1 0,-2 2 0,-1 0 0,1 0 0,-1 0 0,1 0 0,0 0 0,-1-3 0,1 2 0,-1-2 0,1 3 0,0 0 0,-1 0 0,1 0 0,-1 0 0,1 0 0,-1 0 0,1 0 0,0 0 0,-1 0 0,1 0 0,-1 0 0,1 0 0,-1 0 0,1 0 0,0 0 0,-4 3 0,3-2 0,-2 1 0,2-2 0,1 0 0,-4 3 0,3-2 0,-2 2 0,3 0 0,-1-2 0,-2 5 0,2-6 0,-6 6 0,6-2 0,-2-1 0,-1 3 0,0-2 0,-3 2 0,0 1 0,0 0 0,0-1 0,3-2 0,1 2 0,3-3 0,-1 1 0,-2 2 0,2-5 0,-3 1 0,4-2 0,-1 3 0,1-2 0,0 2 0,-1-3 0,1 0 0,-1 0 0,1 0 0,-1 0 0,1 0 0,0 0 0,-4-3 0,3 2 0,1-2 0,0 3 0,2 0 0,-2 0 0,0 0 0,-1 0 0,1 0 0,-1 0 0,1 0 0,5 0 0,-4 0 0,5 0 0,-7 0 0,1 0 0,-1 0 0,1 0 0,0 0 0,2 0 0,-2 0 0,3 0 0,-4 0 0,1 0 0,0 0 0,-1 0 0,1 0 0,-1 0 0,1 0 0,-1 0 0,1 0 0,0 0 0,-1 0 0,1 0 0,-1 0 0,1 0 0,2 0 0,-1 0 0,1 0 0,-2 0 0,-1 0 0,1 0 0,-1 0 0,1 0 0,0 0 0,2 0 0,-2 0 0,3 0 0,-4 0 0,1 0 0,0 0 0,-1 0 0,-2-3 0,2 3 0,-3-3 0,4 3 0,-1 0 0,1 0 0,0 0 0,-1 0 0,1 0 0,-1 0 0,1 0 0,-1 0 0,1 0 0,0 0 0,-1-3 0,1 2 0,-1-2 0,1 3 0,-1 0 0,1 0 0,0 0 0,-1 0 0,1 0 0,-1 0 0,1 0 0,-1 0 0,1 0 0,0 0 0,-1 0 0,1 0 0,-1 0 0,1 0 0,-1 0 0,1 0 0,0 0 0,-1 0 0,1 0 0,-1 0 0,1 0 0,0 0 0,2 0 0,-5 3 0,5-2 0,-5 2 0,2-3 0,1 0 0,0 0 0,-1 0 0,-2 3 0,2-3 0,-3 3 0,4-3 0,-1 0 0,4 0 0,-3 3 0,3-2 0,-4 2 0,1-3 0,-1 0 0,1 0 0,0 0 0,2 0 0,-2 0 0,3 0 0,-4 0 0,1 0 0,0 0 0,-1 0 0,1 0 0,-4 3 0,3-2 0,1 1 0,3-2 0,0 0 0,0 0 0,-4 0 0,1 0 0,-1 0 0,1 0 0,0 0 0,-1 0 0,1 0 0,-1 0 0,1 0 0,-1 0 0,1 0 0,0 0 0,-1 0 0,1 0 0,-1 0 0,1 0 0,-1 0 0,1 0 0,0 0 0,-1 0 0,1 0 0,-1 3 0,1-2 0,-1 2 0,1-3 0,0 0 0,-1 0 0,1 0 0,-1 0 0,4 0 0,-3 0 0,3 0 0,-4 0 0,1 0 0,-1 0 0,1 0 0,-1 0 0,1 0 0,0 0 0,-1 0 0,1 0 0,-1 0 0,1-3 0,-1 2 0,4-2 0,-3 3 0,3 0 0,-4-3 0,1 3 0,-1-3 0,1 3 0,0 0 0,-1 0 0,1 0 0,-1 0 0,1 0 0,-1 0 0,1 0 0,0 0 0,-1 0 0,1 0 0,-1 0 0,1 0 0,-1 0 0,1 0 0,0 0 0,-1 0 0,4 0 0,-3 0 0,2 0 0,-2 0 0,0 0 0,-1 0 0,1 0 0,-1 0 0,1 0 0,-1 0 0,1 0 0,0 0 0,-1 0 0,1 0 0,-1 0 0,4 0 0,-3 0 0,3 0 0,-4 0 0,1 0 0,-1-3 0,1 2 0,-1-2 0,1 3 0,0 0 0,-1 0 0,1 0 0,-1-3 0,1 2 0,-1-2 0,1 3 0,0 0 0,-1 0 0,1 0 0,-1 0 0,1 0 0,0 0 0,-1 0 0,1 0 0,-1 3 0,1-2 0,-1 2 0,1-3 0,0 0 0,-4 3 0,3-2 0,-2 2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4:32.424"/>
    </inkml:context>
    <inkml:brush xml:id="br0">
      <inkml:brushProperty name="width" value="0.2" units="cm"/>
      <inkml:brushProperty name="height" value="1.2" units="cm"/>
      <inkml:brushProperty name="color" value="#008C3A"/>
      <inkml:brushProperty name="inkEffects" value="pencil"/>
    </inkml:brush>
  </inkml:definitions>
  <inkml:trace contextRef="#ctx0" brushRef="#br0">0 61 16383,'11'-7'0,"1"3"0,-9 2 0,13-1 0,-8 2 0,8-2 0,-10 3 0,4 0 0,-3 0 0,3 0 0,-4 0 0,1 0 0,-1 0 0,1 0 0,0 0 0,-1 0 0,1 0 0,-1 0 0,4 0 0,-3 0 0,3 0 0,-4 0 0,1 0 0,-1 0 0,1 0 0,-1 0 0,1 0 0,0 0 0,-1 0 0,1 0 0,-1 0 0,1-3 0,-1 2 0,4-2 0,0 3 0,0 0 0,0 0 0,-4 0 0,4 0 0,0 0 0,3 0 0,-3 0 0,0 0 0,-3 0 0,-1 0 0,7 0 0,-5 0 0,4 0 0,-5-3 0,-1 3 0,1-3 0,-1 3 0,4 0 0,-3 0 0,3 0 0,-4 0 0,1 0 0,-1 0 0,1 0 0,2 0 0,-1 0 0,4 0 0,-5 0 0,3 0 0,-1 0 0,-1 0 0,1 0 0,-2 0 0,-1 0 0,4 0 0,-3 0 0,3 0 0,-4 0 0,1 0 0,2 0 0,-1 0 0,1 0 0,1 0 0,0 0 0,0 0 0,2 0 0,-4 0 0,1 0 0,-2 0 0,-1 0 0,1 0 0,-1 0 0,1 0 0,0 0 0,2 0 0,-2 0 0,9 0 0,-8 0 0,4 0 0,-5 0 0,-1 0 0,1 0 0,-1 0 0,1 3 0,0-3 0,-1 3 0,1-3 0,-1 0 0,1 0 0,-1 0 0,1 0 0,5 0 0,-4 0 0,5 0 0,-7 0 0,1 0 0,0 0 0,-1 0 0,1 0 0,-1 0 0,1 0 0,-1 0 0,4 0 0,0 0 0,0 0 0,0 0 0,-4 0 0,1 0 0,0 0 0,-1 0 0,4 0 0,-3 0 0,3 0 0,-4 0 0,1 0 0,-1 0 0,1 0 0,2 0 0,2 0 0,-1 0 0,-1 0 0,-2 0 0,2 0 0,2 0 0,-1 0 0,-1 0 0,-2 0 0,-1 0 0,1 0 0,0 0 0,2-3 0,-2 3 0,3-3 0,-4 3 0,1 0 0,0 0 0,-1 0 0,4 0 0,-3 0 0,2 0 0,-2 0 0,0 0 0,-1 0 0,1 0 0,-1 0 0,1 0 0,-1-3 0,1 2 0,0-2 0,-1 3 0,1 0 0,2 0 0,-2 0 0,3 0 0,-3 0 0,-1 0 0,1 0 0,-1 0 0,1 0 0,-1 0 0,1 0 0,0 0 0,-1 0 0,1 0 0,-1 0 0,1 0 0,-1 0 0,1 0 0,0 0 0,-1 0 0,1 0 0,-1 0 0,1 0 0,-1 0 0,1 0 0,0 0 0,2 0 0,-2 0 0,3 0 0,-4 0 0,1 0 0,0 0 0,-1 0 0,1 0 0,-1 0 0,1 0 0,-1 0 0,1 0 0,0 0 0,-1 0 0,1 0 0,-1 0 0,1 0 0,-1 0 0,1 0 0,0 0 0,-1 0 0,1 0 0,-1 0 0,1 0 0,-1 0 0,1 0 0,0 0 0,-1 0 0,1 0 0,-1 0 0,1 0 0,-1 0 0,1 0 0,0 0 0,-1 0 0,1 0 0,-1 0 0,1 0 0,-1 0 0,1 0 0,0 0 0,-1 0 0,1 0 0,-1 0 0,1 0 0,-1 0 0,1 0 0,0 0 0,-1 0 0,1 0 0,-1 0 0,1 0 0,-1 0 0,1 0 0,0 0 0,-1 0 0,1 0 0,-1 0 0,1 0 0,-1 0 0,1 0 0,3 0 0,-3 0 0,2 0 0,-2 0 0,0 0 0,-1 0 0,4 0 0,-3 0 0,2 0 0,-2 0 0,0 0 0,-1 0 0,1 0 0,-1 0 0,-2 3 0,2-2 0,-3 1 0,4-2 0,0 0 0,-1 0 0,1 0 0,-1 0 0,1 0 0,-1 0 0,1 0 0,0 0 0,-1 0 0,1 0 0,-1 0 0,-2 3 0,2-2 0,-3 2 0,4-3 0,0 0 0,2 0 0,-2 0 0,3 0 0,-4 0 0,1 0 0,0 3 0,-1-2 0,1 2 0,-1-3 0,1 0 0,2 0 0,-1 0 0,1 0 0,-2 0 0,-1 0 0,1 0 0,-1 0 0,1 0 0,0 0 0,-1 0 0,1 0 0,-1 0 0,4 0 0,-3 0 0,3 0 0,-4 0 0,1 0 0,-1 0 0,1 0 0,-1 0 0,1 0 0,0-3 0,2 2 0,-2-2 0,3 3 0,-4 0 0,1 0 0,0 0 0,-1 0 0,1 0 0,-1 0 0,1 0 0,-1 0 0,1 0 0,0 0 0,-1 0 0,1 0 0,-1 0 0,1 0 0,-1 0 0,1 0 0,0 0 0,-1 0 0,1 0 0,-1 0 0,1-3 0,-1 2 0,1-2 0,0 3 0,-1 0 0,4 0 0,-3 0 0,2 0 0,-2 0 0,0 0 0,-1 0 0,1 0 0,-1 0 0,1 0 0,-1 0 0,1 0 0,0 0 0,-1 0 0,4 0 0,-3 0 0,2 0 0,-2 0 0,0 0 0,-1 0 0,1 0 0,-1 0 0,1 0 0,-1 0 0,1 0 0,0 0 0,-1 0 0,1 0 0,-1 0 0,4 0 0,-3 0 0,3 0 0,-4 0 0,1 0 0,-1 0 0,1 0 0,-1 0 0,1 0 0,3 0 0,-3 0 0,2 0 0,-2 0 0,0 0 0,-1 0 0,1 0 0,-1 0 0,1 0 0,-1 0 0,1 0 0,0 0 0,-1 0 0,1 0 0,-1 0 0,1 0 0,-1 0 0,1 0 0,0 0 0,-1 0 0,1 0 0,-1 0 0,1 0 0,-1 0 0,1 0 0,0 0 0,-1 0 0,1 0 0,-1 0 0,1 0 0,-1 0 0,1 0 0,0 0 0,-1 0 0,1 0 0,-1 0 0,4 0 0,-3 0 0,3 0 0,-4 0 0,1 0 0,-1 0 0,1 0 0,-1 0 0,1 0 0,0 0 0,-1 0 0,1 0 0,-1 0 0,1 0 0,-1 0 0,1 0 0,0 0 0,-1 0 0,1 0 0,-1 0 0,1 0 0,-1 0 0,1 0 0,0 0 0,-1 0 0,1 0 0,-1 0 0,1 0 0,-1 0 0,1 0 0,0 0 0,-1 0 0,1 0 0,-1 0 0,1 0 0,-1 0 0,1 0 0,0 0 0,-1 0 0,1 0 0,-1 0 0,1 0 0,2 0 0,-1 0 0,1 0 0,-2 0 0,-1 0 0,1 0 0,-1 0 0,1 3 0,0-2 0,-1 2 0,4-3 0,-3 0 0,2 0 0,-2 0 0,0 0 0,-1 0 0,4 0 0,-3 0 0,2 0 0,-2 0 0,0 0 0,-1 0 0,1 0 0,2 0 0,-1 0 0,1 0 0,-2 0 0,-1 0 0,1 0 0,-1 0 0,1 0 0,-1 0 0,1 0 0,0 0 0,-1 0 0,1 0 0,-1 0 0,1 0 0,2 0 0,-1 0 0,4 0 0,-5 0 0,3 0 0,-4 0 0,1 0 0,0 0 0,-1 0 0,1 0 0,-1 0 0,1 0 0,-1 0 0,1 0 0,0 0 0,-1 0 0,1 0 0,-1 0 0,1 0 0,0 0 0,-1 0 0,1 0 0,-1 0 0,1 0 0,-1 0 0,1 0 0,0 0 0,-1 0 0,1 0 0,-1 0 0,1 0 0,-1 0 0,1 0 0,0 0 0,-1 0 0,1 0 0,-1 0 0,1 0 0,-1 0 0,1 0 0,0 0 0,-1 3 0,1-2 0,-1 2 0,1-3 0,-1 0 0,1 0 0,0 0 0,-1 0 0,1 0 0,-1 0 0,1 0 0,-1 0 0,1 0 0,0 0 0,-1 0 0,1 0 0,-1 0 0,1 0 0,-1 0 0,1 0 0,0 0 0,-1 0 0,1 0 0,-1 0 0,1 0 0,5 0 0,-4 0 0,5 0 0,-7 0 0,1 0 0,2 0 0,-1 0 0,1 0 0,-2 0 0,-1 0 0,1 0 0,-1 0 0,4 0 0,-3 0 0,3 0 0,-1 0 0,-1 0 0,1 0 0,0 0 0,-1 0 0,1 0 0,-2 0 0,-1 0 0,1 0 0,0 0 0,-1 0 0,1 0 0,2-3 0,-1 2 0,1-2 0,-2 3 0,-1 0 0,1 0 0,-1 0 0,1 0 0,-1 0 0,1 0 0,0 0 0,-1 0 0,1 0 0,-1 0 0,1 0 0,-1 0 0,4-3 0,-3 2 0,3-2 0,-4 3 0,1 0 0,-1 0 0,1-3 0,0 3 0,-1-3 0,1 3 0,-1 0 0,4 0 0,0-3 0,0 2 0,0-2 0,-4 3 0,1 0 0,-1 0 0,1-3 0,0 2 0,-1-2 0,1 3 0,-1 0 0,1 0 0,-1 0 0,4 0 0,-3 0 0,3 0 0,-7-3 0,3 3 0,-2-3 0,2 3 0,1 0 0,0 0 0,-1 0 0,1 0 0,-1 0 0,1 0 0,-1 0 0,1 0 0,0 0 0,-1 0 0,1 0 0,-1 0 0,1 0 0,0 0 0,-1 0 0,1 0 0,-1 0 0,1 0 0,-1 0 0,1 0 0,0 0 0,-1 0 0,1 0 0,-1 0 0,4 0 0,-3 0 0,3 0 0,-4 0 0,1 0 0,-1 3 0,1-3 0,2 3 0,-1-3 0,1 0 0,-2 0 0,-1 0 0,1 0 0,-1 0 0,1 0 0,0 0 0,-1 0 0,1 0 0,-1 3 0,1-2 0,-1 2 0,1-3 0,0 0 0,-1 0 0,1 0 0,2 0 0,-2 3 0,3-3 0,-3 3 0,-1-3 0,1 0 0,-1 0 0,1 0 0,-1 3 0,4-2 0,-3 2 0,3-3 0,-4 0 0,1 0 0,-1 0 0,1 0 0,0 0 0,-1 0 0,1 0 0,-1 0 0,1 0 0,-1 0 0,1 0 0,0 0 0,-1 0 0,1 0 0,-4-3 0,3 2 0,-2-2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4:38.352"/>
    </inkml:context>
    <inkml:brush xml:id="br0">
      <inkml:brushProperty name="width" value="0.2" units="cm"/>
      <inkml:brushProperty name="height" value="1.2" units="cm"/>
      <inkml:brushProperty name="color" value="#008C3A"/>
      <inkml:brushProperty name="inkEffects" value="pencil"/>
    </inkml:brush>
  </inkml:definitions>
  <inkml:trace contextRef="#ctx0" brushRef="#br0">681 8111 16383,'14'7'0,"-5"2"0,-3-9 0,-2 6 0,2-5 0,-2 5 0,7-2 0,-5-1 0,3 3 0,-3-5 0,-2 2 0,2-3 0,4 3 0,-3-3 0,2 3 0,-5 0 0,2-2 0,-2 2 0,2-3 0,1 0 0,-1 0 0,1 0 0,-1 3 0,1-3 0,0 3 0,2-3 0,-2 0 0,3 0 0,-4 0 0,1 0 0,0 0 0,-1 0 0,1 0 0,-1 0 0,1 0 0,2 0 0,-1 0 0,1 0 0,-2 0 0,-1 0 0,1 0 0,-1-3 0,4 3 0,-3-6 0,3 5 0,-1-2 0,-1 0 0,1 2 0,1-2 0,-6 1 0,5 1 0,-6-2 0,4 3 0,-1 0 0,-2-3 0,2 2 0,-2-2 0,2 3 0,1-3 0,-1 3 0,-2-6 0,-1 2 0,0 0 0,0-2 0,1 3 0,2-1 0,-2-2 0,2 5 0,-2-5 0,2 6 0,-6-6 0,9 5 0,-7-5 0,9 3 0,-6-1 0,1-2 0,0 5 0,-5-5 0,5 3 0,-3-1 0,1-2 0,-1 2 0,-6-2 0,2-1 0,-2 0 0,0 4 0,3-3 0,-6 2 0,2-2 0,0-1 0,1 0 0,0 4 0,3-3 0,-6 2 0,5-3 0,-2 1 0,0 2 0,2-2 0,-2 2 0,3-2 0,0-1 0,-2 3 0,1-1 0,-2 1 0,0-3 0,2 1 0,-5 2 0,6-2 0,-6 5 0,5-8 0,-5 8 0,5-8 0,-2 5 0,0 1 0,3-6 0,-6 4 0,5-4 0,-5 5 0,5-2 0,-2 3 0,0-4 0,0 3 0,-1-2 0,-2 6 0,5-6 0,-4 2 0,1 0 0,0-2 0,1 3 0,0-1 0,0-2 0,-7 3 0,3-1 0,0-2 0,1 5 0,2-2 0,-2 3 0,-1 0 0,3-3 0,-1 3 0,1-3 0,0-3 0,1 1 0,0-4 0,0-1 0,-1 3 0,1-3 0,3 4 0,0-1 0,-3 3 0,2-2 0,-2 3 0,3-4 0,0 0 0,-3 4 0,3-3 0,-3-1 0,0 3 0,2-5 0,-2 5 0,3-2 0,-3-1 0,2 0 0,-2 1 0,0 2 0,3-2 0,-3 2 0,0-2 0,2-1 0,-5 3 0,5-1 0,-2 1 0,1-3 0,1 1 0,-2-1 0,0 3 0,2-2 0,-2 3 0,0-4 0,3 0 0,-3 1 0,0 2 0,2-2 0,-2 2 0,3-2 0,-3-1 0,2 1 0,-5-1 0,6 0 0,-3 1 0,3-1 0,0 0 0,0 1 0,-3-1 0,2-2 0,-2 1 0,3-1 0,0 2 0,-3 0 0,2 1 0,-2-1 0,3 0 0,0 1 0,0-1 0,0 0 0,0-2 0,0 2 0,-3-3 0,3 3 0,-3 1 0,3-1 0,0 0 0,0 1 0,-3-1 0,2 0 0,-2 1 0,3-1 0,0 1 0,0-1 0,0 0 0,-3-2 0,2 1 0,-2-1 0,3-1 0,0 3 0,0-3 0,-2 4 0,1-1 0,-2 0 0,3 1 0,0-1 0,0 0 0,0 1 0,0-1 0,0 1 0,0-1 0,0 0 0,0 1 0,0-1 0,-3 0 0,2 1 0,-2-1 0,3 0 0,0 1 0,0-1 0,0 1 0,0-1 0,0 0 0,0 1 0,0-1 0,0 0 0,0 1 0,0-7 0,0 5 0,0-4 0,0 5 0,0 0 0,0 1 0,0-4 0,0 3 0,0-3 0,0 3 0,0 1 0,0-1 0,0 1 0,0-4 0,0 3 0,0-3 0,0 3 0,0 1 0,0-1 0,0-2 0,0 1 0,0-1 0,0 2 0,0 0 0,0 1 0,0-1 0,0 0 0,0 1 0,0-1 0,3 0 0,-2 1 0,2-4 0,-3 3 0,0-3 0,3 7 0,-3-3 0,3 2 0,-3-6 0,0 3 0,0-3 0,0 4 0,0-1 0,0 1 0,3-1 0,-2 0 0,2 1 0,-3-1 0,0 0 0,0 1 0,0-1 0,0 0 0,0 1 0,0-1 0,0 1 0,0-1 0,0 0 0,0 1 0,0-1 0,0 0 0,0 1 0,0-1 0,0 0 0,0 1 0,0-1 0,0 1 0,0-1 0,0 0 0,0 1 0,0-1 0,0-3 0,0 3 0,0-3 0,0 4 0,0-1 0,0 1 0,0-1 0,0 0 0,0 1 0,0-1 0,0 0 0,0-2 0,0 1 0,0-1 0,0-1 0,0 3 0,0-3 0,0 4 0,0-1 0,0 0 0,0 1 0,0-1 0,0 1 0,-3 2 0,2-2 0,-2 2 0,3-5 0,0 1 0,0-1 0,0 2 0,0 0 0,0 1 0,0-1 0,0 1 0,0-1 0,0 0 0,3 4 0,-2-3 0,2 2 0,-3-3 0,0 1 0,3-4 0,-2 3 0,1-3 0,-2 4 0,0-1 0,0 0 0,0 1 0,0-1 0,0 0 0,0 1 0,0-1 0,0 0 0,0 1 0,0-1 0,0-2 0,0 1 0,0-1 0,0 2 0,0 0 0,0 1 0,0-1 0,0 0 0,0 1 0,0-1 0,0 1 0,0-1 0,0 0 0,0 1 0,0-1 0,3 3 0,-2-2 0,2 3 0,-3-4 0,0 0 0,0 1 0,0-4 0,0 3 0,0-3 0,0 4 0,0-1 0,0 0 0,0 1 0,0-1 0,0 0 0,0 1 0,0-1 0,0 1 0,0-1 0,3 3 0,-2-2 0,2 3 0,-3-4 0,0 0 0,0 1 0,0-1 0,0 0 0,0 1 0,0-1 0,3 4 0,-3-3 0,3 2 0,-3-3 0,0 1 0,0-1 0,0 0 0,0-2 0,0 1 0,0-1 0,0 2 0,0 1 0,0-1 0,0 0 0,0 1 0,0-1 0,0 0 0,0 1 0,0-1 0,0 0 0,0 1 0,0-1 0,0 1 0,0-1 0,0 0 0,0 1 0,0-1 0,0 0 0,0 1 0,0-1 0,0 0 0,0 1 0,0-1 0,-3 4 0,2-3 0,-1 2 0,2-3 0,0 1 0,0-1 0,0 0 0,0 1 0,0-1 0,0 0 0,0 1 0,0-1 0,0 1 0,0-1 0,0 0 0,0-2 0,0 1 0,0-1 0,2 2 0,-1 1 0,2-1 0,-3 0 0,3 1 0,-2-4 0,2 3 0,-3-3 0,0 1 0,3-2 0,-3-2 0,6 3 0,-5 0 0,2 4 0,-3-1 0,0-3 0,0 3 0,0-3 0,0 4 0,0-1 0,0 0 0,0 1 0,3-10 0,-3 7 0,3-6 0,-3 8 0,3-2 0,-2 1 0,2-1 0,-3 2 0,0-5 0,0 4 0,0-5 0,0 6 0,0 1 0,0-1 0,0 0 0,0 1 0,0-4 0,0 3 0,0-3 0,0 4 0,0-1 0,0 0 0,0 1 0,0-1 0,0-2 0,0 1 0,0-1 0,0 2 0,0 0 0,0 1 0,0-1 0,0 0 0,-3 4 0,2-3 0,-2 2 0,3-3 0,0-2 0,0 2 0,0-3 0,0 3 0,-3 4 0,3-3 0,-3 2 0,3-3 0,0 1 0,-3-1 0,2 0 0,-2 1 0,3-1 0,0 1 0,-3 2 0,2-2 0,-2 2 0,3-2 0,0-1 0,-3 0 0,3 1 0,-3-1 0,3 0 0,0 1 0,-3 2 0,2-2 0,-2 3 0,3-4 0,0 0 0,0 1 0,-3 2 0,2-2 0,-1 2 0,2-2 0,0-1 0,-3 3 0,2-1 0,-2 1 0,3-3 0,0 1 0,-3 2 0,2-2 0,-2 2 0,0-2 0,3-1 0,-3 0 0,0 4 0,2-3 0,-5-1 0,5 0 0,-5-3 0,6 4 0,-3-1 0,3 0 0,-3 4 0,2-3 0,-2 2 0,3-3 0,0 1 0,-3 2 0,2-2 0,-2 3 0,12-1 0,-4 1 0,8 3 0,-7-3 0,-2-1 0,2 1 0,-3 0 0,1 0 0,5-1 0,-5 0 0,3-2 0,-1 6 0,-3-9 0,4 7 0,-1-7 0,1 6 0,0-4 0,-1 1 0,1-1 0,-1 3 0,-2-2 0,2 6 0,-5-6 0,4 2 0,-4-3 0,5 4 0,-5-3 0,5 5 0,0-8 0,-2 5 0,5-6 0,-8 4 0,5 2 0,-5-2 0,4 2 0,-1-2 0,0-1 0,-1 0 0,0 4 0,-3-3 0,6 2 0,-5-3 0,5 4 0,-6-3 0,3 2 0,0-2 0,1-1 0,0 0 0,-2 1 0,1-1 0,-2 0 0,5 1 0,-5-1 0,2 0 0,-3 1 0,3 2 0,-3-2 0,3 3 0,-3-4 0,0 0 0,0 1 0,3-1 0,-2 0 0,2 1 0,-3-1 0,0 0 0,0 1 0,3 2 0,-3-2 0,3 3 0,-3-4 0,0 0 0,0 1 0,0-1 0,0 0 0,0 1 0,0-1 0,0 0 0,0 1 0,0-1 0,0 1 0,0-1 0,-3 3 0,3-2 0,-3 0 0,3-2 0,0-1 0,-3 5 0,2-2 0,-2 2 0,3-2 0,0-1 0,-3 4 0,2-3 0,-2 2 0,3-3 0,0 1 0,0-1 0,-3 3 0,3-2 0,-3 3 0,3-4 0,-3 0 0,2 1 0,-2-1 0,0 4 0,2-3 0,-1 2 0,-1-3 0,2 1 0,-5 2 0,5-2 0,-5 5 0,6-8 0,-6 8 0,5-8 0,-2 5 0,3-2 0,-3-1 0,-1 4 0,1-3 0,0 2 0,0 0 0,-4 1 0,3 9 0,-2-1 0,6 4 0,0-2 0,-3-4 0,2 3 0,-2-2 0,0-18 0,2 9 0,-4-13 0,4 12 0,-2 2 0,3-2 0,-3-4 0,2 3 0,-2-3 0,0 3 0,3 1 0,-3-1 0,0 3 0,2-1 0,-2 1 0,3-3 0,-3 1 0,2-1 0,-2 0 0,3 1 0,0-1 0,-3 3 0,3-2 0,-3 3 0,3-4 0,0 1 0,0-1 0,-3 3 0,2-2 0,-2 3 0,3-4 0,0 0 0,-3-2 0,2 1 0,-2-1 0,3 2 0,-3 3 0,3-1 0,-3 1 0,3-6 0,0 3 0,0-3 0,0 4 0,0-1 0,0 0 0,0 1 0,0-1 0,0-2 0,0 1 0,0-1 0,-3 5 0,2-2 0,-2 2 0,3-2 0,0-1 0,0 0 0,0 1 0,0-1 0,0 1 0,0-1 0,0 0 0,0 1 0,0-1 0,0 0 0,0 1 0,0-1 0,0 0 0,0-2 0,0 1 0,0-1 0,0 2 0,0 1 0,0-1 0,0 0 0,0 1 0,0-4 0,0 3 0,0-3 0,0 4 0,0-1 0,0 0 0,0 1 0,0-1 0,0 0 0,0 1 0,3-4 0,-2 3 0,2-3 0,-3 4 0,0-1 0,0 0 0,0 1 0,0-1 0,0 0 0,0 1 0,0-1 0,0 0 0,0-2 0,0 2 0,3-3 0,-3 3 0,3 1 0,-3-1 0,0 0 0,0 1 0,0-1 0,0 0 0,0 1 0,0-1 0,0 1 0,0-4 0,0 3 0,0-3 0,0 3 0,0 1 0,0-4 0,0 3 0,0-3 0,0 4 0,0-1 0,0 0 0,0-2 0,0 1 0,0-1 0,0 2 0,0 1 0,0-1 0,0 0 0,0 1 0,-3-1 0,3 0 0,-3 1 0,3-1 0,0 0 0,0 1 0,0-1 0,-3 1 0,2-1 0,-2 0 0,3 1 0,0-1 0,0 0 0,0 1 0,-3 2 0,2-2 0,-2 2 0,3-2 0,0-1 0,0 1 0,-3 2 0,3-2 0,-3 2 0,3-2 0,0-1 0,0 0 0,-3 4 0,2-3 0,-2 2 0,3-3 0,0 1 0,-3-1 0,2 1 0,-2-1 0,3 0 0,0 1 0,0-1 0,-2 3 0,1-2 0,-2 3 0,3-4 0,-3-3 0,2 3 0,-2-2 0,3 2 0,0 0 0,0 1 0,0-1 0,-3 0 0,3 1 0,-3-7 0,0 8 0,2-7 0,-2 9 0,3-4 0,0 0 0,0 1 0,-3 2 0,2-2 0,-2 2 0,3-2 0,0-1 0,0 0 0,0 1 0,0-1 0,-3-2 0,3 1 0,-3-1 0,3 2 0,0 0 0,0 1 0,0-1 0,0 0 0,0 1 0,0-1 0,-3 4 0,2-3 0,-2 2 0,3-3 0,0 1 0,0-1 0,0 0 0,0 1 0,0-1 0,0 0 0,0 1 0,0-1 0,0 1 0,0-1 0,-3 0 0,2 1 0,-2-4 0,3 3 0,0-3 0,0 3 0,0 1 0,0-1 0,0 1 0,0-1 0,0 0 0,0 1 0,0-1 0,-3 0 0,3 1 0,-3-1 0,3 0 0,0 1 0,0-1 0,0 1 0,0-1 0,0-3 0,0 3 0,0-3 0,0 4 0,0-1 0,-3-2 0,2 1 0,-2-1 0,3 2 0,0 0 0,0 1 0,0-10 0,0 7 0,0-6 0,0 8 0,-3 1 0,2-1 0,-1 0 0,2 1 0,0-1 0,0 0 0,0 1 0,0-1 0,0 1 0,-3-7 0,2 5 0,-2-5 0,3 7 0,0-1 0,0 0 0,0 1 0,0-1 0,0 1 0,0-1 0,-3 3 0,2-2 0,-2 3 0,3-4 0,0-3 0,0 3 0,0-3 0,0 4 0,0-1 0,0 1 0,0-1 0,0 0 0,-3-5 0,3 4 0,-3-5 0,3 6 0,0 1 0,0-1 0,0 1 0,-3-4 0,2 3 0,-2-3 0,3 3 0,0 1 0,0-1 0,0 0 0,-3 1 0,2-4 0,-2 3 0,3-3 0,0 4 0,-3-1 0,3 0 0,-3 1 0,3-1 0,0-2 0,0 1 0,0-1 0,0 2 0,0 0 0,0 1 0,0-1 0,0 0 0,0 1 0,-3-4 0,2 3 0,-2-3 0,3 4 0,0-1 0,0 0 0,0 1 0,0-1 0,3-3 0,-2 3 0,2-3 0,-3 4 0,0-1 0,0 1 0,0-1 0,0 0 0,3 4 0,-3-3 0,3 2 0,-3-6 0,3 3 0,-2-3 0,2 4 0,-3-1 0,0 1 0,0-1 0,0 0 0,3 1 0,-3-1 0,3 0 0,0 1 0,-2-1 0,2 0 0,-3 1 0,3-10 0,-2 8 0,1-8 0,-2 9 0,0 1 0,0-1 0,3 1 0,-2-1 0,2 0 0,-3 1 0,0-1 0,0 0 0,0 1 0,3-1 0,-2 0 0,2-8 0,-3 3 0,0-4 0,0 4 0,0 4 0,0-1 0,3 2 0,-3 0 0,3 1 0,-3-1 0,0 0 0,0-2 0,0 2 0,0-3 0,0 3 0,0 1 0,0-1 0,0 0 0,0 1 0,0-1 0,0 1 0,0-1 0,0 0 0,0-2 0,0 1 0,0-1 0,0 2 0,0 0 0,0 1 0,0-1 0,0 1 0,0-1 0,0-3 0,0 3 0,0-3 0,0 4 0,-3-1 0,3 0 0,-3 1 0,3-1 0,0 1 0,0-1 0,0 0 0,0 1 0,0-1 0,0 0 0,0 1 0,0-1 0,0-3 0,0 3 0,0-2 0,0 2 0,0 0 0,0 1 0,0-1 0,0 0 0,0 1 0,0-1 0,0-3 0,0 3 0,0-2 0,0-1 0,0 3 0,0-3 0,0 0 0,0 3 0,0-3 0,0 4 0,0-1 0,0 1 0,2-1 0,-1 0 0,2 1 0,-3-1 0,0 0 0,0 1 0,0-1 0,0 0 0,0 1 0,0-1 0,0 1 0,0-1 0,0 0 0,-3 1 0,2-1 0,-1 0 0,2 1 0,0-1 0,0 0 0,0 1 0,0-1 0,0 1 0,-3-1 0,2 0 0,-2 1 0,3-1 0,0 0 0,0 1 0,-3 2 0,2-2 0,-2 2 0,3-2 0,0-1 0,-3 4 0,3-3 0,-3 2 0,3-3 0,0 1 0,0-1 0,0 0 0,0 1 0,0-1 0,-3 3 0,2-1 0,-2 1 0,3-3 0,0 1 0,0-1 0,0 0 0,0 1 0,0-1 0,0 0 0,0 1 0,0-1 0,0 0 0,0 1 0,0-1 0,0 1 0,0-1 0,0 0 0,0 1 0,0-1 0,0 0 0,0 1 0,0-1 0,0 0 0,0 1 0,0-1 0,0 1 0,0-1 0,0-3 0,0 3 0,3 0 0,-2 1 0,2 3 0,-3-4 0,0 1 0,0-1 0,0 0 0,0 1 0,2 2 0,-1-5 0,2 5 0,-3-6 0,0 3 0,0 1 0,0-1 0,0 1 0,0-1 0,0 0 0,0 1 0,0-4 0,0 3 0,3-3 0,-2 3 0,2 1 0,-3-1 0,0 1 0,0-1 0,0-3 0,0 3 0,0-3 0,0 4 0,0-1 0,0 0 0,0 1 0,0-1 0,0 1 0,0-1 0,0 0 0,0 1 0,-3 2 0,2-2 0,-2 2 0,3-2 0,12 14 0,-6-8 0,6 14 0,-6-13 0,-3 2 0,4-3 0,0 3 0,-1-2 0,1 2 0,-1-3 0,1 0 0,-3-3 0,1 2 0,-4-8 0,2 5 0,-3-6 0,3 6 0,-2-2 0,2 3 0,-3-4 0,0 0 0,0 1 0,0-1 0,0 1 0,0-1 0,-3 3 0,2-2 0,-5 3 0,5-4 0,-5 0 0,6 1 0,-6 2 0,5-2 0,-5 5 0,5-7 0,-4 6 0,4-7 0,-5 8 0,5-4 0,-5 1 0,3 0 0,-1-2 0,-2 6 0,5-6 0,-5 2 0,3 0 0,-1-2 0,-2 6 0,2-3 0,-2 0 0,-1 2 0,3-5 0,-1 5 0,4-5 0,-8 3 0,5-1 0,-3-2 0,1 5 0,2-1 0,-2 2 0,-1 0 0,0-3 0,1 2 0,-1-2 0,0 3 0,1 0 0,-1 0 0,1 0 0,-1 0 0,0 0 0,1 0 0,-1 0 0,0 0 0,1 0 0,-1 0 0,0 0 0,1 0 0,-1 0 0,-2 0 0,1 0 0,2 3 0,0-2 0,2 1 0,-3-2 0,1 3 0,-1-2 0,0 2 0,4 0 0,-3-2 0,2 2 0,-2-3 0,-1 3 0,0-3 0,1 3 0,-1 0 0,0-2 0,1 2 0,-1-3 0,0 3 0,1-3 0,-1 3 0,1-3 0,2 3 0,-2-2 0,2 2 0,-2-3 0,-1 0 0,0 0 0,1 3 0,-1-2 0,1 1 0,-1-2 0,0 0 0,1 0 0,-1 0 0,0 0 0,1 0 0,-1 0 0,0 0 0,1 0 0,-1 3 0,1-2 0,-1 2 0,0-3 0,1 0 0,-1 0 0,0 0 0,1 0 0,-1 0 0,0 0 0,4 3 0,-3-2 0,2 2 0,-2-3 0,-1 0 0,0 0 0,1 0 0,-1 0 0,0 0 0,4 3 0,-6-3 0,4 3 0,-4-3 0,2 0 0,1 0 0,-4 0 0,3 0 0,-3 0 0,3 0 0,1 0 0,-1 0 0,0 0 0,1 0 0,-1 0 0,1 0 0,2-3 0,-2 3 0,2-3 0,-2 3 0,-1 0 0,0 0 0,1 0 0,-1 0 0,0 0 0,1 0 0,-1 0 0,1 0 0,-1 0 0,0 0 0,1 0 0,-4 0 0,6 2 0,-5-1 0,5 2 0,-3-3 0,1 3 0,2 1 0,1 2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4:51.934"/>
    </inkml:context>
    <inkml:brush xml:id="br0">
      <inkml:brushProperty name="width" value="0.2" units="cm"/>
      <inkml:brushProperty name="height" value="1.2" units="cm"/>
      <inkml:brushProperty name="color" value="#008C3A"/>
      <inkml:brushProperty name="inkEffects" value="pencil"/>
    </inkml:brush>
  </inkml:definitions>
  <inkml:trace contextRef="#ctx0" brushRef="#br0">1 127 16383,'17'-4'0,"4"1"0,-12 3 0,3 0 0,-8-3 0,1 2 0,-1-2 0,3 3 0,-1 0 0,1 0 0,-1 0 0,10-2 0,-8 1 0,11-2 0,-12 3 0,3 0 0,-4 0 0,1 0 0,-1 0 0,1 0 0,-1 0 0,13 0 0,-10 0 0,9 0 0,-11 0 0,0 0 0,-1 0 0,1-3 0,5 2 0,-4-2 0,7 3 0,-7 0 0,1 0 0,-2 0 0,17 0 0,-10 0 0,11 0 0,-13 0 0,-5 0 0,3 0 0,-1 0 0,2 0 0,-1 0 0,-1 0 0,1 0 0,0 0 0,0 0 0,11-3 0,-11 3 0,11-3 0,-14 3 0,6 0 0,-3 0 0,0 0 0,0 0 0,6 0 0,-7 0 0,11 0 0,-10 0 0,0 0 0,3 0 0,6-3 0,-7 2 0,9-2 0,-13 3 0,4 0 0,-2 0 0,0 0 0,3 0 0,0 0 0,1-3 0,-1 2 0,-1-2 0,-4 3 0,4 0 0,7 0 0,-6-3 0,8 3 0,-14-3 0,2 3 0,1 0 0,-3 0 0,6 0 0,-3-3 0,0 2 0,0-2 0,-4 3 0,4 0 0,-3 0 0,3 0 0,2 0 0,-4-3 0,4 2 0,-2-2 0,-3 3 0,3 0 0,-4 0 0,1 0 0,-1 0 0,4 0 0,-3 0 0,3 0 0,-4 0 0,1 0 0,-1 0 0,4 0 0,-3 0 0,3 0 0,-4 0 0,1 0 0,-1 0 0,1 0 0,0 0 0,-1 0 0,1 0 0,-1 0 0,1 0 0,-1 0 0,1 0 0,2 0 0,-1 0 0,1 0 0,-2 0 0,-1 0 0,1 0 0,0 0 0,-1 0 0,1 0 0,-1 0 0,1 0 0,-1 0 0,1 0 0,0 0 0,-1 0 0,1 0 0,-1 0 0,1 0 0,-1 0 0,1 0 0,0 0 0,-1 0 0,1 0 0,-1 0 0,1 0 0,-1 0 0,1 0 0,0 0 0,-1 0 0,1 0 0,-1 0 0,1 0 0,-1 0 0,1 0 0,0 0 0,-1 0 0,1 0 0,-1 0 0,1 0 0,-1 0 0,1 0 0,0 0 0,-1 0 0,1 0 0,-1 0 0,1 0 0,-1 0 0,4 0 0,-6-3 0,5 3 0,-5-3 0,2 3 0,4 0 0,-3 0 0,3 0 0,-4 0 0,1 0 0,-1 0 0,1 0 0,2 0 0,-1 0 0,1 0 0,-2 0 0,-1 0 0,1 0 0,-1 0 0,1 0 0,3 0 0,-3 0 0,2 0 0,1 0 0,-3 0 0,8-3 0,-4 2 0,3-2 0,-5 3 0,-2 0 0,-1 0 0,1 0 0,-1 0 0,1 0 0,-1 0 0,1 0 0,0 0 0,-1 0 0,7 0 0,-5 0 0,7 0 0,-8 0 0,3 0 0,-4 0 0,1 0 0,0 0 0,-1 0 0,1 0 0,-1 0 0,4 0 0,-3 0 0,3 0 0,-4 0 0,1 0 0,-1 0 0,1 0 0,-1 0 0,1 0 0,0 0 0,-1 0 0,-2 3 0,2-2 0,0 2 0,1-3 0,3 0 0,-3 0 0,-1 0 0,1 0 0,-1 0 0,1 0 0,-1 3 0,1-3 0,0 3 0,-1-3 0,1 0 0,-1 0 0,1 0 0,-1 0 0,1 0 0,0 0 0,-1 0 0,1 3 0,-1-2 0,1 2 0,-1-3 0,1 0 0,0 0 0,-1 0 0,1 0 0,-1 0 0,4 3 0,-3-3 0,3 3 0,-4-3 0,1 0 0,-1 0 0,1 0 0,2 0 0,2 3 0,-1-2 0,-1 2 0,-2-3 0,-1 0 0,1 0 0,2 0 0,2 0 0,-1 3 0,-1-2 0,-2 2 0,0-3 0,-1 0 0,4 0 0,-3 0 0,2 0 0,-2 0 0,0 0 0,-1 0 0,1 0 0,-1 0 0,1 0 0,-1 0 0,1 0 0,0 0 0,-1 0 0,1 2 0,2-1 0,-1 2 0,1-3 0,-2 0 0,-1 0 0,1 0 0,-1 0 0,1 0 0,-1 0 0,1 0 0,0 0 0,-1 0 0,1 0 0,-1 0 0,1 0 0,-1 0 0,1 0 0,3 0 0,0 0 0,0 0 0,2 0 0,-4 0 0,1-3 0,1 2 0,-3-2 0,5 3 0,-4 0 0,1 0 0,1 0 0,-3 0 0,0-2 0,1 1 0,-3-2 0,4 3 0,-2 0 0,-1 0 0,1 0 0,-1-3 0,1 2 0,0-2 0,-1 3 0,1 0 0,-1 0 0,1 0 0,0 0 0,-1-3 0,1 3 0,-1-3 0,1 3 0,-1-3 0,1 2 0,0-2 0,-1 3 0,1 0 0,-1 0 0,1 0 0,-1-3 0,1 2 0,0-2 0,-1 3 0,1 0 0,-1 0 0,4 0 0,-3 0 0,3 0 0,-4 0 0,1 0 0,-1 0 0,1 0 0,-1 0 0,1 0 0,0 0 0,-1 0 0,4 0 0,-3 0 0,2 0 0,-2 0 0,0 0 0,-1 0 0,1 0 0,-1 0 0,1 0 0,-1 0 0,1 0 0,0 0 0,-1 0 0,1 0 0,-1 0 0,1 0 0,-1 0 0,1 0 0,0 0 0,-1 0 0,4 0 0,-3 0 0,2 0 0,-2 0 0,0 0 0,-1 0 0,1 0 0,-1 0 0,1 0 0,-1 0 0,1 0 0,0 0 0,-1 0 0,1 0 0,-1-3 0,1 3 0,-1-3 0,1 3 0,0 0 0,-1 0 0,1 0 0,2 0 0,-1 0 0,1 0 0,-2 0 0,-1 0 0,1 0 0,-1 0 0,1 0 0,-1 0 0,1-3 0,0 2 0,2-2 0,-2 3 0,6 0 0,-6 0 0,3 0 0,-4 0 0,1 0 0,-1 0 0,1 0 0,-1 0 0,1 0 0,0 0 0,-1 0 0,1-3 0,-1 2 0,1-2 0,-1 3 0,1 0 0,0 0 0,-1 0 0,1 0 0,-1 0 0,1 0 0,-1 0 0,1 0 0,0 0 0,-1 0 0,1 0 0,-1 0 0,1 0 0,-1 0 0,1 0 0,3-3 0,-3 3 0,2-3 0,-2 3 0,2 0 0,-1 0 0,1 0 0,-2 0 0,-1 0 0,1 0 0,-1 0 0,1 0 0,0 0 0,-1 0 0,1 0 0,-1 0 0,4 0 0,-3 0 0,3 0 0,-4 0 0,1-3 0,-1 2 0,1-2 0,0 3 0,-1 0 0,1 0 0,-1 0 0,1 0 0,-1 0 0,1 0 0,0 0 0,-1 0 0,1-3 0,-1 2 0,1-1 0,-1 2 0,1 0 0,0 0 0,2 0 0,-2 0 0,3 0 0,-4 0 0,1 0 0,0 0 0,-1 0 0,1 0 0,-1 0 0,4 0 0,-3 0 0,3 0 0,-4 0 0,1 0 0,-1 0 0,1 0 0,-1 0 0,1 0 0,0 0 0,-1 0 0,1 0 0,2 0 0,-2 0 0,3 0 0,-3 0 0,-1 0 0,1 0 0,2 0 0,-2 0 0,3-3 0,-3 2 0,-1-2 0,1 3 0,-1 0 0,1 0 0,2 0 0,-4-3 0,3 2 0,-4-2 0,3 3 0,-1 0 0,1 0 0,-1 0 0,1 0 0,0 0 0,-1 0 0,4 0 0,-3 0 0,2 0 0,-2 0 0,3 0 0,-3 0 0,2 0 0,-2 0 0,-1 0 0,1 0 0,0 0 0,-1 0 0,1 0 0,-1 0 0,1 0 0,-1 0 0,1 0 0,0 0 0,-1 0 0,1 0 0,-1 0 0,1 0 0,-1 0 0,-2 3 0,2-2 0,-2 2 0,2-3 0,1 0 0,-1 0 0,1 0 0,-1 3 0,1-3 0,0 3 0,-1-3 0,1 0 0,2 0 0,-1 0 0,1 0 0,1 3 0,-3-2 0,2 2 0,-2-3 0,-1 0 0,-2 3 0,2-2 0,-2 2 0,2-3 0,1 0 0,-1 0 0,1 2 0,2-1 0,-1 2 0,1-3 0,-2 3 0,-1-2 0,1 2 0,-1-3 0,1 0 0,-3 3 0,7-3 0,-5 3 0,6-3 0,-6 0 0,1 0 0,0 0 0,-4 3 0,3-2 0,-2 2 0,2-3 0,1 0 0,0 0 0,-1 0 0,1 0 0,-1 0 0,-2 3 0,2-3 0,-3 3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5:00.137"/>
    </inkml:context>
    <inkml:brush xml:id="br0">
      <inkml:brushProperty name="width" value="0.2" units="cm"/>
      <inkml:brushProperty name="height" value="1.2" units="cm"/>
      <inkml:brushProperty name="color" value="#008C3A"/>
      <inkml:brushProperty name="inkEffects" value="pencil"/>
    </inkml:brush>
  </inkml:definitions>
  <inkml:trace contextRef="#ctx0" brushRef="#br0">94 1 16383,'0'17'0,"0"-1"0,0-10 0,0 1 0,0-1 0,3 15 0,-2-10 0,2 10 0,-3-15 0,0 1 0,0 0 0,0-1 0,0 1 0,0-1 0,0 1 0,0-1 0,0 1 0,0 0 0,0-1 0,0 1 0,0-1 0,0 1 0,0-1 0,0 1 0,0 0 0,0-1 0,0 1 0,0-1 0,0 1 0,0-1 0,0 1 0,0 0 0,0-1 0,0 1 0,0-1 0,0 1 0,0-1 0,0 1 0,0 0 0,0 2 0,0-2 0,0 3 0,0-4 0,0 1 0,0 0 0,0-1 0,0 1 0,0-1 0,0 1 0,0 0 0,0-1 0,0 1 0,0-1 0,0 1 0,0-1 0,0 1 0,0 0 0,0-1 0,0 1 0,0-1 0,0 1 0,0-1 0,0 1 0,0 0 0,0-1 0,0 1 0,0-1 0,0 1 0,0-1 0,0 1 0,0 0 0,0-1 0,3 1 0,-2-1 0,2 4 0,-3-3 0,0 3 0,0-4 0,0 1 0,0-1 0,0 1 0,0-1 0,0 1 0,0 0 0,0-1 0,0 1 0,0-1 0,0 1 0,0-1 0,0 1 0,0 0 0,2-1 0,-1 1 0,2 2 0,-3-2 0,0 3 0,0-3 0,0-1 0,0 1 0,0-1 0,0 1 0,0-1 0,0 1 0,0 0 0,0-1 0,0 1 0,0 2 0,0-1 0,0 1 0,0-2 0,0-1 0,0 1 0,0-1 0,0 1 0,0-1 0,0 1 0,0 2 0,0-1 0,0 1 0,0-2 0,0-1 0,0 1 0,0 0 0,0 2 0,0 1 0,0 1 0,0-2 0,0-2 0,0-1 0,0 1 0,0-1 0,0 1 0,0 2 0,-3-4 0,2 6 0,-2-6 0,3 4 0,0-2 0,0 2 0,0-1 0,0 1 0,0-2 0,0-1 0,0 1 0,0-1 0,0 1 0,0 0 0,0-1 0,0 1 0,0-1 0,0 1 0,0-1 0,-3 1 0,3 0 0,-3-1 0,3 1 0,0-1 0,0 1 0,0-1 0,0 1 0,0 0 0,0-1 0,0 1 0,0-1 0,0 1 0,0 2 0,0-1 0,0 1 0,0-2 0,0-1 0,0 1 0,0-1 0,0 1 0,0 0 0,0-1 0,0 1 0,0-1 0,0 1 0,0 0 0,0-1 0,0 6 0,0-3 0,0 3 0,0-5 0,0 2 0,0-2 0,0 3 0,0-4 0,0 1 0,0 0 0,0-1 0,0 4 0,0 0 0,0 0 0,0 0 0,0-4 0,0 1 0,0 2 0,0-2 0,0 3 0,0-1 0,0-1 0,0 1 0,0-2 0,0-1 0,0 4 0,0 3 0,0-2 0,0 4 0,0-7 0,0 1 0,0 1 0,0 0 0,0 0 0,0 0 0,0-4 0,0 1 0,0-1 0,0 1 0,0-1 0,0 4 0,0-3 0,0 3 0,0-4 0,3 1 0,-3-1 0,3 1 0,-3 0 0,0-1 0,0 1 0,0-1 0,0 1 0,0-1 0,0 1 0,0 0 0,0-1 0,0 1 0,0-1 0,0 1 0,0-1 0,0 1 0,0 0 0,0-1 0,0 1 0,0-1 0,0 1 0,0 2 0,0-1 0,0 1 0,0-2 0,0-1 0,0 1 0,0-1 0,0 1 0,0 0 0,0-1 0,0 1 0,0-1 0,0 1 0,0-1 0,0 1 0,0 0 0,0-1 0,0 1 0,0-1 0,0 1 0,0-1 0,0 1 0,0 0 0,0-1 0,0 1 0,0-1 0,0 1 0,0 2 0,0-1 0,0 1 0,0-2 0,0-1 0,0 1 0,0-1 0,0 1 0,0 0 0,0-1 0,0 1 0,0-1 0,0 4 0,0-3 0,0 3 0,0-4 0,0 1 0,0-1 0,0 1 0,0-1 0,0 1 0,0 0 0,0-1 0,0 1 0,0-1 0,0 1 0,3-1 0,-2 1 0,2 0 0,-3-1 0,0 1 0,0-1 0,0 1 0,0 0 0,0-1 0,0 1 0,3-4 0,-2 3 0,2-2 0,-3 2 0,0 1 0,0 0 0,0-1 0,0 1 0,0-1 0,0 1 0,0-1 0,2 1 0,-1 0 0,2-1 0,-3 4 0,0-3 0,0 2 0,0-2 0,0 0 0,0-1 0,0 1 0,0-1 0,0 1 0,0-1 0,0 1 0,0 0 0,0-1 0,0 1 0,0-1 0,0 1 0,0-1 0,0 1 0,0 0 0,0-1 0,0 4 0,0-3 0,0 2 0,0-2 0,0 0 0,0-1 0,0 1 0,0-1 0,0 1 0,0-1 0,0 1 0,0 2 0,3-1 0,-2 1 0,2-2 0,-3-1 0,0 1 0,0 0 0,0-1 0,0 1 0,0-1 0,0 1 0,0-1 0,0 1 0,0 0 0,0-1 0,0 1 0,0-1 0,0 1 0,0-1 0,0 1 0,0 0 0,0-1 0,0 1 0,0-1 0,0 1 0,0-1 0,0 1 0,0 0 0,0-1 0,0 1 0,0-1 0,0 1 0,0-1 0,0 1 0,0 0 0,0-1 0,0 1 0,0-1 0,0 1 0,0-1 0,0 1 0,-3 0 0,2-1 0,-2 1 0,3-1 0,0 1 0,0-1 0,0 1 0,0 0 0,0-1 0,-3 1 0,2-1 0,-2 1 0,3-1 0,0 1 0,0 0 0,0-1 0,0 1 0,0-1 0,0 1 0,-3-1 0,3 1 0,-3 0 0,3-1 0,0 1 0,0-1 0,0 1 0,0 2 0,0-1 0,0 1 0,0-2 0,0-1 0,-3 1 0,2-1 0,-2 1 0,3 0 0,0-1 0,0 1 0,0-1 0,0 1 0,0-1 0,0 1 0,0 0 0,0-1 0,0 1 0,0-1 0,-3 1 0,2 0 0,-2-1 0,3 1 0,0-1 0,0 1 0,0-1 0,0 1 0,0 0 0,0-1 0,0 1 0,0-1 0,0 1 0,0-1 0,0 1 0,0 0 0,0-1 0,0 1 0,0-1 0,0 1 0,0-1 0,0 1 0,0 0 0,0-1 0,0 1 0,0-1 0,0 1 0,0-1 0,-2-2 0,1 2 0,-2-2 0,3 2 0,0 1 0,0-1 0,0 1 0,0-1 0,-3 1 0,2 0 0,-2-1 0,3 1 0,-3-1 0,3 1 0,-3-1 0,3 1 0,0 0 0,-3-1 0,2 1 0,-2-1 0,3 1 0,0-1 0,-3 4 0,2-3 0,-2 3 0,3-4 0,-3-2 0,3 2 0,-3-3 0,3 4 0,0 0 0,0-1 0,0 1 0,0-1 0,-3-2 0,2 2 0,-2-3 0,3 4 0,0 0 0,0-1 0,0 4 0,0-3 0,0 2 0,-3-2 0,2 0 0,-2-1 0,3 1 0,0-1 0,0 1 0,0-1 0,0 1 0,0 0 0,0-1 0,0 1 0,-3-1 0,3 1 0,-3-1 0,3 1 0,0 0 0,0 2 0,0-2 0,0 3 0,0-4 0,0 1 0,0 0 0,0-1 0,0 1 0,0-1 0,0 1 0,0-1 0,0 4 0,0-3 0,0 3 0,0-4 0,0 1 0,0-1 0,0 1 0,0 0 0,0-1 0,-3 1 0,2-1 0,-2 1 0,3-1 0,0 4 0,0-3 0,0 3 0,0-4 0,0 1 0,0-1 0,0 1 0,0 0 0,0-1 0,0 1 0,0-1 0,0 4 0,0-3 0,0 3 0,0-4 0,0 1 0,0-1 0,0 1 0,0-1 0,-3 1 0,2 0 0,-2-1 0,3 1 0,0-1 0,0 1 0,0 0 0,0-1 0,0 1 0,0-1 0,0 1 0,0-1 0,0 1 0,0 0 0,0-1 0,0 1 0,0-1 0,-2-2 0,1 2 0,-2-3 0,3 4 0,0 0 0,0-1 0,0 1 0,0-1 0,0 1 0,0-1 0,0 1 0,0 0 0,0-1 0,0 1 0,0-1 0,0 1 0,0 2 0,0 2 0,0-1 0,0-1 0,0-2 0,0-1 0,0 1 0,0 0 0,0-1 0,0 1 0,0-1 0,0 1 0,0 2 0,0-1 0,0 1 0,0-2 0,0-1 0,0 1 0,0-1 0,0 1 0,0 0 0,0-1 0,0 1 0,0 2 0,0-2 0,0 3 0,0-3 0,0-1 0,0 1 0,0-1 0,0 1 0,0 2 0,0 2 0,0-1 0,0-1 0,0-2 0,0-1 0,0 1 0,0 0 0,0-1 0,0 1 0,0-1 0,0 1 0,0 2 0,0 2 0,0-1 0,0 2 0,0-4 0,0 1 0,0-2 0,0-1 0,0 1 0,0-1 0,0 1 0,0 2 0,0-1 0,0 1 0,0-2 0,0-1 0,0 1 0,0-1 0,0 1 0,0 0 0,0-1 0,0 1 0,0-1 0,0 1 0,-3-1 0,2 1 0,-2 0 0,3-1 0,0 1 0,0-1 0,0 1 0,0-1 0,0 1 0,0 0 0,0-1 0,0 1 0,0-1 0,0 4 0,0-3 0,0 3 0,0-4 0,0 4 0,0-3 0,0 2 0,0-2 0,0 0 0,0-1 0,0 1 0,0-1 0,0 4 0,0-3 0,0 3 0,0-4 0,0 1 0,0 2 0,0-1 0,0 1 0,0-2 0,0 2 0,0-2 0,0 6 0,0-6 0,0 3 0,-3-4 0,3 1 0,-3-1 0,3 1 0,0 0 0,0-1 0,0 1 0,0-1 0,0 1 0,0-1 0,0 1 0,0 2 0,0-1 0,0 1 0,0 1 0,0-3 0,0 3 0,0-4 0,0 1 0,0-1 0,0 1 0,0-1 0,0 1 0,0 2 0,0-1 0,0 1 0,0-2 0,0-1 0,0 1 0,0 0 0,0-1 0,0 1 0,0-1 0,0 1 0,0-1 0,0 1 0,0 0 0,0-1 0,0 1 0,0-1 0,0 1 0,0-1 0,0 1 0,0 2 0,0-1 0,0 1 0,0-2 0,0-1 0,0 1 0,0 0 0,0-1 0,0 1 0,0-1 0,0 1 0,0-1 0,0 4 0,3-3 0,-3 6 0,3-3 0,-3 3 0,0-3 0,0 0 0,0-4 0,0 1 0,0-1 0,0 1 0,0 0 0,0-1 0,0 1 0,0 2 0,0-1 0,0 1 0,0-2 0,0-1 0,0 1 0,0-1 0,0 1 0,0-1 0,0 4 0,0-3 0,0 6 0,0-6 0,0 5 0,0-4 0,0 1 0,0-2 0,0-1 0,0 1 0,0-1 0,0 1 0,0 0 0,0-1 0,0 1 0,0-1 0,0 1 0,0 2 0,0-1 0,0 1 0,0-2 0,0-1 0,0 1 0,0 2 0,0-1 0,0 1 0,0-2 0,0-1 0,0 1 0,0-1 0,0 1 0,0 3 0,0-3 0,0 2 0,0-2 0,0 0 0,0-1 0,0 1 0,0-1 0,0 1 0,0-1 0,0 1 0,0 0 0,0-1 0,0 1 0,0-1 0,0 1 0,0-1 0,0 1 0,0 2 0,0-1 0,0 1 0,0 1 0,0-3 0,0 5 0,0-1 0,0-1 0,0 2 0,0-4 0,0 1 0,0-2 0,0-1 0,0 1 0,0-1 0,0 1 0,0 0 0,0-1 0,0 1 0,0-1 0,0 1 0,0 2 0,0 2 0,0-1 0,0-1 0,0-2 0,0-1 0,0 1 0,0 0 0,0-1 0,0 1 0,0-1 0,0 1 0,0-1 0,0 1 0,0 0 0,0 2 0,0-2 0,0 3 0,0-4 0,0 1 0,0 0 0,0-1 0,0 1 0,0-1 0,0 1 0,0-1 0,0 1 0,0 5 0,0-4 0,0 5 0,0-7 0,0 1 0,0 0 0,0-1 0,0 1 0,0-1 0,0 1 0,0 8 0,0-6 0,0 6 0,0-8 0,0-1 0,0 1 0,0 0 0,0-1 0,0 1 0,0-1 0,0 1 0,0 2 0,0-1 0,0 1 0,0-2 0,0-1 0,3 1 0,-2-1 0,2 1 0,-3 0 0,0-1 0,0 1 0,0-1 0,0 1 0,0-1 0,0 1 0,0 0 0,0-1 0,0 1 0,0-1 0,3-2 0,-3 2 0,3-3 0,-3 4 0,0 0 0,0-1 0,0 1 0,0-1 0,0 1 0,0-1 0,3-2 0,-2 2 0,2-2 0,-3 2 0,0 1 0,0-1 0,0 1 0,3-3 0,-2 1 0,1-1 0,-2 3 0,0-1 0,3-2 0,-2 2 0,2-3 0,-3 4 0,0-1 0,0 1 0,3-3 0,-2 2 0,2-3 0,-3 4 0,3-1 0,-3 1 0,3 0 0,-3-22 0,-3 14 0,2-20 0,-4 18 0,4-4 0,-5 3 0,5-2 0,-5 3 0,3-4 0,-1 0 0,1 1 0,0 2 0,-7-19 0,5 17 0,-4-14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5:03.266"/>
    </inkml:context>
    <inkml:brush xml:id="br0">
      <inkml:brushProperty name="width" value="0.2" units="cm"/>
      <inkml:brushProperty name="height" value="1.2" units="cm"/>
      <inkml:brushProperty name="color" value="#008C3A"/>
      <inkml:brushProperty name="inkEffects" value="pencil"/>
    </inkml:brush>
  </inkml:definitions>
  <inkml:trace contextRef="#ctx0" brushRef="#br0">1 0 16383,'3'18'0,"-2"-3"0,2-8 0,-3-1 0,0 1 0,0 0 0,0-1 0,0 1 0,0-1 0,0 1 0,0 2 0,3-1 0,-3 1 0,3-2 0,-3-1 0,0 1 0,0-1 0,0 4 0,0-3 0,3 20 0,-2-16 0,2 13 0,-3-14 0,0 0 0,0 0 0,0 0 0,0-1 0,0-1 0,0 7 0,0-4 0,0 2 0,0-1 0,0-4 0,0 1 0,0-2 0,0-1 0,0 1 0,0 2 0,0-1 0,0 1 0,0-2 0,0-1 0,0 7 0,0-5 0,0 4 0,0-5 0,-3 5 0,2-4 0,-2 5 0,3-7 0,0 1 0,0 2 0,0-1 0,-3 4 0,3-5 0,-3 12 0,3-11 0,0 8 0,0-10 0,0 4 0,0-3 0,-3 3 0,2-4 0,-2 1 0,3-1 0,0 4 0,0-3 0,0 3 0,0-1 0,0-2 0,0 6 0,0-3 0,0 0 0,0 3 0,0-3 0,0 3 0,0-3 0,0 3 0,0-6 0,0 2 0,0 1 0,0-3 0,0 3 0,0-1 0,0-2 0,0 9 0,0-8 0,0 4 0,0-5 0,0 2 0,0-1 0,0 4 0,0-5 0,0 3 0,0-1 0,0-1 0,0 1 0,0 1 0,0-3 0,0 2 0,0-2 0,0 2 0,0-1 0,0 1 0,0 1 0,0-3 0,0 3 0,0-4 0,0 1 0,0 2 0,0-1 0,0 1 0,0 1 0,0-3 0,0 2 0,0-2 0,0 2 0,0 2 0,0-1 0,0 2 0,3-4 0,-2 7 0,2-7 0,-3 4 0,0-5 0,0-1 0,0 1 0,0 3 0,0-3 0,0 2 0,0 1 0,0-3 0,0 6 0,2-6 0,-1 2 0,2-2 0,-3 2 0,0-1 0,0 1 0,0-2 0,0-1 0,0 1 0,0-1 0,0 1 0,0 0 0,0-1 0,0 1 0,0-1 0,0 1 0,0-1 0,0 1 0,0 0 0,0-1 0,0 1 0,0-1 0,0 1 0,0-1 0,0 1 0,0 0 0,0-1 0,0 1 0,0-1 0,3 1 0,-2 2 0,2-1 0,-3 1 0,0-2 0,0-1 0,0 1 0,0 0 0,0-1 0,0 1 0,0-1 0,0 1 0,3-4 0,-3 3 0,3-2 0,-3 3 0,0-1 0,0 1 0,0-1 0,0 1 0,0-1 0,0 1 0,0 0 0,0-1 0,3 1 0,-2-1 0,2 1 0,-3-1 0,0 1 0,0 0 0,0-1 0,0 1 0,0-1 0,3 1 0,-3-1 0,3 4 0,-3-3 0,0 3 0,0-4 0,0 1 0,0 2 0,0-1 0,0 1 0,3-2 0,-2-1 0,2 1 0,-3-1 0,0 1 0,0 0 0,0-1 0,0 1 0,0-1 0,0 1 0,0-1 0,0 4 0,0-3 0,3 3 0,-2-4 0,2 1 0,-3-1 0,0 1 0,0 0 0,0-1 0,0 1 0,0-1 0,0 1 0,0-1 0,0 1 0,0 0 0,0-1 0,0 4 0,0-3 0,0 2 0,2 1 0,-1-3 0,2 3 0,-3-4 0,0 1 0,0-1 0,0 1 0,0 0 0,0-1 0,0 1 0,0-1 0,0 1 0,0-1 0,0 1 0,0 0 0,0-1 0,0 1 0,0-1 0,0 1 0,0-1 0,0 1 0,0 0 0,0-1 0,0 1 0,0-1 0,0 1 0,0-1 0,0 1 0,0 0 0,0-1 0,0 1 0,-3-4 0,2 6 0,-2-4 0,3 4 0,0 1 0,0-3 0,0 2 0,0-2 0,0-1 0,0 1 0,0 0 0,0-1 0,0 1 0,0-1 0,0 1 0,0-1 0,0 1 0,0 0 0,0-1 0,0 1 0,0-1 0,0 1 0,0-1 0,0 4 0,0-3 0,0 6 0,0-6 0,0 3 0,0-4 0,0 1 0,0-1 0,0 1 0,0-1 0,0 1 0,0 0 0,0-1 0,0 1 0,0-1 0,0 1 0,0-1 0,0 1 0,0 0 0,0-1 0,0 1 0,0-1 0,0 1 0,0-1 0,0 1 0,0 0 0,0-1 0,0 1 0,0-1 0,0 1 0,0-1 0,0 1 0,0 0 0,0-1 0,0 1 0,0-1 0,0 1 0,0-1 0,0 4 0,0-3 0,0 6 0,0-6 0,0 2 0,0-2 0,0 0 0,0-1 0,0 1 0,0-1 0,0 1 0,0-1 0,0 1 0,0 0 0,0-1 0,0 1 0,0-1 0,0 1 0,0-1 0,0 1 0,0 0 0,0-1 0,0 1 0,0-1 0,0 1 0,0-1 0,0 1 0,0 0 0,0-1 0,0 1 0,0-1 0,0 1 0,0-1 0,0 1 0,0 2 0,0 2 0,0-1 0,0-1 0,0 1 0,0-3 0,0 3 0,0-4 0,0 1 0,0-1 0,0 1 0,0 3 0,0-3 0,0 2 0,0-2 0,0-1 0,0 1 0,0 0 0,0-1 0,0 4 0,0-3 0,0 2 0,3-2 0,-2 0 0,2-1 0,-3 1 0,0-1 0,0 1 0,0-1 0,0 1 0,0 0 0,0-1 0,3 1 0,-2-1 0,2 1 0,-3-1 0,0 1 0,0 0 0,0-1 0,0 1 0,0-1 0,0 1 0,0-1 0,0 1 0,0 0 0,0-1 0,0 1 0,0-1 0,3 1 0,-3-1 0,3 4 0,-3-3 0,0 3 0,0-4 0,0 1 0,0-1 0,3 1 0,-2 0 0,2-1 0,-3 1 0,0-1 0,0 1 0,0-1 0,0 1 0,0 0 0,0-1 0,0 1 0,0-1 0,0 1 0,0 0 0,3-1 0,-3 1 0,3-1 0,-3 1 0,0-1 0,0 1 0,0 0 0,0-1 0,0 1 0,0-1 0,0 1 0,0-1 0,0 1 0,0 0 0,0-1 0,0 1 0,0-1 0,0 1 0,0-1 0,0 1 0,0 0 0,0-1 0,0 1 0,0-1 0,0 1 0,0-1 0,0 1 0,0 0 0,0-1 0,3 1 0,-2-1 0,2 1 0,-3-1 0,0 1 0,0 0 0,0-1 0,0 1 0,0-1 0,0 1 0,3-4 0,-2 6 0,1-4 0,-2 4 0,0-2 0,0 2 0,0-2 0,0 3 0,0-3 0,0-1 0,0 1 0,0-1 0,0 1 0,0-1 0,0 4 0,0-3 0,0 3 0,0-4 0,0 1 0,0-1 0,0 1 0,0 0 0,0-1 0,0 1 0,0 2 0,0-1 0,0 1 0,3-2 0,-2-1 0,2 1 0,-3-1 0,0 1 0,0-1 0,0 1 0,0 0 0,0-1 0,0 1 0,0-1 0,0 1 0,0-1 0,0 1 0,0 0 0,0-1 0,0 1 0,0-1 0,0 1 0,0-1 0,0 1 0,0 0 0,0-1 0,0 1 0,0-1 0,0 1 0,0-1 0,0 1 0,3 0 0,-2-1 0,2 1 0,-3-1 0,0 1 0,0-1 0,0 1 0,0 0 0,0 2 0,0-2 0,0 6 0,0-6 0,0 3 0,0-4 0,0 1 0,3-1 0,-3 1 0,3-1 0,-3 1 0,0 0 0,0-1 0,0 1 0,0-1 0,0 4 0,0-3 0,0 3 0,0-4 0,0 1 0,0-1 0,0 1 0,0-1 0,0 1 0,0 0 0,0-1 0,0 1 0,0-1 0,0 1 0,0 0 0,3-1 0,-2 1 0,2-1 0,-3 4 0,0-3 0,0 5 0,0-4 0,3-2 0,-3 0 0,3-2 0,-3 2 0,0 1 0,0 0 0,0-1 0,0 1 0,0-1 0,0 1 0,0-1 0,0 1 0,0 0 0,0-1 0,0 1 0,3-4 0,-2 3 0,2-2 0,-3 2 0,0 1 0,0 0 0,0-1 0,0 1 0,0-1 0,0 1 0,0-1 0,0 1 0,0 0 0,0-1 0,0 1 0,3-4 0,-2 3 0,1-2 0,-2 2 0,0 1 0,0 0 0,0-1 0,0 1 0,0-1 0,0 1 0,0-1 0,0 1 0,0 0 0,0-1 0,0 1 0,3-1 0,-2 1 0,2-1 0,-3 1 0,0 0 0,0-1 0,3 1 0,-2 2 0,2-1 0,-3 1 0,0-2 0,0-1 0,0 1 0,0-1 0,0 1 0,0-1 0,0 1 0,0 0 0,0-1 0,0 1 0,3-4 0,-3 3 0,3-2 0,-3 2 0,0 1 0,0 0 0,0-1 0,0 1 0,0-1 0,0 1 0,0-1 0,0 1 0,3-3 0,-2 4 0,2-3 0,-3 4 0,0-2 0,0-1 0,0 1 0,0 0 0,0-1 0,0 1 0,0-1 0,0 1 0,3-1 0,-3 1 0,3 0 0,-3-1 0,0 1 0,0-1 0,0 1 0,0-1 0,0 1 0,0 0 0,0-1 0,0 1 0,0-1 0,0 1 0,0-1 0,0 1 0,3 0 0,-2-1 0,2 1 0,-3-1 0,0 1 0,0-1 0,0 1 0,0 0 0,0-1 0,3 1 0,-2-1 0,1 1 0,-2-1 0,0 1 0,0 0 0,0-1 0,3 1 0,-2-1 0,2 1 0,-3-1 0,0 1 0,0 0 0,0-1 0,0 1 0,0-1 0,0 1 0,0 0 0,0-1 0,0 1 0,0-1 0,0 1 0,0-1 0,0 1 0,0 0 0,0-1 0,0 1 0,0-1 0,0 1 0,0-1 0,0 1 0,0 0 0,0-1 0,0 1 0,0-1 0,0 1 0,0-1 0,0 1 0,0 0 0,0-1 0,0 1 0,0-1 0,0 1 0,0-1 0,0 1 0,0 0 0,0-1 0,0 4 0,0-3 0,0 5 0,0-4 0,0 1 0,0-2 0,0-1 0,0 1 0,0-1 0,0 1 0,0 2 0,0-1 0,0 1 0,0-2 0,0-1 0,0 1 0,0 0 0,-3-4 0,2 3 0,-2-2 0,3 2 0,0 1 0,0-1 0,0 1 0,0 0 0,0-1 0,0 1 0,0-1 0,0 1 0,0-1 0,0 1 0,0 0 0,0-1 0,0 1 0,-3-4 0,3 3 0,-3-2 0,3 2 0,0 1 0,0 0 0,0-1 0,0 1 0,0-1 0,0 1 0,-3-1 0,2 1 0,-2 0 0,3-1 0,0 1 0,0-1 0,0 1 0,-3-3 0,2 1 0,-1-1 0,2 3 0,0-1 0,-3-2 0,2 2 0,-2-3 0,3 4 0,0-1 0,-3 1 0,2 0 0,-2-1 0,3 1 0,-3-1 0,3 1 0,-3-1 0,0 1 0,2 0 0,-2-1 0,3 1 0,-3-1 0,2 1 0,-2-1 0,0 1 0,3 5 0,-6-6 0,5 5 0,-2-7 0,3 2 0,-3 1 0,2 0 0,-2-1 0,3 1 0,0-1 0,-3-2 0,3 2 0,-3-3 0,3 4 0,-3 0 0,2 2 0,-5-4 0,5 3 0,-1-4 0,2 2 0,0 1 0,-3-3 0,2 2 0,-2-3 0,3 4 0,0-1 0,-3-2 0,2 2 0,-2-3 0,3 4 0,-3 0 0,3-1 0,-3 1 0,0-4 0,2 3 0,-2-2 0,3 3 0,-3 2 0,2-2 0,-2 3 0,3-4 0,-3-2 0,3 2 0,-3-2 0,3 2 0,0 1 0,0-1 0,-3 1 0,2-1 0,-2 1 0,3 0 0,0-1 0,-3 1 0,2-1 0,-2 1 0,3-1 0,-3 1 0,3 0 0,-3-1 0,3 1 0,0 2 0,0-2 0,-3 3 0,2-3 0,-2-1 0,3 1 0,0-1 0,0 1 0,-3 2 0,2-1 0,-1 1 0,2-2 0,-3-4 0,2 3 0,-2-2 0,3 2 0,0 1 0,0 0 0,0-1 0,0 1 0,0-1 0,-3 1 0,2-1 0,-2 1 0,3 0 0,0-1 0,0 1 0,0-1 0,0 1 0,0-1 0,0 1 0,0 0 0,0-1 0,0 1 0,0-1 0,0 1 0,0-1 0,0 1 0,0 0 0,0-1 0,0 1 0,0-1 0,0 1 0,0-1 0,0 1 0,0 0 0,0-1 0,0 1 0,0-1 0,0 1 0,0-1 0,0 1 0,0 0 0,0 2 0,0-2 0,0 3 0,0-4 0,0 1 0,0 0 0,0-1 0,0 1 0,0-1 0,0 1 0,-3-3 0,3 1 0,-3-1 0,3 3 0,0-1 0,0 1 0,3-1 0,-3 1 0,3-1 0,-3 1 0,0 0 0,0-1 0,0 1 0,0 5 0,0-4 0,0 5 0,0-7 0,0 1 0,-3-4 0,2 3 0,-1-2 0,2 2 0,0 1 0,0 0 0,0 2 0,0-2 0,0 3 0,0-4 0,0 1 0,0 0 0,0-1 0,0 1 0,0-1 0,-3-2 0,14-10 0,-9 4 0,14-7 0,-10 9 0,-2-3 0,5 2 0,-5-2 0,3 0 0,-1 3 0,-3-3 0,7 3 0,-3 0 0,3 0 0,-7-3 0,3 2 0,-2-2 0,2 3 0,1 0 0,-1 0 0,1 0 0,0 0 0,2 0 0,-5 3 0,5-2 0,-5 2 0,2-3 0,1 0 0,0 3 0,-1-3 0,1 3 0,-1-3 0,1 0 0,-1 0 0,1 0 0,0 0 0,-1 0 0,1 0 0,-1 0 0,1 0 0,-1 0 0,1 0 0,2 0 0,-1 0 0,-2 0 0,-3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5:06.392"/>
    </inkml:context>
    <inkml:brush xml:id="br0">
      <inkml:brushProperty name="width" value="0.2" units="cm"/>
      <inkml:brushProperty name="height" value="1.2" units="cm"/>
      <inkml:brushProperty name="color" value="#008C3A"/>
      <inkml:brushProperty name="inkEffects" value="pencil"/>
    </inkml:brush>
  </inkml:definitions>
  <inkml:trace contextRef="#ctx0" brushRef="#br0">12 289 16383,'4'-14'0,"2"2"0,-6 5 0,6 0 0,-5 1 0,5-1 0,-2 3 0,-1-1 0,0 1 0,0 0 0,1-5 0,2 5 0,1-3 0,5-5 0,-4 7 0,5-4 0,-10 3 0,3 5 0,-2-5 0,5 2 0,-1 1 0,1-3 0,-2 5 0,2-5 0,-2 3 0,3-1 0,-3-2 0,2 5 0,-2-2 0,3 0 0,-4 3 0,1-6 0,0 5 0,-1-5 0,4 5 0,-3-2 0,2 0 0,-2 3 0,0-6 0,5 5 0,-4-5 0,10 3 0,-10-1 0,5 1 0,-7 0 0,1 2 0,-1-2 0,1 0 0,0 3 0,-1-3 0,4 0 0,0-1 0,0 0 0,2-2 0,-4 6 0,1-3 0,-2 0 0,-1 2 0,4-5 0,-3 5 0,0-5 0,-1 6 0,0-3 0,2 3 0,1-3 0,0 2 0,-1-2 0,1 0 0,-2 2 0,-1-1 0,1-1 0,0 2 0,-1-2 0,1 3 0,-1 0 0,-2-3 0,-10 14 0,4-8 0,-10 12 0,11-8 0,-8 2 0,5-2 0,-3 3 0,1-6 0,6 1 0,-6-4 0,2 5 0,0-2 0,-1-1 0,4 3 0,-17 7 0,12-8 0,-10 10 0,10-11 0,2-1 0,-2 3 0,-1-2 0,1 2 0,-1-2 0,0 2 0,1-2 0,-4 2 0,3 1 0,-6-1 0,6-2 0,-3 2 0,4-3 0,-1 4 0,0-3 0,1 1 0,-4-4 0,6 5 0,-5-2 0,5-1 0,-2 3 0,-1-5 0,-3 8 0,3-8 0,-3 8 0,4-8 0,-1 4 0,0-4 0,1 2 0,-1 0 0,1-2 0,-1 5 0,-3-6 0,0 6 0,0-5 0,-3 5 0,3-5 0,0 1 0,0 1 0,3-2 0,1 2 0,-1-3 0,1 0 0,-1 0 0,0 0 0,1 0 0,-1 0 0,-3 0 0,3 0 0,-3 0 0,4 0 0,-1 0 0,1 0 0,-1 0 0,0 0 0,1-3 0,-1 2 0,3-5 0,-2 6 0,6-6 0,-6 2 0,2-3 0,0 1 0,1-1 0,3 1 0,0-1 0,0 0 0,0 1 0,0-1 0,0 0 0,0 1 0,3 2 0,-2-2 0,5 2 0,-2 1 0,2 0 0,1 3 0,-4-3 0,3 2 0,-2-2 0,2 3 0,1-3 0,0 3 0,-1-3 0,1 3 0,-1 0 0,4 0 0,0-3 0,9 2 0,-7-2 0,3 3 0,-5 0 0,-3-3 0,5 2 0,-4-2 0,4 3 0,-5 0 0,3 0 0,6-4 0,-7 3 0,11-3 0,-13 4 0,6 0 0,0-3 0,1 2 0,5-2 0,-6 0 0,4 2 0,-7-2 0,2 3 0,-2-3 0,4 3 0,-4-3 0,2 3 0,-2-3 0,1 2 0,-2-2 0,8 3 0,-2-3 0,3 2 0,-3-2 0,-8 3 0,6-3 0,-3 3 0,0-3 0,0 3 0,-1-3 0,-2 2 0,9-2 0,-8 3 0,4 0 0,-5-3 0,2 2 0,-1-2 0,1 3 0,-2 0 0,-1 0 0,4 0 0,-3 0 0,2 0 0,-2 0 0,0 0 0,-1 0 0,1 0 0,-1 0 0,1 0 0,-1 0 0,-20 3 0,10-2 0,-17 2 0,14-3 0,-3 3 0,3-2 0,-3 2 0,-11 2 0,11-3 0,-12 7 0,16-9 0,-4 3 0,3-3 0,-3 3 0,4-2 0,-4 2 0,3 0 0,-3-2 0,3 1 0,1-2 0,-1 0 0,1 3 0,-1-2 0,0 2 0,1-3 0,-1 0 0,3 3 0,-2-2 0,3 2 0,-4-3 0,0 3 0,1-3 0,-1 3 0,1-3 0,2 3 0,-2-2 0,-1 2 0,0 0 0,-3-3 0,4 3 0,2 0 0,-2-2 0,2 5 0,-2-5 0,-1 1 0,1-2 0,2 3 0,4 4 0,3-3 0,1 5 0,2-8 0,-5 5 0,7 0 0,-3-1 0,13 6 0,-9-9 0,3 7 0,-6-9 0,-2 3 0,2-3 0,1 3 0,-1-2 0,4 2 0,-3 0 0,3-3 0,-4 3 0,1-3 0,2 0 0,-1 0 0,1 0 0,-2 3 0,5-2 0,-1 2 0,2-3 0,-3 3 0,-1-2 0,2 2 0,-1-3 0,-1 0 0,-2 0 0,2 0 0,-1 0 0,1 2 0,-2-1 0,2 2 0,-2-3 0,3 0 0,-1 0 0,-1 3 0,1-2 0,1 2 0,-3-3 0,8 0 0,-7 0 0,5 3 0,-7-3 0,1 3 0,0-3 0,-1 0 0,4 0 0,-3 0 0,5 0 0,-4 0 0,4 0 0,-5 0 0,3 0 0,-4 0 0,1 0 0,0-3 0,-1 3 0,1-6 0,-1 2 0,1 0 0,-4-2 0,3 3 0,-5-4 0,2 0 0,-3 1 0,0-1 0,0 0 0,0 1 0,0-1 0,0 1 0,0-1 0,0 0 0,0 1 0,0-1 0,0 0 0,0 1 0,-3-1 0,2 1 0,-5-1 0,6 0 0,-3 1 0,3-1 0,0 0 0,0 1 0,0-1 0,0 0 0,0 1 0,0-1 0,0 1 0,3 2 0,0-2 0,4 5 0,-1 1 0,-2 4 0,-1 2 0,-3 1 0,0 0 0,0-1 0,0 1 0,0-1 0,0 1 0,0-1 0,0 1 0,0 0 0,0-1 0,0 1 0,0-1 0,0 4 0,0-3 0,0 3 0,0-4 0,0 1 0,0-1 0,0 1 0,3-4 0,-2 3 0,2-2 0,0 3 0,0-4 0,4 0 0,-4 0 0,6-2 0,-4 2 0,4-3 0,-2 0 0,-1 0 0,1 0 0,2-3 0,-1-1 0,1 0 0,-2-2 0,-1 6 0,1-3 0,-4 0 0,3 2 0,-2-2 0,2 3 0,1 0 0,0 0 0,-1 0 0,1 0 0,-1 0 0,1-3 0,-1 2 0,1-1 0,0 2 0,-1 0 0,-2 2 0,2-1 0,-3 2 0,4 0 0,-3 1 0,1-1 0,-1 0 0,3 0 0,-4 1 0,3-1 0,-2 0 0,2 0 0,1-2 0,-1 5 0,1-5 0,3 7 0,-3-6 0,2 4 0,-2-3 0,-1 0 0,1 1 0,-3 2 0,2-6 0,-3 3 0,4 0 0,-1 1 0,1 0 0,-1 1 0,-2-1 0,2 0 0,-2-1 0,-1 0 0,3 0 0,-2 4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4:45.752"/>
    </inkml:context>
    <inkml:brush xml:id="br0">
      <inkml:brushProperty name="width" value="0.2" units="cm"/>
      <inkml:brushProperty name="height" value="1.2" units="cm"/>
      <inkml:brushProperty name="color" value="#008C3A"/>
      <inkml:brushProperty name="inkEffects" value="pencil"/>
    </inkml:brush>
  </inkml:definitions>
  <inkml:trace contextRef="#ctx0" brushRef="#br0">1085 81 16383,'17'0'0,"-2"0"0,-11 3 0,2-3 0,-2 3 0,2-3 0,-20 3 0,10-2 0,-18 2 0,13-3 0,1 0 0,-1 0 0,2 0 0,0 0 0,1 0 0,-1 0 0,3 3 0,-1-2 0,1 2 0,-9-3 0,5 0 0,-4 0 0,5 0 0,0 0 0,1 0 0,-1 2 0,1-1 0,-4 2 0,3-3 0,-3 0 0,3 0 0,1 0 0,-1 0 0,0 0 0,1 0 0,-1 0 0,1 0 0,-1 0 0,0 0 0,1 0 0,2 3 0,-2-2 0,2 2 0,-2-3 0,-1 0 0,0 0 0,1 0 0,-1 0 0,1 0 0,-1 0 0,0 0 0,1 0 0,-1 0 0,0 0 0,1 0 0,-1 0 0,0 0 0,1 0 0,2 3 0,-2-3 0,3 3 0,-4-3 0,0 0 0,1 0 0,-1 0 0,0 0 0,1 0 0,-1 0 0,0 0 0,1 0 0,-1 0 0,1 0 0,-1 0 0,0 0 0,1 0 0,-1 0 0,0 0 0,1 0 0,-1 0 0,0 0 0,1 0 0,-1 0 0,1 0 0,-1 0 0,0 0 0,1 0 0,-1 0 0,0 0 0,4-3 0,-3 3 0,2-6 0,-3 5 0,4-5 0,-3 5 0,2-5 0,-2 3 0,2-4 0,-2 3 0,2 1 0,1 1 0,-3-2 0,2 0 0,0-2 0,-2 5 0,3-4 0,-4 1 0,3-3 0,-1 4 0,1 0 0,0 0 0,-2-1 0,3 0 0,-1-2 0,-2 6 0,2-3 0,-2 3 0,-1 0 0,3-3 0,-2 2 0,3-2 0,-4 3 0,1 0 0,2-3 0,-2 2 0,2-2 0,-2 3 0,-1 0 0,0 0 0,1 0 0,-1 0 0,0 0 0,1 0 0,2-2 0,-5 1 0,5-2 0,-6 3 0,4 0 0,-1 3 0,0-3 0,4 6 0,-3-5 0,2 2 0,0 3 0,-2-5 0,6 8 0,-3-5 0,0-1 0,-1 3 0,0-2 0,-1-1 0,4 3 0,-2-2 0,3 3 0,0-1 0,3-2 0,-2 2 0,1-3 0,-2 4 0,3-1 0,-2 1 0,5-3 0,-5 1 0,5-4 0,-3 5 0,4-5 0,-4 5 0,0-3 0,0 1 0,1 2 0,0-3 0,1 1 0,-4 2 0,5-2 0,-5 2 0,5-2 0,-6 2 0,-3 0 0,-1-1 0,-3 3 0,1-4 0,3 3 0,-4-4 0,3 3 0,-2-5 0,3 5 0,-4-6 0,0 3 0,4 0 0,-3-2 0,2 5 0,-2-5 0,-1 1 0,0 1 0,1-2 0,-1 5 0,0-5 0,1 5 0,-1-6 0,0 6 0,1-5 0,2 5 0,-2-6 0,6 6 0,-9-5 0,4 5 0,-4-3 0,5 4 0,4 0 0,4-4 0,-1 3 0,3-5 0,-2 8 0,-1-5 0,3 3 0,-5-2 0,5-4 0,-3 8 0,1-5 0,2 3 0,-5-1 0,5-6 0,-3 6 0,1-2 0,2 2 0,-6 1 0,6-3 0,-2-1 0,0 0 0,1 0 0,-4 4 0,5-4 0,-5 3 0,5-5 0,-3 5 0,4-3 0,-1 1 0,-2 2 0,2-5 0,-5 5 0,7-3 0,-6 4 0,7-4 0,-9 3 0,6-5 0,-2 5 0,-1-3 0,3 1 0,-5 2 0,5-5 0,-3 7 0,4-6 0,-3 7 0,2-9 0,-6 6 0,6-2 0,-2 0 0,-1 1 0,3-4 0,-2 5 0,0-2 0,1-1 0,-1 0 0,0 0 0,2 1 0,-3-1 0,1 3 0,2-2 0,-3 0 0,1 1 0,-1-1 0,0 0 0,-2 4 0,4-6 0,-4 7 0,2-6 0,-3 4 0,3-1 0,-2 1 0,2 0 0,0-4 0,-3 3 0,3-2 0,-3 2 0,3 1 0,-2-1 0,2 1 0,0 0 0,-3-1 0,3 1 0,0-4 0,-2 3 0,2-2 0,-3 3 0,0-1 0,0 1 0,0-1 0,0 1 0,0-1 0,0 1 0,0 0 0,0-1 0,0 1 0,0-1 0,0 1 0,0-1 0,0 1 0,0 0 0,0-1 0,3 1 0,-2-1 0,2 1 0,-3-1 0,0 1 0,0 0 0,2-4 0,-1 3 0,2-2 0,-3 2 0,0 1 0,0-1 0,0 1 0,0 0 0,0-1 0,0 1 0,0-1 0,0 1 0,0-1 0,0 1 0,0 0 0,0-1 0,0 4 0,0-3 0,0 2 0,0-2 0,0 0 0,0-1 0,0 1 0,0-1 0,0 1 0,0-1 0,0 1 0,0 0 0,0-1 0,0 4 0,0-3 0,0 2 0,3-2 0,-2 0 0,2-1 0,-3 1 0,0-1 0,3 1 0,-3 5 0,3-4 0,-3 5 0,3-7 0,-2 1 0,2-1 0,-3 4 0,0-3 0,3 3 0,-3-4 0,3 1 0,-3-1 0,0 1 0,0 0 0,0-1 0,0 1 0,3-1 0,-2 1 0,2-1 0,-3 1 0,0 0 0,0-1 0,0 1 0,0-1 0,0 1 0,0 2 0,0-1 0,0 1 0,0-2 0,0-1 0,-3 7 0,2-5 0,-5 4 0,6-5 0,-3-1 0,3 1 0,0-1 0,0 4 0,-3-6 0,2 5 0,-2-5 0,3 2 0,0 1 0,0-1 0,0 1 0,0 0 0,0-1 0,-3 4 0,2-3 0,-2 2 0,3-2 0,0 0 0,0-1 0,0 1 0,0-1 0,0 1 0,0-1 0,0 1 0,0 3 0,0-3 0,0 2 0,0-2 0,0-1 0,0 1 0,0 0 0,0-1 0,0 1 0,0 2 0,0 2 0,0-1 0,0-1 0,0-2 0,0-1 0,0 1 0,0 0 0,0-1 0,0 1 0,0-1 0,0 1 0,0-1 0,0 1 0,0 0 0,0-1 0,0 1 0,0-1 0,0 1 0,0-1 0,0 1 0,0 0 0,0-1 0,0 1 0,0-1 0,0 1 0,0-1 0,0 1 0,0 0 0,0 2 0,0-2 0,0 3 0,0-4 0,0 1 0,0 0 0,0-1 0,-3-2 0,3 2 0,-3-3 0,3 4 0,0-1 0,0 1 0,0 0 0,0-1 0,0 1 0,0-1 0,0 1 0,-3-1 0,2 1 0,-2 0 0,3-1 0,0 1 0,0-1 0,0 1 0,0-1 0,0 1 0,0 2 0,0-1 0,0 1 0,0-2 0,0-1 0,0 1 0,0 0 0,0-1 0,0 1 0,0-1 0,0 1 0,0-1 0,0 1 0,0 0 0,0-1 0,0 1 0,0 2 0,0-1 0,0 1 0,0-2 0,0-1 0,0 1 0,0-1 0,0 1 0,0-1 0,0 1 0,0 0 0,0-1 0,0 1 0,0-1 0,0 1 0,0-1 0,0 1 0,0 0 0,0-1 0,0 1 0,0-1 0,0 1 0,0-1 0,0 1 0,0 3 0,0-3 0,0 2 0,0-2 0,0-1 0,0 1 0,0 0 0,0-1 0,0 1 0,0-1 0,0 1 0,-3-3 0,2 1 0,-2-1 0,3 6 0,0-3 0,0 2 0,0-2 0,0-1 0,0 1 0,0 0 0,-2-1 0,1 1 0,-2-1 0,3 1 0,0-1 0,0 1 0,0 0 0,0-1 0,0 1 0,0-1 0,0 1 0,0-1 0,-3-2 0,2 2 0,-2-2 0,3 2 0,0 1 0,0-1 0,0 1 0,0 0 0,0-1 0,0 1 0,0-1 0,0 1 0,0-1 0,0 1 0,0 0 0,0-1 0,0 1 0,0-1 0,0 1 0,0-1 0,0 1 0,0 0 0,0-1 0,0 1 0,0-1 0,0 1 0,0-1 0,0 1 0,0 0 0,0-1 0,0 1 0,0-1 0,0 1 0,-3-4 0,3 3 0,-3-2 0,3 3 0,0-1 0,0 1 0,0-1 0,0 1 0,0-1 0,0 1 0,0 0 0,0-1 0,0 1 0,0-1 0,0 1 0,0-1 0,0 1 0,0 0 0,0-1 0,0 1 0,0-1 0,0 1 0,0-1 0,0 1 0,2-3 0,-1 1 0,2-1 0,-3 3 0,0-1 0,0 1 0,0-1 0,0 1 0,0 0 0,0-1 0,0 1 0,0-1 0,0 1 0,0-1 0,0 1 0,0 0 0,0-1 0,0 1 0,0-1 0,0 1 0,0-1 0,0 1 0,0 0 0,0-1 0,0 1 0,3-4 0,-2 3 0,2-2 0,-3 2 0,0 1 0,0 0 0,0-1 0,0 1 0,0 2 0,0-1 0,0 4 0,0-5 0,3 0 0,-3-1 0,3-3 0,-3 4 0,0-1 0,0 1 0,0 0 0,0-1 0,0 1 0,0-1 0,3-2 0,-2 2 0,2-3 0,-3 4 0,0 0 0,0-1 0,0 1 0,0-1 0,0 1 0,0-1 0,3 1 0,-2 0 0,1-1 0,-2 1 0,0 2 0,0-1 0,0 1 0,0-2 0,0-1 0,0 1 0,0-1 0,0 1 0,0-1 0,0 1 0,0 0 0,0-1 0,3 1 0,-2-1 0,2 1 0,-3-1 0,0 1 0,0 0 0,0-1 0,0 1 0,3-4 0,-2 3 0,2-2 0,-3 2 0,0 1 0,0 0 0,0-1 0,0 1 0,3-1 0,-3 1 0,3 0 0,-3-1 0,0 1 0,0-1 0,0 1 0,0-1 0,0 1 0,0 0 0,0-1 0,0 1 0,0-1 0,0 1 0,0-1 0,0 1 0,0 0 0,0-1 0,0 1 0,0-1 0,0 1 0,0-1 0,0 4 0,0-3 0,0 3 0,0-4 0,0 1 0,0-1 0,0 1 0,0 0 0,0-1 0,0 1 0,0-1 0,0 1 0,0-1 0,0 1 0,0 0 0,0-1 0,3-2 0,-2 2 0,2-3 0,-3 4 0,0-1 0,0 1 0,0 0 0,0-1 0,0 1 0,0-1 0,0 1 0,-3-1 0,2 1 0,-5 0 0,5-1 0,-4-2 0,4 2 0,-5-6 0,2 9 0,1-5 0,-3 3 0,2-1 0,0-2 0,-2-1 0,6 3 0,-6-5 0,2 5 0,-3-3 0,1 4 0,-1-3 0,3 1 0,-1-4 0,4 5 0,-8-2 0,5-1 0,-6 3 0,6-2 0,-2-1 0,3 0 0,-1 0 0,-5-2 0,8 5 0,-8-5 0,5 1 0,-3-2 0,1 3 0,-1-2 0,1 5 0,-1-5 0,3 4 0,-2-4 0,6 5 0,-6-2 0,2 5 0,-3-4 0,4 3 0,-3-7 0,5 5 0,-5-2 0,5 2 0,-4-2 0,4 2 0,-5-3 0,5 4 0,-5-1 0,6 1 0,-3 0 0,0-4 0,2 3 0,-2-2 0,0 2 0,2 1 0,-2-1 0,0-2 0,3 2 0,-3-2 0,3 2 0,-3 1 0,2-1 0,-2 1 0,0-1 0,2 1 0,-2 0 0,3-1 0,-3 1 0,3-1 0,-3 1 0,3-1 0,-3-2 0,2 2 0,-2-2 0,3 2 0,-3 1 0,2-1 0,-2 1 0,3-1 0,-2 1 0,1 0 0,-2-1 0,3 1 0,0-1 0,-3 1 0,2-1 0,-2 1 0,3 0 0,0-1 0,-3-2 0,3 2 0,-3-3 0,3 4 0,0-1 0,0 1 0,0 0 0,0-1 0,0 1 0,0-1 0,0 1 0,0-1 0,3 1 0,3 3 0,1-3 0,3-1 0,-4 0 0,1-5 0,-3 5 0,2-5 0,-3 2 0,4-1 0,-1-1 0,-2 5 0,2-2 0,-3-1 0,1 3 0,2-5 0,-5 5 0,5-3 0,-6 4 0,6-3 0,-5 1 0,5-4 0,-6 8 0,6-8 0,-5 8 0,5-8 0,-5 5 0,4-3 0,-4 4 0,5-3 0,-2 4 0,2-3 0,-2 4 0,2-5 0,-6 2 0,6-6 0,-5 9 0,5-7 0,-5 6 0,4-4 0,-4 3 0,5-4 0,-5 3 0,5-2 0,-6 2 0,6 1 0,-5 0 0,2-1 0,0-2 0,-3 2 0,3 0 0,-3 1 0,3 0 0,-2-1 0,2-2 0,-3 2 0,0 1 0,3-4 0,-2 3 0,1-2 0,1 2 0,-2 1 0,2 0 0,-3-1 0,3-2 0,-2 2 0,2-3 0,-3 4 0,3-1 0,-3 1 0,3 0 0,0-1 0,-2 1 0,2-1 0,-3 1 0,0-1 0,0 1 0,0 0 0,0-1 0,3-2 0,-3 2 0,3-3 0,-3 4 0,0-1 0,0 1 0,0 0 0,0-1 0,0 1 0,0-1 0,0 1 0,0-1 0,0 1 0,0 0 0,0-1 0,0 1 0,0-1 0,3 1 0,-2-1 0,2 1 0,-3 0 0,0-1 0,0 1 0,0-1 0,0 1 0,0-1 0,3 1 0,-2 0 0,1-1 0,-2 1 0,0-1 0,0 1 0,3 8 0,-2-6 0,2 6 0,-3-8 0,0-1 0,0 1 0,3 0 0,-2-1 0,2 1 0,-3-1 0,0 1 0,0-1 0,0 1 0,3 0 0,-3-1 0,3 1 0,-3-1 0,0 1 0,0-1 0,3-2 0,-2 2 0,2-2 0,-3 2 0,0 4 0,3-6 0,-3 5 0,3-6 0,-3 4 0,0 0 0,0-1 0,3 4 0,-2-3 0,2 2 0,-3-2 0,0 0 0,3-1 0,-2 1 0,1-1 0,-2 1 0,0-1 0,0 1 0,0 0 0,0-1 0,0 4 0,0-3 0,0 2 0,0-2 0,0 0 0,0-1 0,0 1 0,0 5 0,0-4 0,0 5 0,0-7 0,0 1 0,0-1 0,0 1 0,0 0 0,0-1 0,0 1 0,3-4 0,-2 3 0,2-2 0,-3 2 0,0 1 0,0 0 0,0-1 0,0 1 0,0-1 0,3-2 0,-2 2 0,2-3 0,-3 4 0,0 0 0,0-1 0,0 1 0,0-1 0,0 1 0,0-1 0,0 1 0,0 0 0,0-1 0,0 1 0,0-1 0,0 1 0,0-1 0,0 1 0,0 0 0,0-1 0,0 4 0,0-3 0,0 2 0,0-2 0,0 0 0,0-1 0,0 1 0,0-1 0,3-2 0,-3 2 0,3-3 0,-3 4 0,0 0 0,0-1 0,0 1 0,0-1 0,0 1 0,0-1 0,0 1 0,0 0 0,0-1 0,0 1 0,0-1 0,0 1 0,0 2 0,0-1 0,0 1 0,0-2 0,0-1 0,0 1 0,0-1 0,0 1 0,0 0 0,0-1 0,0 1 0,0-1 0,0 1 0,0-1 0,-3 1 0,3 0 0,-3-1 0,3 1 0,0-1 0,-3 1 0,2-1 0,-2 1 0,3 0 0,0 2 0,0-2 0,-3 3 0,2-4 0,-2 1 0,0 0 0,3-1 0,-3 1 0,3-1 0,-3 4 0,2-3 0,-2 3 0,3-4 0,0 1 0,-3-4 0,2 3 0,-2-2 0,3 2 0,-3 1 0,3 3 0,-3-3 0,3 2 0,0-2 0,-3-3 0,2 1 0,-2-1 0,3 3 0,0-1 0,0 1 0,-3-1 0,2 1 0,-2-1 0,3 1 0,-2-3 0,1 2 0,-2 0 0,3 1 0,0 3 0,-3-6 0,2 1 0,-2 2 0,3 0 0,0 3 0,-3-7 0,3 3 0,-3-2 0,3 2 0,-3 1 0,2 0 0,-2-1 0,3 4 0,-3 3 0,2-2 0,-2 1 0,3-5 0,0-1 0,-3 4 0,3-3 0,-3 3 0,3-4 0,0 1 0,0-1 0,-3-2 0,2 2 0,-2-2 0,3 2 0,0 1 0,0-1 0,0 1 0,0-1 0,0 1 0,-3 0 0,2-1 0,-2 1 0,3 2 0,0-2 0,0 3 0,0-3 0,0-1 0,0 1 0,-3-1 0,3 1 0,-3-1 0,3 1 0,0 0 0,0-1 0,0 1 0,0-1 0,0 1 0,0-1 0,0 1 0,0 0 0,0-1 0,0 1 0,0-1 0,0 1 0,3-1 0,-3 1 0,3 0 0,-3-1 0,3 1 0,-2-1 0,2 4 0,-3-3 0,0 3 0,0-4 0,0 1 0,0-1 0,0 1 0,0 2 0,0 2 0,0-1 0,0-1 0,0-2 0,0-1 0,0 1 0,0 0 0,0-1 0,0 1 0,0-1 0,0 1 0,0-1 0,0 1 0,0 0 0,0 2 0,0-2 0,0 3 0,0-4 0,0 1 0,0 0 0,0-1 0,0 1 0,0-1 0,3 1 0,-2-1 0,1 1 0,-2 0 0,0-1 0,0 1 0,0-1 0,0 1 0,0-1 0,0 1 0,0 0 0,0-1 0,0 1 0,3-4 0,-2 3 0,2-2 0,-3 2 0,0 1 0,0 0 0,0-1 0,3 1 0,-2-1 0,2 1 0,-3-1 0,0 1 0,0 0 0,0-1 0,0 1 0,0-1 0,3 1 0,-3-1 0,3 1 0,-3 0 0,0-1 0,0 1 0,0-1 0,0 1 0,0-1 0,0 1 0,0 0 0,0-1 0,0 1 0,0-1 0,0 1 0,0-1 0,-3-2 0,3 2 0,-3-2 0,3 2 0,0 1 0,0-1 0,0 1 0,0 0 0,0-1 0,0 1 0,0-1 0,0 1 0,0-1 0,0 1 0,-3-3 0,2 1 0,-2-1 0,3 3 0,0-1 0,0 1 0,0-1 0,0 1 0,0 0 0,0-1 0,0 1 0,0-1 0,0 1 0,0-1 0,0 1 0,-3 0 0,2-1 0,-2 1 0,3 2 0,0-2 0,0 3 0,0-3 0,0-1 0,-3-2 0,3 2 0,-3-3 0,3 4 0,0-1 0,0 1 0,0 0 0,0 2 0,0-2 0,0 3 0,0-4 0,0 1 0,0 0 0,0-1 0,0 4 0,0-3 0,0 2 0,0-2 0,0 0 0,0-1 0,0 1 0,0-1 0,0 1 0,0-1 0,0 4 0,0-3 0,0 3 0,0-4 0,0 1 0,0-1 0,0 1 0,0 0 0,0-1 0,0 1 0,0-1 0,0 1 0,0-1 0,0 1 0,0 0 0,0-1 0,0 1 0,0-1 0,0 1 0,0-1 0,0 1 0,0 0 0,0-1 0,0 1 0,-3-1 0,2 1 0,-2-1 0,3 1 0,0 0 0,0-1 0,0 1 0,0-1 0,0 1 0,0-1 0,0 1 0,0 0 0,0-1 0,0 1 0,0-1 0,0 1 0,0-1 0,-3-2 0,2 2 0,-2-2 0,3 2 0,0 1 0,0-1 0,-3 1 0,3-1 0,-3 1 0,0-3 0,2 2 0,-2-3 0,3 4 0,0-1 0,-3-2 0,2 2 0,-2-3 0,1 4 0,1 0 0,-5-4 0,5 3 0,-2-2 0,0 2 0,0 1 0,-4-3 0,3 1 0,-2-1 0,3 3 0,-1-1 0,-2-2 0,5 2 0,-5-6 0,3 6 0,-1-2 0,-2 0 0,5 1 0,-4-4 0,1 5 0,0-2 0,-2-1 0,6 3 0,-6-2 0,2-1 0,0 3 0,-2-5 0,3 5 0,-1-3 0,-2 1 0,5 2 0,-5-5 0,3 5 0,-4-6 0,3 6 0,-1-2 0,1-1 0,0 3 0,-2-5 0,6 5 0,-9-2 0,4-1 0,-1 3 0,0-5 0,2 5 0,-3-3 0,1 1 0,2 2 0,-2-6 0,3 6 0,-4-5 0,3 5 0,-2-5 0,3 4 0,-4-1 0,0 0 0,1 2 0,-1-3 0,0 1 0,4 2 0,-3-6 0,2 6 0,-2-5 0,2 5 0,-2-5 0,5 4 0,-5-1 0,3 0 0,-1 2 0,-2-6 0,5 6 0,-5-2 0,3 2 0,-1 1 0,-2-3 0,5 1 0,-2-1 0,3 3 0,-3-1 0,3 1 0,-3-1 0,6 1 0,0 0 0,4-1 0,-3 1 0,1-4 0,-4 3 0,5-2 0,-2 2 0,2-2 0,-2 2 0,2-5 0,-3 4 0,4-4 0,0 2 0,-4 0 0,3-2 0,-2 5 0,-1-3 0,3 1 0,-2-1 0,-1 0 0,3 0 0,-2 1 0,3-1 0,-4 0 0,3-2 0,-2 4 0,2-4 0,-2 5 0,2-5 0,-3 2 0,4 0 0,0-3 0,-1 3 0,1-3 0,-1 0 0,1 0 0,-4 3 0,3-2 0,-2 2 0,3-3 0,-1 0 0,1 0 0,5 0 0,-4 0 0,5 0 0,-7 0 0,1 0 0,-1 0 0,1 0 0,-1 0 0,1 0 0,0 0 0,-1 0 0,1 0 0,-1 0 0,1 0 0,-1-3 0,1 2 0,0-2 0,2 3 0,-2 0 0,3 0 0,-4 0 0,1-3 0,0 3 0,-1-3 0,1 3 0,-1 0 0,1 0 0,-1 0 0,1 0 0,-3-3 0,1 2 0,-1-2 0,3 3 0,-1 0 0,1 0 0,-1 0 0,1 0 0,0-3 0,-1 2 0,1-2 0,-1 3 0,1 0 0,-1 0 0,-2-3 0,2 3 0,-2-3 0,2 3 0,1 0 0,-4-3 0,3 2 0,-2-2 0,2 3 0,1 0 0,0 0 0,-1-3 0,1 2 0,-1-2 0,1 3 0,-3-3 0,1 3 0,-1-3 0,3 3 0,2-3 0,-2 2 0,3-2 0,-4 3 0,-2-3 0,2 2 0,-2-2 0,2 3 0,1 0 0,-1 0 0,-2-2 0,2 1 0,-3-2 0,4 3 0,0 0 0,-1 0 0,1-3 0,-1 2 0,1-2 0,-1 0 0,1 3 0,0-6 0,-1 5 0,-2-5 0,2 5 0,-3-2 0,4 3 0,-1-3 0,1 3 0,-3-6 0,2 5 0,-3-2 0,4 0 0,-1-1 0,1 1 0,-1-3 0,1 5 0,0-5 0,-1 5 0,1-2 0,-1 3 0,1-2 0,-1 1 0,1-5 0,0 5 0,-1-2 0,1 3 0,-1 0 0,-2-3 0,2 3 0,-2-3 0,2 3 0,1 0 0,-1 0 0,1 0 0,-4-3 0,3 2 0,-2-2 0,3 3 0,-1 0 0,-2-3 0,2 2 0,-3-2 0,4 3 0,-1-3 0,1 3 0,-3-6 0,1 5 0,-4-5 0,8 5 0,-8-5 0,8 6 0,-5-6 0,2 5 0,1-5 0,0 5 0,-1-4 0,1 4 0,-1-2 0,-2 0 0,2 2 0,-3-2 0,4 0 0,0 3 0,2-3 0,-2 3 0,3 0 0,-4 0 0,1 0 0,0 0 0,-1 0 0,1 0 0,-1 0 0,4 0 0,-3 0 0,3 0 0,-4 0 0,1 0 0,2 0 0,-2-3 0,3 2 0,-3-2 0,-1 3 0,1-3 0,-1 2 0,1-2 0,-1 3 0,1 0 0,0 0 0,-1 0 0,1 0 0,-1 0 0,1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4:48.190"/>
    </inkml:context>
    <inkml:brush xml:id="br0">
      <inkml:brushProperty name="width" value="0.2" units="cm"/>
      <inkml:brushProperty name="height" value="1.2" units="cm"/>
      <inkml:brushProperty name="color" value="#008C3A"/>
      <inkml:brushProperty name="inkEffects" value="pencil"/>
    </inkml:brush>
  </inkml:definitions>
  <inkml:trace contextRef="#ctx0" brushRef="#br0">1 87 16383,'20'0'0,"-4"0"0,-6 0 0,-4 0 0,4 0 0,-3-3 0,2 3 0,-2-3 0,0 3 0,-1 0 0,1 0 0,-1 0 0,1 0 0,-1-3 0,1 2 0,3-2 0,-3 3 0,2 0 0,24-3 0,-20 2 0,20-2 0,-26 3 0,-1 0 0,1 0 0,2-3 0,-1 3 0,4-3 0,-2 3 0,1 0 0,4 0 0,-4 0 0,2 0 0,-4 0 0,-2 0 0,3 0 0,-3 0 0,2 0 0,1 0 0,-3 0 0,6 0 0,-6 0 0,2 0 0,4 0 0,-5 0 0,7 0 0,-8 0 0,3 0 0,-1 0 0,-1 0 0,1 0 0,1 0 0,-3 0 0,3 0 0,-1 0 0,-2 0 0,6 0 0,-3 0 0,3 0 0,-3 0 0,3 0 0,-6 0 0,3 0 0,-4 0 0,4 0 0,-3 0 0,2 0 0,1 0 0,-3 0 0,3 0 0,-1 0 0,-2 0 0,3 0 0,2 0 0,-4 0 0,8 0 0,-9 0 0,3 0 0,-4 0 0,4 0 0,-3 0 0,2 0 0,-2 0 0,2 0 0,-1 0 0,1 0 0,1 0 0,-3 0 0,3 0 0,2 0 0,-4 0 0,4 0 0,-5 0 0,0 0 0,-1 0 0,4 0 0,-3 0 0,2 0 0,1 0 0,-3 0 0,3 0 0,-4 0 0,4 0 0,-3 0 0,8 0 0,-7 0 0,5 0 0,-4 0 0,-1 0 0,1 0 0,-2 0 0,-1 0 0,1 0 0,-1 0 0,1 0 0,0 0 0,-1 0 0,1 0 0,-1 0 0,4 0 0,-3 0 0,6 0 0,-6-3 0,2 2 0,-2-2 0,-1 3 0,1 0 0,0 0 0,2 0 0,-2 0 0,3 0 0,-4 0 0,4 0 0,-3 0 0,3 0 0,-4 0 0,1 0 0,-1 0 0,1 0 0,0 0 0,-1 0 0,1 0 0,2 0 0,-1 0 0,1 0 0,-2 0 0,-1 0 0,1 0 0,-1 0 0,1 0 0,0 0 0,-1 0 0,1 0 0,-1 0 0,1 0 0,-1 0 0,1 0 0,0 0 0,-1 0 0,1 0 0,-1 0 0,1 0 0,2 0 0,-1 0 0,1 0 0,-2 0 0,-1 0 0,1 0 0,-1 0 0,1 0 0,2 0 0,-1 0 0,1 0 0,-5 3 0,2-2 0,-3 2 0,4-3 0,0 0 0,-1 0 0,1 0 0,-1 0 0,1 0 0,-1 3 0,1-3 0,0 3 0,-1-3 0,1 0 0,-1 0 0,1 0 0,-1 0 0,1 0 0,0 0 0,-1 0 0,1 0 0,-1 0 0,1 3 0,-1-2 0,1 2 0,0-3 0,-1 0 0,1 0 0,-1 0 0,4 0 0,-3 0 0,3 0 0,-4 0 0,4 0 0,-3 0 0,2 0 0,-2 0 0,0 0 0,-1 0 0,1 0 0,-1 0 0,1 0 0,-1 0 0,1 0 0,0 0 0,-1 0 0,1 0 0,-1 0 0,1-3 0,-1 2 0,1-2 0,0 3 0,-1 0 0,1 0 0,-1 0 0,1 0 0,2 0 0,-1 0 0,1 0 0,-2 0 0,-1 0 0,1 0 0,-1 0 0,1 0 0,0 0 0,-1 0 0,1-3 0,-1 2 0,1-1 0,-1 2 0,1 0 0,0 0 0,-1 0 0,1 0 0,2 0 0,-1 0 0,1 0 0,-2 0 0,-1 0 0,1 0 0,-1 0 0,1 0 0,-1 0 0,1 0 0,0 0 0,-1 0 0,4 0 0,-3 0 0,2 2 0,-2-1 0,0 2 0,-1-3 0,1 0 0,-1 0 0,1 0 0,-1 0 0,1 0 0,0 0 0,-1 0 0,1 0 0,-1 0 0,1 0 0,-1 0 0,4 0 0,-3 0 0,3 0 0,-4 0 0,1 0 0,0 0 0,-1 0 0,1 0 0,-1 0 0,4 0 0,-3 0 0,3 0 0,-1 0 0,-2 0 0,3 0 0,-4 0 0,1 0 0,0 0 0,-1 0 0,1 0 0,-1 0 0,1 0 0,-1 0 0,1 0 0,0 0 0,-1-3 0,1 2 0,-1-2 0,1 3 0,-1 0 0,1 0 0,0 0 0,-1 0 0,1 0 0,-1 0 0,4-2 0,-3 1 0,3-2 0,-4 3 0,4 0 0,-3 0 0,2 0 0,-2-3 0,0 2 0,-1-2 0,1 3 0,-1 0 0,1 0 0,-1 0 0,1 0 0,2-3 0,-1 3 0,1-3 0,-2 3 0,-1 0 0,1 0 0,0 0 0,-1 0 0,1 0 0,-1-3 0,1 2 0,-1-2 0,1 3 0,0 0 0,-1 0 0,1 0 0,-1 0 0,1 0 0,-1 0 0,1 0 0,0 0 0,-1 0 0,1 0 0,-1 0 0,1 0 0,-1 0 0,1-3 0,0 2 0,-1-2 0,1 3 0,-1 0 0,1 0 0,-1 0 0,1 0 0,0 0 0,-1 0 0,1 0 0,-1 0 0,1 0 0,-1 0 0,1 0 0,0 0 0,-1 0 0,1 0 0,-1 0 0,1 0 0,-1 0 0,1 0 0,0 0 0,-1 0 0,1 0 0,-1 0 0,1 0 0,-1 0 0,1 0 0,0 0 0,-1 0 0,1 0 0,-1 0 0,1 0 0,-1 0 0,1 0 0,0 0 0,-1 0 0,1 0 0,-1 0 0,4 0 0,-3 0 0,3 0 0,-4 0 0,1 0 0,-1 0 0,1 0 0,2 0 0,2 0 0,-1 0 0,-1 0 0,-2 0 0,-1-3 0,4 3 0,-3-3 0,3 3 0,-1 0 0,-1 0 0,1 0 0,-2 0 0,-1 0 0,1 0 0,-1 0 0,1 0 0,0 0 0,-1 0 0,4 0 0,-3 0 0,2 0 0,-2 0 0,0 0 0,-1 0 0,1 0 0,-1 0 0,1 0 0,-1 0 0,1 0 0,0 0 0,2 0 0,-2 0 0,3 0 0,-4 0 0,4 0 0,-3 0 0,3 0 0,-4 0 0,1 0 0,-1 0 0,1 0 0,0 0 0,-1 0 0,1 0 0,-1 0 0,1 3 0,-1-3 0,1 3 0,2-3 0,-1 0 0,1 0 0,-2 0 0,-1 0 0,1 0 0,0 0 0,-1 0 0,1 0 0,-1 0 0,1 0 0,-1 0 0,1 3 0,0-2 0,-1 2 0,1-3 0,-1 0 0,1 0 0,2 0 0,-1 0 0,4 0 0,-2 0 0,1 0 0,-2 0 0,-2 0 0,-1 0 0,1 0 0,-1 0 0,1 0 0,-1 0 0,1 0 0,0 0 0,-1 0 0,1 0 0,-1 0 0,1 0 0,-1 0 0,1 0 0,0 0 0,-1 0 0,1 0 0,-1 0 0,1 0 0,-1 0 0,1 0 0,0 0 0,-1 0 0,1 0 0,-1 0 0,1 0 0,-1 0 0,1 0 0,0 0 0,-1 0 0,1 0 0,-1 0 0,1 0 0,-1 0 0,1 0 0,0 0 0,-1 0 0,1 0 0,-1 0 0,1 0 0,-1 0 0,1 0 0,0 0 0,-1 0 0,1 0 0,-1 0 0,1 0 0,-1 3 0,1-3 0,0 3 0,-1-3 0,1 0 0,-1 0 0,1 0 0,-1 0 0,1 0 0,-3 3 0,2-2 0,-3 2 0,4-3 0,2 0 0,-1 0 0,1 0 0,-2 0 0,-1 0 0,1 0 0,-1 0 0,1 0 0,0 0 0,-1 0 0,1 0 0,-1 0 0,1 0 0,-1 0 0,1 0 0,0 0 0,-1-3 0,1 2 0,-1-2 0,1 3 0,-1 0 0,1 0 0,0 0 0,-1-3 0,1 3 0,-1-3 0,1 3 0,-1-3 0,1 2 0,0-2 0,-1 3 0,4 0 0,-6-3 0,5 2 0,-6-2 0,4 3 0,0 0 0,-1-3 0,1 3 0,-1-3 0,1 3 0,-1 0 0,1 0 0,0-3 0,-1 2 0,1-2 0,-1 3 0,1 0 0,-1 0 0,1 0 0,0-3 0,-1 2 0,1-2 0,-1 3 0,1 0 0,-1 0 0,1 0 0,0 0 0,-1 0 0,1 0 0,-1 0 0,1 0 0,-4 3 0,3-2 0,-2 2 0,3-3 0,-1 0 0,1 0 0,-1 0 0,1 0 0,-1 0 0,7 0 0,-5 0 0,4 0 0,-5 3 0,-1-2 0,1 2 0,2-3 0,-1 0 0,1 0 0,-2 0 0,-1 0 0,1 0 0,0 0 0,-1 0 0,1 0 0,-1 0 0,1 0 0,-1 0 0,1 0 0,0 0 0,-1 0 0,1 0 0,-1 0 0,1 0 0,-1 0 0,4 0 0,-3 0 0,3 0 0,-4 0 0,4 0 0,0 0 0,0-3 0,0 2 0,-4-2 0,-2 3 0,-1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5:11.239"/>
    </inkml:context>
    <inkml:brush xml:id="br0">
      <inkml:brushProperty name="width" value="0.2" units="cm"/>
      <inkml:brushProperty name="height" value="1.2" units="cm"/>
      <inkml:brushProperty name="color" value="#008C3A"/>
      <inkml:brushProperty name="inkEffects" value="pencil"/>
    </inkml:brush>
  </inkml:definitions>
  <inkml:trace contextRef="#ctx0" brushRef="#br0">1 322 16383,'14'3'0,"1"-3"0,-11 3 0,2 0 0,1-2 0,-1 2 0,1-3 0,0 0 0,8 0 0,-6 3 0,6-2 0,-8 2 0,-1-3 0,4 0 0,-3 0 0,2 0 0,-2 0 0,0 0 0,-1 0 0,1 0 0,-1 0 0,7 0 0,-5 0 0,4 0 0,-5 0 0,-1 0 0,1 0 0,-1 0 0,1 0 0,5 0 0,-4 0 0,5 0 0,-7 0 0,1 0 0,0 0 0,-1 0 0,1 0 0,-1 0 0,4 0 0,-3 0 0,3 0 0,-4 0 0,1 0 0,-1 0 0,1 0 0,-1-3 0,1 2 0,0-2 0,-1 3 0,4 0 0,-3 0 0,2 0 0,-2-3 0,0 2 0,-1-2 0,4 3 0,-3 0 0,2-3 0,-2 3 0,0-3 0,2 3 0,-2-3 0,3 2 0,-4-2 0,1 3 0,0 0 0,-4-3 0,3 2 0,-2-2 0,2 3 0,1 0 0,2-3 0,2 0 0,-1-1 0,-1 1 0,-2 0 0,-1 2 0,1-2 0,0 0 0,-1 3 0,1-3 0,-4 0 0,3 2 0,1-2 0,-3 0 0,5 2 0,-5-1 0,2-1 0,1 2 0,-1-2 0,-2 0 0,2 2 0,-3-2 0,4 0 0,0 3 0,-4-6 0,3 5 0,-2-2 0,2 0 0,1 2 0,-1-5 0,1 6 0,0-6 0,-1 2 0,1 0 0,-4-2 0,3 6 0,-2-3 0,2 0 0,1-1 0,0 0 0,-4-1 0,3 4 0,-5-5 0,8 5 0,-8-5 0,8 6 0,-8-6 0,4 5 0,-1-5 0,6 2 0,-3-2 0,2 2 0,-2-2 0,-1 2 0,1 1 0,0-3 0,-4 2 0,3 0 0,-2 2 0,-1-1 0,3-1 0,-2 0 0,0-2 0,1 6 0,-4-6 0,5 2 0,-2-3 0,-1 1 0,3 2 0,-5-2 0,5 5 0,-3-4 0,1 1 0,2-3 0,-2 1 0,-1-1 0,3 3 0,-5-2 0,2 3 0,0-4 0,-3 0 0,3 1 0,0 2 0,-2-2 0,8 14 0,-8-6 0,5 11 0,-6-10 0,0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5:13.158"/>
    </inkml:context>
    <inkml:brush xml:id="br0">
      <inkml:brushProperty name="width" value="0.2" units="cm"/>
      <inkml:brushProperty name="height" value="1.2" units="cm"/>
      <inkml:brushProperty name="color" value="#008C3A"/>
      <inkml:brushProperty name="inkEffects" value="pencil"/>
    </inkml:brush>
  </inkml:definitions>
  <inkml:trace contextRef="#ctx0" brushRef="#br0">0 1 16383,'11'6'0,"1"-2"0,-11 2 0,1-6 0,-2 3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5:14.126"/>
    </inkml:context>
    <inkml:brush xml:id="br0">
      <inkml:brushProperty name="width" value="0.2" units="cm"/>
      <inkml:brushProperty name="height" value="1.2" units="cm"/>
      <inkml:brushProperty name="color" value="#008C3A"/>
      <inkml:brushProperty name="inkEffects" value="pencil"/>
    </inkml:brush>
  </inkml:definitions>
  <inkml:trace contextRef="#ctx0" brushRef="#br0">74 25 16383,'-6'-11'0,"-1"2"0,3 12 0,-2-3 0,3 6 0,-4-5 0,3 5 0,-2-5 0,3 4 0,-4-1 0,3 3 0,1-1 0,1-2 0,1 2 0,10-14 0,-7 5 0,10-9 0,-12 5 0,0 1 0,0-1 0,-3 3 0,2-2 0,-7 6 0,3 2 0,-1 3 0,3 4 0,0-2 0,2-3 0,-2-2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5:14.939"/>
    </inkml:context>
    <inkml:brush xml:id="br0">
      <inkml:brushProperty name="width" value="0.2" units="cm"/>
      <inkml:brushProperty name="height" value="1.2" units="cm"/>
      <inkml:brushProperty name="color" value="#008C3A"/>
      <inkml:brushProperty name="inkEffects" value="pencil"/>
    </inkml:brush>
  </inkml:definitions>
  <inkml:trace contextRef="#ctx0" brushRef="#br0">140 2 16383,'-18'0'0,"2"2"0,10-1 0,2 5 0,1-2 0,3 2 0,0 1 0,0-1 0,0 1 0,3-3 0,-2 1 0,5-1 0,-6 3 0,6-4 0,-2 0 0,0-12 0,1 7 0,-4-10 0,2 9 0,-3-4 0,0 0 0,0 1 0,0-1 0,0 1 0,-3 2 0,-3 1 0,-2 3 0,-1 0 0,2 0 0,3 3 0,-2-2 0,0 1 0,-2-2 0,2 3 0,0-2 0,2 2 0,-3-3 0,1 3 0,-1-2 0,1 2 0,2 0 0,-2-3 0,2 3 0,-2 3 0,2-2 0,1 6 0,3-4 0,0 1 0,3-3 0,-2 2 0,7-3 0,-3 1 0,4-1 0,-2-3 0,-3-3 0,1 2 0,-1-5 0,3 5 0,-1-1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5:15.793"/>
    </inkml:context>
    <inkml:brush xml:id="br0">
      <inkml:brushProperty name="width" value="0.2" units="cm"/>
      <inkml:brushProperty name="height" value="1.2" units="cm"/>
      <inkml:brushProperty name="color" value="#008C3A"/>
      <inkml:brushProperty name="inkEffects" value="pencil"/>
    </inkml:brush>
  </inkml:definitions>
  <inkml:trace contextRef="#ctx0" brushRef="#br0">41 1 16383,'-18'3'0,"5"0"0,8 4 0,4-1 0,-2 1 0,3 2 0,0-1 0,0 1 0,0-2 0,3-4 0,-2 3 0,1-2 0,1 3 0,1-4 0,3 0 0,-1-9 0,-2 2 0,-1-6 0,-3 4 0,9 8 0,-4-4 0,4 8 0,-6-6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5:18.224"/>
    </inkml:context>
    <inkml:brush xml:id="br0">
      <inkml:brushProperty name="width" value="0.2" units="cm"/>
      <inkml:brushProperty name="height" value="1.2" units="cm"/>
      <inkml:brushProperty name="color" value="#008C3A"/>
      <inkml:brushProperty name="inkEffects" value="pencil"/>
    </inkml:brush>
  </inkml:definitions>
  <inkml:trace contextRef="#ctx0" brushRef="#br0">0 0 16383,'7'11'0,"-3"1"0,-2-6 0,-2 2 0,3-2 0,-2 0 0,2-2 0,-3 2 0,0 1 0,3-4 0,-2 9 0,2-7 0,-3 8 0,0-7 0,0 4 0,0-3 0,0 2 0,0-2 0,0 0 0,0-1 0,0 1 0,0-1 0,0 1 0,0-1 0,0 1 0,0 0 0,0-1 0,0 1 0,3-4 0,-3 3 0,3-2 0,-3 5 0,0-1 0,0 1 0,0-2 0,3-1 0,-2 1 0,2-1 0,-3 1 0,0 0 0,0-1 0,0 1 0,0-1 0,0 1 0,0-1 0,0 1 0,3 0 0,-3-1 0,3 1 0,-3 2 0,0-1 0,0 1 0,0-2 0,0-1 0,0 1 0,0-1 0,0 1 0,0 0 0,0-1 0,0 1 0,0-1 0,0 1 0,0-1 0,0 1 0,-3-3 0,3 1 0,-3-1 0,3 3 0,0-1 0,0 1 0,0-1 0,-3 1 0,2 0 0,-2-1 0,3 1 0,0-1 0,0 1 0,0-1 0,0 1 0,0 0 0,0-1 0,0 1 0,0-1 0,0 1 0,0-1 0,0 1 0,0 0 0,0-1 0,-3-2 0,2 2 0,-2-3 0,3 4 0,0-1 0,0 1 0,0 0 0,0-1 0,0 1 0,0-1 0,0 1 0,0-1 0,0 1 0,0 0 0,0-1 0,0 1 0,-3-4 0,3 3 0,-3-2 0,3 2 0,0 1 0,0 0 0,0-1 0,0 1 0,0-1 0,0 1 0,0-1 0,0 1 0,0 0 0,0-1 0,0 1 0,0-1 0,0 1 0,0-1 0,0 1 0,3-3 0,-3 1 0,3-1 0,-3 3 0,0-1 0,0 1 0,0-1 0,0 1 0,3 0 0,-2-1 0,2 1 0,-3-1 0,0 1 0,0-1 0,0 1 0,3-3 0,-2 2 0,2-3 0,-3 4 0,0-1 0,0 1 0,0-1 0,2-2 0,-1 2 0,2-2 0,-3 2 0,3 1 0,-2-1 0,2 1 0,0-1 0,-3 1 0,3 0 0,0-4 0,-2 3 0,2-2 0,-3 2 0,3 1 0,-3-1 0,6 1 0,-5 0 0,2-1 0,0-2 0,-2 2 0,2-3 0,-1 4 0,-1-1 0,5 1 0,-5 0 0,2-1 0,-3 1 0,3-1 0,-3 1 0,6-3 0,-5 1 0,2-1 0,0 3 0,-3-1 0,6-2 0,-5 2 0,2-3 0,-3 4 0,3-1 0,-2 1 0,4 0 0,-4-1 0,5 1 0,-5-1 0,5 1 0,-6-1 0,6 1 0,-5 0 0,5-4 0,-6 3 0,6-5 0,-5 8 0,5-8 0,-5 8 0,4-8 0,-1 2 0,3-1 0,-4 2 0,3 3 0,-2-4 0,-1 3 0,3-5 0,-2 5 0,3-3 0,-1 1 0,-2 2 0,2-5 0,-6 4 0,9-4 0,-7 5 0,6-2 0,-4-1 0,0 3 0,4-5 0,-3 5 0,4-3 0,-2 1 0,-4 2 0,3-2 0,-2-1 0,3 3 0,-1-2 0,-2 2 0,2-2 0,-3 2 0,4-3 0,-1 1 0,1 2 0,0-5 0,-4 4 0,3-4 0,-2 2 0,2 0 0,1-2 0,-3 5 0,1-6 0,-1 3 0,3 0 0,-1-2 0,1 2 0,-1-3 0,1 0 0,-1 0 0,1 3 0,0-3 0,-1 3 0,4-3 0,-3 0 0,2 0 0,-2 0 0,0 0 0,-1 3 0,1-2 0,-1 2 0,1-3 0,-1 0 0,1 0 0,0 0 0,-1 0 0,4 0 0,-3 0 0,2 0 0,1 0 0,-3 0 0,3 0 0,-4 0 0,1 0 0,-1 0 0,7 0 0,-5 0 0,4 0 0,-5 0 0,-1 0 0,1 0 0,0 0 0,-1 0 0,1 0 0,8 0 0,-6 0 0,6 0 0,-5 3 0,-3-2 0,2 2 0,1-3 0,-3 0 0,14 0 0,-11 0 0,8 0 0,-8 0 0,-3 0 0,3 0 0,-4-3 0,1 2 0,-1-2 0,4 3 0,0-3 0,0 2 0,0-2 0,-1 0 0,-2 3 0,3-3 0,-3 0 0,-1 2 0,1-2 0,-1 3 0,1-3 0,2 2 0,-1-5 0,1 6 0,-2-3 0,-1 3 0,1-3 0,-1 2 0,1-5 0,0 5 0,-1-2 0,4 0 0,0 3 0,0-6 0,0 5 0,-4-2 0,-2 0 0,2 2 0,-3-1 0,4 2 0,-1 0 0,1-3 0,0 2 0,2-2 0,-2 0 0,6 2 0,-6-2 0,3 3 0,-4-3 0,1 3 0,-1-3 0,1 3 0,-1 0 0,1 0 0,0 0 0,-1-3 0,1 2 0,-1-2 0,1 3 0,-1 0 0,1 0 0,-3-3 0,1 2 0,-1-2 0,3 3 0,-1-3 0,1 0 0,-1-1 0,-2-2 0,2 2 0,-5-2 0,4 2 0,-1-2 0,3 3 0,-4-4 0,3 3 0,-5-2 0,5 3 0,-5-4 0,4 0 0,-4 1 0,8-4 0,-8 3 0,8-3 0,-5 4 0,-1-1 0,3 3 0,-5-2 0,5 3 0,-3-4 0,1 0 0,2 4 0,-5-3 0,2 2 0,0-3 0,0 4 0,1-3 0,2 2 0,-3-2 0,1-1 0,2 0 0,-5 1 0,4 2 0,-4-2 0,5 2 0,-5-2 0,5 2 0,-6-2 0,3 2 0,0-2 0,-2-1 0,5 4 0,-6-3 0,6 2 0,-5-3 0,5 1 0,-5-1 0,1 0 0,1 1 0,-2-1 0,2 0 0,0 4 0,-2-6 0,5 5 0,-6-6 0,3 0 0,0 6 0,-2-5 0,2 5 0,-3-2 0,0-1 0,0 0 0,3 1 0,-3-1 0,3 1 0,0-1 0,-2 0 0,2 1 0,-3-1 0,0 0 0,3 1 0,-2-4 0,1 3 0,-2-3 0,0 4 0,0-1 0,3 3 0,-2-2 0,2 3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5:26.953"/>
    </inkml:context>
    <inkml:brush xml:id="br0">
      <inkml:brushProperty name="width" value="0.2" units="cm"/>
      <inkml:brushProperty name="height" value="1.2" units="cm"/>
      <inkml:brushProperty name="color" value="#008C3A"/>
      <inkml:brushProperty name="inkEffects" value="pencil"/>
    </inkml:brush>
  </inkml:definitions>
  <inkml:trace contextRef="#ctx0" brushRef="#br0">908 497 16383,'4'-14'0,"2"4"0,-2 4 0,-1 2 0,3 1 0,-5-3 0,5 2 0,-3 0 0,1-1 0,2 1 0,-3-3 0,4 1 0,0 2 0,-4-2 0,9-1 0,-7 0 0,7 0 0,-5 4 0,-3 0 0,1 3 0,-1-6 0,6 5 0,-3-5 0,2 5 0,-2-2 0,0 3 0,-1-2 0,1 1 0,-1-2 0,1 3 0,-1 0 0,1 0 0,0 0 0,5-3 0,-4 2 0,4-2 0,-5 3 0,0 0 0,-1 0 0,1 0 0,-1 0 0,4 0 0,-3 0 0,6 0 0,-6 0 0,2 0 0,-2 0 0,5 0 0,-4 0 0,5 0 0,-7 0 0,1 0 0,2 0 0,-1 0 0,1 0 0,-2 3 0,-1-2 0,4 2 0,-3-3 0,6 0 0,-6 0 0,2 0 0,4 3 0,-2-3 0,5 6 0,-6-5 0,2 2 0,-4-3 0,1 0 0,1 0 0,-6 3 0,8-2 0,-8 1 0,6 1 0,-4-2 0,1 2 0,34 6 0,-25-7 0,31 7 0,-39-6 0,5-3 0,-4 6 0,-2-5 0,3 2 0,-3 0 0,-1-2 0,1 2 0,-1-3 0,-2 2 0,2-1 0,-3 2 0,4 0 0,0-2 0,-1 2 0,-2 0 0,2-3 0,-3 6 0,4-2 0,-1-1 0,-2 3 0,2-2 0,-2 3 0,-1-1 0,3-2 0,-5 2 0,2-3 0,0 4 0,0-1 0,1 1 0,2 2 0,-3-4 0,1 4 0,2-9 0,-5 6 0,4-2 0,-4 2 0,5 1 0,-2 0 0,2 2 0,-2-2 0,2 0 0,0 2 0,-1-5 0,3 6 0,-7-4 0,5 1 0,-2-4 0,-1 3 0,3-2 0,-2 2 0,2 1 0,-2 0 0,2-1 0,-5 1 0,4-4 0,2 9 0,0-7 0,0 8 0,-1-7 0,-6 1 0,6-1 0,-2 1 0,0-1 0,1 1 0,-1 0 0,0-1 0,2 1 0,-6-1 0,6 1 0,-5-1 0,2 1 0,0 0 0,-3-1 0,6 1 0,-5-1 0,2 1 0,0-1 0,-2 1 0,2 0 0,-1-4 0,2 9 0,3-4 0,-4 5 0,0-3 0,-3-4 0,3-2 0,-2 2 0,2-3 0,-3 4 0,0-1 0,3 4 0,-3-3 0,3 3 0,-3-4 0,0 1 0,0-1 0,0 1 0,0 0 0,0-1 0,0 1 0,0-1 0,0 4 0,0 0 0,0 0 0,0 0 0,0-4 0,0 1 0,0-1 0,0 1 0,0 0 0,-3 2 0,3-2 0,-3 3 0,0-1 0,2-1 0,-2 1 0,3-2 0,0-1 0,0 4 0,-3-3 0,2 6 0,-1-6 0,2 2 0,0-2 0,-3-1 0,2 1 0,-2 0 0,3-1 0,-3 4 0,2 0 0,-2 0 0,3 0 0,0-4 0,-3 1 0,3-1 0,-3 1 0,3-1 0,0 1 0,0 0 0,0-1 0,0 1 0,-3-1 0,2 1 0,-2-1 0,3 4 0,0-3 0,0 6 0,0-3 0,0 0 0,0 0 0,0-4 0,0 1 0,-3-1 0,2 1 0,-2 0 0,3-1 0,0 1 0,0 2 0,0 1 0,0 1 0,0-2 0,0 1 0,0-3 0,0 2 0,-3-2 0,3 0 0,-3-1 0,3 1 0,0-1 0,0 1 0,0-1 0,0 4 0,0-3 0,0 3 0,0-4 0,0 1 0,0-1 0,0 1 0,0 0 0,0-1 0,0 1 0,0-1 0,0 1 0,-3-4 0,2 3 0,-2-2 0,3 3 0,0-1 0,0 1 0,0-1 0,0 1 0,0-1 0,0 1 0,0 0 0,0-1 0,0 4 0,-3-3 0,2 2 0,-2-2 0,3 0 0,0-1 0,0 1 0,0-1 0,0 1 0,0-1 0,0 1 0,0 0 0,0-1 0,-3-2 0,3 2 0,-3-3 0,3 4 0,0-1 0,0 1 0,0 0 0,0-1 0,-3-2 0,2 2 0,-2-3 0,3 4 0,0-1 0,0 1 0,0 0 0,0-1 0,0 1 0,-3-4 0,2 3 0,-1-2 0,2 2 0,-3 1 0,2 0 0,-2-1 0,3 1 0,-3-4 0,2 3 0,-2-2 0,3 2 0,-3 1 0,0 3 0,-1-3 0,1 2 0,0-2 0,2-1 0,-5 1 0,6 3 0,-6-6 0,5 5 0,-2-6 0,0 1 0,-1 8 0,1-7 0,-3 7 0,5-5 0,-5-4 0,5 3 0,-1-2 0,-1 2 0,-1 1 0,0 0 0,-2-1 0,6 1 0,-6 2 0,2-1 0,0 1 0,1-2 0,0-1 0,3 1 0,-6-1 0,5 1 0,-2-1 0,0-2 0,2 2 0,-2-2 0,0 5 0,3-2 0,-6 3 0,5-4 0,-5-2 0,5 2 0,-1-2 0,-1 2 0,2 1 0,-2-1 0,0 1 0,2 0 0,-2-1 0,0-2 0,3 2 0,-6-3 0,5 4 0,-5-1 0,5 1 0,-5 0 0,6-1 0,-6 1 0,2-1 0,0 1 0,-1-4 0,4 3 0,-5-2 0,5 3 0,-5-4 0,5 3 0,-4-5 0,1 5 0,0-3 0,-2 4 0,3-4 0,-1 3 0,-2-2 0,2 0 0,1 1 0,-3-4 0,5 5 0,-8-2 0,5 2 0,-6-2 0,7 2 0,-6-6 0,7 6 0,-10-2 0,8 0 0,-6 1 0,4-1 0,-1 0 0,1 2 0,-1-6 0,0 6 0,1-5 0,-1 5 0,0-3 0,1 1 0,-1-1 0,-3 0 0,3 1 0,-2-1 0,2 3 0,0-2 0,1-1 0,2 3 0,-2-5 0,2 2 0,-2 0 0,2 0 0,-2 1 0,2 2 0,-2-2 0,-1-1 0,1 3 0,-1-5 0,3 5 0,-2-6 0,3 6 0,-1-2 0,-2-1 0,2 3 0,-2-5 0,2 5 0,-2-5 0,2 4 0,-2-4 0,2 5 0,-2-5 0,3 5 0,-4-3 0,0 1 0,1 2 0,-1-3 0,0 4 0,1-3 0,-4 4 0,3-6 0,0 7 0,1-9 0,3 6 0,-4-2 0,0 0 0,1 1 0,-4-1 0,3 3 0,-3-1 0,3-2 0,1-1 0,2 0 0,-2-3 0,3 6 0,-4-2 0,0 0 0,-2 1 0,1-1 0,-1 0 0,2-1 0,0-1 0,1-1 0,-1 5 0,1-5 0,-1 5 0,0-6 0,1 6 0,-1-5 0,0 2 0,1 0 0,-1-2 0,3 4 0,-1-4 0,1 2 0,-3 0 0,1-2 0,-1 2 0,0 0 0,1-3 0,-1 6 0,0-5 0,1 5 0,-1-6 0,1 3 0,-1 0 0,0-2 0,4 5 0,-3-5 0,2 1 0,-3 1 0,1-2 0,-4 5 0,3-2 0,-3-1 0,1 3 0,1-5 0,-1 5 0,2-6 0,0 3 0,1 0 0,-1 1 0,0 0 0,1 1 0,-1-4 0,1 5 0,-1-5 0,0 5 0,1-6 0,-4 6 0,6-2 0,-5-1 0,5 3 0,-3-2 0,1 0 0,-1 1 0,1-1 0,-1 3 0,0-4 0,1 6 0,-1-8 0,3 8 0,-2-8 0,6 5 0,-6-3 0,2 1 0,0 2 0,-2-5 0,6 5 0,-6-3 0,5 4 0,-5-4 0,5 3 0,-4-5 0,1 8 0,0-5 0,-2 3 0,6-1 0,-6-3 0,5 4 0,-5-4 0,5 3 0,-5-2 0,6 2 0,-3 1 0,0-3 0,2 2 0,-2-3 0,3 4 0,0-1 0,-3-2 0,2 2 0,-2-3 0,3 4 0,-3 0 0,3-1 0,-3 1 0,3-1 0,-3-2 0,2 2 0,-2-3 0,3 4 0,0 0 0,0-1 0,-3 1 0,2-1 0,-1 1 0,2 0 0,0-1 0,0 1 0,0-1 0,0 1 0,0-1 0,0 1 0,-3-3 0,2 1 0,-2-1 0,3 3 0,0-1 0,0 1 0,0-1 0,0 1 0,0 0 0,0-1 0,0 1 0,0-1 0,0 1 0,0-1 0,0 1 0,0 0 0,0-1 0,0 1 0,0-1 0,0 1 0,3-4 0,-2 3 0,1-2 0,-2 3 0,3-1 0,-2 4 0,5-6 0,-5 8 0,5-8 0,-3 6 0,1-4 0,-1 1 0,0-1 0,0 1 0,4-1 0,-1 1 0,-2 0 0,2-1 0,-2 1 0,2-1 0,1-2 0,-4 2 0,3-3 0,-2 4 0,2 0 0,1-4 0,-3 3 0,2-5 0,-6 5 0,6-3 0,-2 1 0,2-1 0,1-3 0,-1 0 0,1 0 0,0 0 0,-4 3 0,3-3 0,-8-8 0,4 2 0,-5-10 0,3 10 0,0-1 0,0 0 0,0 1 0,0-1 0,0 0 0,0 1 0,3 2 0,-2-2 0,2 3 0,3-10 0,-2 5 0,5-5 0,-2 10 0,-3-3 0,2 2 0,-3-3 0,1 1 0,2 2 0,-3-2 0,1 3 0,2-1 0,-3 1 0,1 0 0,2-1 0,-2 1 0,2 0 0,-2 0 0,2 2 0,-3-2 0,4 0 0,-1 2 0,1-2 0,-3 0 0,2 3 0,-3-3 0,4 3 0,-1 0 0,1 0 0,-1-3 0,1 2 0,0-2 0,-1 3 0,1 0 0,2 0 0,-1-3 0,1 2 0,-2-2 0,-1 3 0,1-3 0,-1 3 0,1-3 0,-1 3 0,1-3 0,0 2 0,-1-2 0,1 3 0,-1 0 0,1-3 0,-1 2 0,1-1 0,0 2 0,2-3 0,-2 2 0,3-2 0,-4 0 0,1 2 0,0-2 0,-1 3 0,1-3 0,-1 3 0,4-3 0,-6 0 0,5 2 0,-5-2 0,2 3 0,1 0 0,-1 0 0,1-3 0,0 2 0,-1-2 0,1 3 0,-4-3 0,6 6 0,-7-3 0,6 4 0,-4 2 0,3-3 0,2 7 0,-2-6 0,0 5 0,-1-8 0,-3 5 0,4-6 0,-3 6 0,1-5 0,-1 5 0,3-5 0,-1 1 0,-2 1 0,2-2 0,-3 2 0,4-3 0,0 3 0,-1-2 0,1 2 0,-1-3 0,1 0 0,-1 0 0,1 0 0,0 0 0,-1 0 0,1 0 0,-1 0 0,1 0 0,-1 0 0,1 0 0,0 0 0,-1-3 0,1 2 0,-1-2 0,-2 0 0,2 2 0,-3-2 0,4 0 0,0 0 0,-1-1 0,1-2 0,-1 2 0,1-2 0,-1-1 0,-2 1 0,2 2 0,-2-2 0,-1 2 0,3 1 0,-5-3 0,5 2 0,-3 0 0,1-2 0,2 3 0,-3-1 0,1-2 0,2 5 0,-5-5 0,4 3 0,-1-4 0,3 1 0,-4-1 0,3 3 0,-2-2 0,0 3 0,1-1 0,-4-2 0,5 2 0,-2 1 0,-1-3 0,3 2 0,-5-3 0,5 1 0,-3-1 0,4-2 0,-1 4 0,-2-4 0,2 6 0,-5-4 0,4 0 0,-1 1 0,0-1 0,2 0 0,-3 1 0,1-1 0,2 4 0,-3-6 0,4 4 0,0-4 0,-4 2 0,3 0 0,-5 1 0,5-1 0,-3 1 0,4-1 0,-3 0 0,1 1 0,-1-1 0,0 0 0,2 1 0,0-4 0,-2 3 0,5-3 0,-8 4 0,5-1 0,-3 3 0,1-2 0,2 3 0,-2-4 0,2 0 0,1 1 0,-4-1 0,3 0 0,-5 1 0,5 2 0,-3-2 0,1 3 0,2-1 0,-5-2 0,5 5 0,-3-8 0,4 8 0,-4-8 0,3 8 0,-5-5 0,8 3 0,-8-4 0,8 0 0,-5 1 0,2 2 0,-2-2 0,2 5 0,-3-4 0,4 1 0,-1-3 0,1 4 0,0-3 0,-1 5 0,1-5 0,-1 5 0,-2-5 0,2 6 0,-3-6 0,4 5 0,5-5 0,-3 2 0,3 1 0,-6-3 0,1 5 0,0-2 0,-1 0 0,7 0 0,-5-1 0,1-2 0,-3 5 0,-2-2 0,2 3 0,1-3 0,-1 3 0,-2-6 0,2 5 0,-2-5 0,2 5 0,-2-5 0,2 6 0,-3-6 0,4 2 0,-4-3 0,3 4 0,-5-3 0,5 2 0,-5-2 0,4 2 0,-4-2 0,2 2 0,0-2 0,1-1 0,2 0 0,-2 1 0,-1-1 0,0 3 0,-3-1 0,6 1 0,-2-3 0,0 1 0,1 2 0,-4-2 0,5 5 0,-2-5 0,-1 3 0,3-1 0,-2 1 0,2 3 0,1 3 0,-3 1 0,1-1 0,-4 3 0,5-2 0,-2-1 0,-1 3 0,3-5 0,-2 2 0,2-3 0,1 0 0,0 0 0,2 0 0,-2 0 0,3 0 0,-4 0 0,1 0 0,0 0 0,-1 0 0,4 0 0,-3 0 0,2 0 0,-2 0 0,0 0 0,-1 0 0,4 0 0,-3 0 0,2 0 0,4 0 0,-5 0 0,4 0 0,-5 0 0,-1 0 0,1 0 0,0-3 0,-1 2 0,1-2 0,-1 3 0,1-3 0,-1 3 0,7-6 0,-5 5 0,4-2 0,-5 0 0,-1 2 0,1-5 0,0 6 0,2-6 0,-2 5 0,0-5 0,-1 5 0,0-7 0,2 6 0,1-7 0,-2 8 0,-1-4 0,1 1 0,-3-3 0,1 4 0,-1-3 0,3 2 0,-1 0 0,-2-2 0,2 3 0,-3-7 0,4 3 0,-1 0 0,-2 1 0,-1 3 0,0-4 0,-2 0 0,5 4 0,-6-3 0,6 2 0,-5-3 0,5 1 0,-6-1 0,6-3 0,-5 3 0,5-2 0,-5 2 0,1 0 0,1 1 0,-2-1 0,5 0 0,-5 1 0,2-1 0,0 0 0,-3 1 0,3-1 0,0-2 0,-2 1 0,2-1 0,-3 2 0,3 0 0,-3 1 0,3-1 0,0 0 0,-2 1 0,2-1 0,-3 1 0,3-1 0,0-3 0,1 3 0,-1-3 0,-3 4 0,0-1 0,3 0 0,-2 1 0,2-1 0,-3 1 0,3-1 0,-3 0 0,3 1 0,-3-1 0,0-3 0,3 6 0,-2-8 0,2 8 0,-3-6 0,0 4 0,0-1 0,3 0 0,-3 1 0,3-4 0,-3 3 0,0-3 0,0-2 0,0 4 0,0-5 0,0 6 0,0 1 0,0-1 0,0 0 0,0 1 0,0-1 0,0 1 0,0-1 0,0 0 0,0 1 0,0-1 0,0-3 0,0 3 0,0-3 0,0 4 0,-3-1 0,3 1 0,-3-1 0,3 0 0,0 1 0,0-1 0,-3 3 0,2-2 0,-2 3 0,0-4 0,2 0 0,-5 1 0,6-4 0,-6 6 0,5-5 0,-2 5 0,0-2 0,2-1 0,-4 0 0,4 1 0,-5 2 0,5-2 0,-2 3 0,0-4 0,3 0 0,-6 1 0,5-1 0,-5 0 0,5 1 0,-5-1 0,6 0 0,-3 1 0,3-1 0,0 1 0,0-1 0,0 0 0,0 1 0,0-1 0,0 0 0,0 1 0,0-1 0,0 0 0,0 1 0,0-1 0,-3 1 0,2-1 0,-2 0 0,3 1 0,0-1 0,0 0 0,0 1 0,0-1 0,0 0 0,0 1 0,0-4 0,0 3 0,0-3 0,0 4 0,0-1 0,0 0 0,0-2 0,0 1 0,3-1 0,-2 2 0,2 1 0,-3-1 0,3 0 0,-3 1 0,3-1 0,-3-2 0,0 1 0,0-1 0,3 2 0,1-6 0,-1 5 0,0-4 0,-3 5 0,3 0 0,-2 1 0,2-4 0,0 3 0,-2-3 0,2 4 0,-3-1 0,2 3 0,-1-2 0,2 0 0,0-2 0,-2-1 0,2 2 0,-3 1 0,3-1 0,-3 0 0,3 1 0,-3-1 0,3 0 0,-2 1 0,5-1 0,-6 1 0,6-4 0,-5 3 0,2-3 0,-3 3 0,0 1 0,3-1 0,-2 0 0,2 1 0,-1-1 0,-1 1 0,2-1 0,-3 0 0,0 1 0,3-1 0,-2 0 0,2 1 0,-3-1 0,3 0 0,-3 1 0,3-1 0,-3 1 0,0-1 0,3 0 0,-2 1 0,2-1 0,-3 0 0,0 1 0,3-1 0,-3 0 0,3 1 0,-3-4 0,3 3 0,-2-3 0,2 4 0,-3-1 0,0 0 0,0 1 0,0-1 0,0 0 0,3 1 0,-2-1 0,2 1 0,-3-1 0,0 0 0,0 1 0,0-1 0,2-3 0,-1 3 0,2-3 0,-3 4 0,0-1 0,0 1 0,0-1 0,0 0 0,0 1 0,0-1 0,0 0 0,0 1 0,0-1 0,0 0 0,0 1 0,0-1 0,0 1 0,0-1 0,-3 0 0,2 1 0,-2-1 0,3 0 0,0 1 0,0-4 0,-2 3 0,1-3 0,-2 4 0,0-4 0,2 3 0,-2-3 0,0 3 0,2 1 0,-1-1 0,-1 1 0,2-1 0,-2 0 0,3 1 0,-3-1 0,2 0 0,-2 1 0,0 2 0,3-2 0,-3 2 0,3-2 0,-3-1 0,2 1 0,-2-1 0,3 0 0,-3 4 0,2-3 0,-2 2 0,3-3 0,-3 1 0,3-1 0,-3 1 0,0 2 0,2-2 0,-2 2 0,3-2 0,-6-1 0,5 0 0,-8 1 0,8-1 0,-5 3 0,6-2 0,-6 6 0,2-6 0,-3 2 0,4-2 0,-3 2 0,5-2 0,-5 5 0,2-5 0,-2 3 0,2-4 0,-2 3 0,2-2 0,-2 6 0,-1-6 0,4 2 0,-3 0 0,5-2 0,-5 3 0,2-1 0,1-2 0,-3 5 0,2-1 0,-3-1 0,1-1 0,-1 0 0,3-2 0,-1 3 0,1-1 0,-3-2 0,1 2 0,-1 1 0,0-3 0,1 5 0,-1-5 0,0 2 0,1 1 0,-1-3 0,0 2 0,1-2 0,-4 2 0,6-2 0,-5 5 0,5-5 0,-2 3 0,-1-1 0,0 1 0,4 0 0,-3 2 0,2-5 0,-3 3 0,1-1 0,-1-2 0,1 2 0,-1 1 0,0-3 0,1 5 0,-1-5 0,0 5 0,1-4 0,-1 4 0,3-5 0,-1 5 0,1-5 0,-3 6 0,1-3 0,-1 0 0,0-1 0,1 0 0,-1-2 0,0 6 0,1-3 0,-1 0 0,1 2 0,-1-5 0,0 5 0,4-5 0,-3 6 0,2-3 0,-3 0 0,-2 2 0,4-5 0,-6 5 0,9-4 0,-7 4 0,6-2 0,-4 3 0,0-3 0,1 2 0,-1-5 0,0 6 0,1-6 0,-1 5 0,0-2 0,1 0 0,-4 2 0,3-5 0,-3 6 0,4-6 0,-1 5 0,0-2 0,4 0 0,-3 2 0,2-2 0,-2 1 0,-1 1 0,0-2 0,4 0 0,-3 2 0,2-5 0,-6 5 0,3-1 0,0-1 0,2 2 0,1-2 0,-3 0 0,1 2 0,-1-5 0,0 6 0,1-3 0,-1 3 0,3-3 0,-2 2 0,3-2 0,-4 3 0,0-3 0,1 2 0,-1-2 0,1 3 0,2-3 0,-2 3 0,2-3 0,-2 0 0,-1 2 0,0-2 0,1 0 0,-1 2 0,0-2 0,4 1 0,-3 1 0,2-2 0,-5 3 0,1 0 0,2-3 0,0 2 0,-1-2 0,0 0 0,-3 3 0,4-3 0,-1 3 0,0 0 0,1 0 0,-1-3 0,0 2 0,1-2 0,-1 3 0,-2 0 0,1 0 0,-1-3 0,2 2 0,-3-2 0,3 3 0,-3 0 0,1 0 0,1 0 0,-1 0 0,2 0 0,1 0 0,-1 0 0,-3-3 0,3 3 0,-8-3 0,7 3 0,-5 0 0,6 0 0,-2 0 0,1 0 0,-4 0 0,2 0 0,-1 0 0,2 0 0,2 0 0,-2 0 0,-2 0 0,1 0 0,1 0 0,2 0 0,0 0 0,1 0 0,-1 0 0,0 0 0,1 0 0,-1 0 0,0 0 0,1 0 0,-1 0 0,1 0 0,-4 0 0,3 0 0,-3 0 0,3 0 0,1 0 0,-1 0 0,0 0 0,1 0 0,-1 0 0,1 0 0,-1 0 0,0 0 0,1 0 0,-1 0 0,0 0 0,1 0 0,-1 0 0,0 0 0,1 0 0,-1 0 0,1 0 0,-1 0 0,3 3 0,-2-3 0,3 3 0,-4-3 0,0 0 0,1 0 0,-1 0 0,0 0 0,1 0 0,-1 0 0,1 0 0,-1 0 0,0 0 0,1 0 0,-1 0 0,0 0 0,-2 0 0,1 0 0,-1 0 0,2 0 0,1 0 0,-1 0 0,0 0 0,1 0 0,-1 0 0,0 0 0,1 0 0,-1 0 0,1 0 0,-1 0 0,-3 0 0,3 0 0,-3 0 0,4 3 0,-1-2 0,0 2 0,1-3 0,-1 0 0,1 0 0,-1 3 0,0-3 0,1 3 0,-1-3 0,0 3 0,1-2 0,-1 5 0,0-5 0,1 4 0,-1-4 0,-2 2 0,4 0 0,-4-2 0,6 2 0,-1 0 0,-5-3 0,5 6 0,-6-5 0,3 2 0,1 0 0,-7 0 0,5 1 0,-1 2 0,3-5 0,2 2 0,-3-1 0,1 2 0,-1 0 0,3 2 0,-1-6 0,4 6 0,-8-5 0,7 5 0,-6-6 0,7 6 0,-5-5 0,2 5 0,-2-2 0,-1-1 0,3 3 0,-2-5 0,3 5 0,-4-6 0,3 6 0,-1-5 0,4 5 0,-8-3 0,5 1 0,-3 2 0,1-5 0,2 2 0,-5 2 0,4 0 0,-4 1 0,9 0 0,-6-5 0,2 5 0,-3-6 0,1 6 0,2-2 0,-2 0 0,6 1 0,-6-4 0,2 5 0,0-2 0,-2 2 0,6 1 0,-6-1 0,5 1 0,-5 2 0,2-1 0,1 1 0,0-2 0,0-4 0,2 3 0,-2-2 0,0 5 0,-1-1 0,1 1 0,-3-5 0,5 2 0,-5-6 0,3 6 0,-1-2 0,-2 0 0,5 1 0,-5-1 0,6 3 0,-6-4 0,2 3 0,0-2 0,-2 0 0,6 1 0,-3-1 0,0 3 0,-1-1 0,0 1 0,-1-4 0,4 3 0,-5-5 0,2 5 0,1-3 0,-3 1 0,5 2 0,-5-2 0,2 2 0,1 1 0,-3-4 0,2 3 0,0-2 0,-2 0 0,6 1 0,-6-4 0,2 8 0,0-5 0,-1 3 0,4-1 0,-5-6 0,2 6 0,1-2 0,-3 0 0,5 1 0,-2-1 0,3 3 0,-3-1 0,2 1 0,-2-1 0,3 1 0,0-1 0,-3-2 0,3 2 0,-3-2 0,0 2 0,-1-2 0,-3-1 0,1-3 0,2 3 0,-2-3 0,3 3 0,-10 3 0,5-4 0,-5 3 0,7-2 0,-1-2 0,0 2 0,4 0 0,-3-2 0,2 5 0,-2-6 0,-1 3 0,3 0 0,-2-2 0,3 2 0,-4 0 0,0-3 0,1 3 0,2 0 0,-2-2 0,2 2 0,-2 0 0,-1-2 0,1 4 0,-1-4 0,0 5 0,1-2 0,-1-1 0,0 0 0,1-3 0,2 3 0,-2-2 0,-1 5 0,3-3 0,-5 1 0,8 2 0,-4-5 0,1 4 0,-3-4 0,4 5 0,-3-2 0,2-1 0,-3 0 0,4 0 0,-6 1 0,4 2 0,-4-2 0,5 2 0,-2-5 0,5 4 0,-7-1 0,3 3 0,-4-4 0,5 3 0,-2-5 0,2 5 0,1-3 0,-6 1 0,7 2 0,-7-5 0,9 4 0,-6-4 0,2 5 0,0-2 0,-1-1 0,4 3 0,-5-5 0,2 5 0,1-3 0,-3 4 0,5-1 0,-5-2 0,5 2 0,-5-5 0,3 7 0,-1-3 0,-2 4 0,5-2 0,-4-3 0,4 1 0,-5-4 0,5 8 0,-5-5 0,5 6 0,-1-4 0,-1 1 0,-1 0 0,0-1 0,1 1 0,3-1 0,0 1 0,-3-1 0,3 1 0,-3 2 0,3-1 0,-3 1 0,2-2 0,-2-1 0,3 1 0,0 0 0,0-1 0,0 1 0,0-1 0,0 1 0,0-1 0,0 1 0,0 0 0,0-1 0,0 1 0,0-1 0,0 1 0,3-4 0,-2 3 0,2-2 0,-3 3 0,0-1 0,0 1 0,2 2 0,-1-2 0,2 3 0,-3-3 0,0-1 0,0 4 0,0-3 0,3-1 0,-2 0 0,2-2 0,-3 3 0,3-1 0,-3 1 0,3-1 0,-3 1 0,0-1 0,3-2 0,-2 2 0,2-2 0,0 5 0,-2-2 0,1 3 0,-2-4 0,3-2 0,-2 2 0,2-2 0,0 2 0,-2 1 0,2 2 0,0-1 0,-3 1 0,3-2 0,0-4 0,-2 3 0,2 1 0,-3 0 0,0 2 0,3-2 0,-3 0 0,3-1 0,0 1 0,-2-1 0,2 1 0,-3-1 0,3 1 0,-2 0 0,1-1 0,-2 4 0,0-3 0,0 2 0,0-2 0,0 0 0,0-1 0,0 1 0,0-1 0,0 1 0,0 2 0,3-4 0,-2 4 0,2-6 0,-3 4 0,0-1 0,0 1 0,0-1 0,0 1 0,0 0 0,0-1 0,0 1 0,0-1 0,0 1 0,0 5 0,0-4 0,0 5 0,0-7 0,0 1 0,0-1 0,-3 1 0,2 0 0,-5 5 0,6-4 0,-3 4 0,3-5 0,0 5 0,-3-6 0,2 5 0,-5-1 0,5-2 0,-2 4 0,1-5 0,1-1 0,-2 1 0,3 0 0,-3-4 0,2 3 0,-2-2 0,3 2 0,-3 1 0,3-1 0,-3 1 0,3 0 0,-3-4 0,2 3 0,-2-2 0,3 2 0,0 1 0,0-1 0,0 1 0,0 0 0,0-1 0,0 1 0,0-1 0,0 1 0,0-1 0,3 1 0,-2 0 0,2-1 0,-3 1 0,0-1 0,0 1 0,2-1 0,-1 1 0,2 0 0,0-1 0,-2 1 0,2-1 0,-3 1 0,3-1 0,-3 1 0,3 0 0,-3-1 0,0 1 0,0-1 0,3-2 0,-2 2 0,2-3 0,-3 4 0,3 0 0,-3-1 0,6-2 0,-5 2 0,2-3 0,0 4 0,1-1 0,2 1 0,-2 0 0,2-4 0,-6 3 0,3-2 0,0 2 0,1-2 0,-1 2 0,3-3 0,-5 4 0,5-3 0,-5 1 0,2-1 0,-1 3 0,-1-1 0,2 1 0,0-1 0,-2 1 0,2 0 0,-3-1 0,0 1 0,0-1 0,0 1 0,0-1 0,0 1 0,0 0 0,0-1 0,0 1 0,0-1 0,0 1 0,0-1 0,0 1 0,0 0 0,0-1 0,-3-2 0,2 2 0,-2-3 0,0 4 0,2-1 0,-2 1 0,0 0 0,3-1 0,-3 1 0,3-1 0,-3 4 0,2-3 0,-5 3 0,5-4 0,-2 4 0,3-3 0,0 2 0,-2-5 0,1 2 0,-2-2 0,3 2 0,0 1 0,0-1 0,-3 1 0,2-1 0,-2 1 0,3 0 0,0-1 0,0 1 0,0-1 0,0 1 0,-3-1 0,3 1 0,-3 0 0,3-1 0,0 1 0,0-1 0,0 1 0,0-1 0,-3 7 0,2-5 0,-2 4 0,3-5 0,0 2 0,-3-1 0,2 1 0,-2 1 0,3-3 0,0 2 0,0-2 0,0 0 0,0-1 0,-3 1 0,3-1 0,-3 1 0,3-1 0,0 4 0,0-3 0,0 3 0,0-4 0,0 1 0,0 0 0,0-1 0,0 1 0,0-1 0,0 1 0,-3-1 0,2 1 0,-2 0 0,3-1 0,0 1 0,0-1 0,0 1 0,3-1 0,-2 1 0,2 0 0,-3-1 0,0 1 0,3-1 0,-3 1 0,6-4 0,-5 3 0,2-2 0,-3 3 0,3-1 0,-3 1 0,3-1 0,0 1 0,-2-1 0,2 1 0,0-3 0,-2 1 0,4 2 0,-4 0 0,2 3 0,0-7 0,-2 3 0,2-2 0,-3 3 0,0-1 0,3 4 0,-3-3 0,6 2 0,-5-2 0,5-3 0,-6 1 0,6-1 0,-2 0 0,-6-16 0,3 5 0,-7-11 0,6 11 0,0 1 0,6-19 0,-2 14 0,3-13 0,-4 17 0,0 4 0,-2-3 0,4 2 0,-1-3 0,3 1 0,-4-1 0,3 3 0,-2-4 0,2 6 0,-2-7 0,2 6 0,-2-4 0,-1 0 0,3 4 0,-5-3 0,5 2 0,-6-3 0,6 4 0,-5-3 0,8 2 0,-5-6 0,3 3 0,-2 0 0,-1-1 0,3 3 0,-4-4 0,0 2 0,0 0 0,1 1 0,-1-1 0,3 1 0,-5-1 0,5 0 0,-2-2 0,2 1 0,-2-1 0,2 2 0,-6 0 0,6 1 0,-2-1 0,-1 1 0,3-1 0,-2 0 0,0 1 0,1-1 0,-4 0 0,5 1 0,-5-1 0,5 0 0,-6 1 0,6-1 0,-5 1 0,5-1 0,-6 0 0,6 1 0,-2-1 0,0 0 0,-1 1 0,-1 2 0,-1-2 0,2 2 0,0-2 0,1-1 0,-1 1 0,3-1 0,-5 0 0,5 1 0,-6-1 0,6 3 0,-5-2 0,5 3 0,-5-4 0,4 0 0,-4 1 0,5-1 0,-5 1 0,5 2 0,-6-2 0,3 2 0,0-2 0,-2-1 0,5 0 0,-6 1 0,6-1 0,-5 0 0,2 1 0,0 2 0,-2-2 0,2 3 0,-1-4 0,-1 0 0,5 4 0,-5-3 0,2 2 0,0-3 0,-3 1 0,6 2 0,-5-2 0,2 2 0,0-2 0,0-1 0,1 1 0,2 2 0,-5-2 0,4 5 0,-1-5 0,0 3 0,-1-4 0,0 3 0,-3-2 0,6 3 0,-2-4 0,-1 0 0,6-8 0,-4 9 0,1-9 0,0 15 0,-5-6 0,8 5 0,-5-5 0,5 5 0,-2-2 0,-3 0 0,1 3 0,-1-3 0,3 3 0,-1 0 0,-2 3 0,-1 3 0,-3 2 0,0 1 0,0-2 0,0-1 0,0 1 0,0-1 0,0 1 0,0-1 0,0 1 0,0 0 0,3 20 0,-2-16 0,1 16 0,-2-20 0,0-1 0,0 1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5:27.783"/>
    </inkml:context>
    <inkml:brush xml:id="br0">
      <inkml:brushProperty name="width" value="0.2" units="cm"/>
      <inkml:brushProperty name="height" value="1.2" units="cm"/>
      <inkml:brushProperty name="color" value="#008C3A"/>
      <inkml:brushProperty name="inkEffects" value="pencil"/>
    </inkml:brush>
  </inkml:definitions>
  <inkml:trace contextRef="#ctx0" brushRef="#br0">73 1 16383,'0'17'0,"0"-1"0,0-10 0,0 1 0,0-1 0,0 1 0,0 8 0,0-6 0,0 6 0,-3-8 0,2 0 0,-1 2 0,-1-5 0,2 5 0,-2-5 0,3 2 0,-3 1 0,2 0 0,-2 2 0,3-2 0,0 3 0,0-4 0,0 1 0,0 0 0,0-1 0,-3 1 0,3-1 0,-3 1 0,3-1 0,0 1 0,-3-3 0,2 1 0,-2-1 0,3 3 0,0-1 0,0 1 0,0-1 0,0 1 0,-3 0 0,2-1 0,-2 1 0,3-1 0,0 1 0,0-1 0,0 1 0,0 0 0,0-1 0,0 1 0,0-1 0,0 1 0,0-1 0,0 1 0,0 0 0,-3-4 0,-6 0 0,4-6 0,-4 5 0,6 2 0,2 3 0,-2 3 0,3-7 0,0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5:30.156"/>
    </inkml:context>
    <inkml:brush xml:id="br0">
      <inkml:brushProperty name="width" value="0.2" units="cm"/>
      <inkml:brushProperty name="height" value="1.2" units="cm"/>
      <inkml:brushProperty name="color" value="#008C3A"/>
      <inkml:brushProperty name="inkEffects" value="pencil"/>
    </inkml:brush>
  </inkml:definitions>
  <inkml:trace contextRef="#ctx0" brushRef="#br0">883 1 16383,'-18'0'0,"2"0"0,10 0 0,2 3 0,-2-3 0,3 3 0,-4 0 0,0-2 0,4 5 0,-3-5 0,2 1 0,-3 1 0,1-2 0,-1 5 0,-8 0 0,9 2 0,-9-2 0,11-3 0,1 0 0,-3 1 0,2 0 0,-6 4 0,3-3 0,-3 4 0,4-2 0,-1-4 0,3 3 0,-1-2 0,1 2 0,-6 4 0,3-3 0,0 3 0,1-7 0,6 3 0,-6-5 0,2 5 0,0-3 0,-2 4 0,6 0 0,-6-4 0,2 6 0,-2-5 0,-1 6 0,3-4 0,-2-2 0,6 2 0,-6-5 0,2 7 0,-3-6 0,4 7 0,0-6 0,0 1 0,-1 5 0,-3-5 0,4 6 0,-3-4 0,2-2 0,0 2 0,2-3 0,-4 4 0,4-1 0,-7-2 0,9 2 0,-6-5 0,5 7 0,-8 0 0,5 2 0,-3-1 0,1-5 0,5 2 0,-2-2 0,0 2 0,0 1 0,-1-1 0,-2-2 0,5 2 0,-4-5 0,1 7 0,0-3 0,-2 4 0,6-2 0,-6-1 0,5 1 0,-5-3 0,5 1 0,-5-1 0,6 3 0,-6 2 0,5-2 0,-2 3 0,0-4 0,2 4 0,-2-3 0,1 3 0,1-1 0,-5-1 0,5 1 0,-2-2 0,3-1 0,0 1 0,0-1 0,0 1 0,0 2 0,0-1 0,0 1 0,-3-5 0,2 2 0,-1-3 0,2 4 0,0 0 0,0-1 0,0 1 0,-3-1 0,2 1 0,-2-1 0,0-2 0,2 2 0,-2-2 0,3 2 0,-3 1 0,3-1 0,-6 1 0,5-1 0,-2 1 0,0-3 0,-1 1 0,1-1 0,-3 0 0,5 2 0,-5 0 0,2-1 0,1 3 0,-3-7 0,5 5 0,-5-2 0,6 2 0,-6-2 0,5 2 0,-5-6 0,2 9 0,1-5 0,-3 6 0,2-6 0,0 1 0,1-1 0,0 0 0,0 5 0,-1-5 0,-2 2 0,5 0 0,-4-2 0,4 3 0,-2-1 0,3 1 0,0-1 0,-3 1 0,2-1 0,-2 1 0,3 0 0,0-1 0,-3-2 0,3 2 0,-3-3 0,3 4 0,0-1 0,-3-2 0,2 2 0,-2-2 0,3 2 0,-3 1 0,2-1 0,-5-2 0,6 2 0,-3-3 0,0 4 0,2 0 0,-2-1 0,0-2 0,2 2 0,-2-3 0,0 4 0,3-1 0,-6 1 0,5 0 0,-5-4 0,5 3 0,-2-2 0,1 2 0,1 1 0,-2-1 0,0 1 0,2 0 0,-5 2 0,6-2 0,-3 3 0,3-4 0,-3-2 0,2 2 0,-2-2 0,3 2 0,-3 7 0,-1-5 0,1 4 0,0-5 0,3-1 0,-3 1 0,2-1 0,-2 1 0,3 5 0,-3-4 0,2 5 0,-2-7 0,3 4 0,0-3 0,0 3 0,0-4 0,-3-2 0,3 2 0,-3 0 0,3 2 0,0 1 0,0-2 0,0-1 0,0 1 0,0-1 0,0 1 0,-3 2 0,2-1 0,-2 1 0,3-2 0,0-1 0,0 1 0,0 2 0,0-1 0,0 1 0,0-2 0,0-1 0,0 1 0,-3 2 0,2-1 0,-2 1 0,3-2 0,0-1 0,0 1 0,0 0 0,0-1 0,0 1 0,0-1 0,0 1 0,0-1 0,0 1 0,0 0 0,0-1 0,0 1 0,0-1 0,0 1 0,0-1 0,0 4 0,0-3 0,0 3 0,0-4 0,0 1 0,0-1 0,0 1 0,0 0 0,0-1 0,0 4 0,0-3 0,0 2 0,0-2 0,0 0 0,0-1 0,0 1 0,0-1 0,0 1 0,0-1 0,0 7 0,0-5 0,0 4 0,0-5 0,-2-1 0,1 1 0,-2 0 0,3-1 0,0 1 0,0-1 0,0 4 0,0-3 0,0 3 0,0-4 0,-3 1 0,2-1 0,-2 1 0,3-1 0,-3 1 0,3 2 0,-3-1 0,3 1 0,0-2 0,-3-1 0,2 1 0,-2 0 0,0-1 0,2 1 0,-2-1 0,0-2 0,3 2 0,-3-3 0,0 4 0,-1 2 0,0-1 0,1 1 0,0-2 0,3-1 0,-6-2 0,5 2 0,-5 1 0,5 0 0,-2 2 0,1-2 0,1-1 0,-5 1 0,5 0 0,-2-1 0,3 1 0,0-1 0,-3 1 0,3-1 0,-6 1 0,5 0 0,-2-1 0,3 1 0,0-1 0,-3-2 0,2 2 0,-2-3 0,3 4 0,0 0 0,0-1 0,-3 1 0,3 2 0,-3-1 0,3 1 0,0-2 0,0-1 0,0 1 0,0-1 0,0 4 0,0-3 0,0 3 0,0-4 0,0 1 0,0-1 0,0 1 0,0-1 0,0 1 0,0 3 0,-3-3 0,2 2 0,-2-2 0,3-1 0,0 1 0,0 0 0,0-1 0,0 1 0,0-1 0,0 1 0,0-1 0,0 1 0,0 0 0,0-1 0,0 1 0,3-4 0,1 3 0,-1-2 0,0 3 0,0-4 0,1 0 0,2-3 0,1 0 0,-1 0 0,1 0 0,-3-3 0,2-1 0,-6-5 0,6 4 0,-5-3 0,2 4 0,0-3 0,-3 1 0,3 2 0,-3 1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5:31.727"/>
    </inkml:context>
    <inkml:brush xml:id="br0">
      <inkml:brushProperty name="width" value="0.2" units="cm"/>
      <inkml:brushProperty name="height" value="1.2" units="cm"/>
      <inkml:brushProperty name="color" value="#008C3A"/>
      <inkml:brushProperty name="inkEffects" value="pencil"/>
    </inkml:brush>
  </inkml:definitions>
  <inkml:trace contextRef="#ctx0" brushRef="#br0">0 0 16383,'18'0'0,"-3"0"0,-8 0 0,-1 0 0,1 3 0,5 1 0,-4 3 0,5-4 0,-10 3 0,9 4 0,-7-2 0,8 4 0,-7-5 0,-2-1 0,2 1 0,-3-1 0,10 10 0,-8-8 0,7 5 0,-12-7 0,6-3 0,-5 4 0,5 0 0,-3-1 0,4 1 0,0-1 0,8 15 0,-9-10 0,8 10 0,-10-12 0,3-1 0,-4 1 0,3-2 0,-2-1 0,-1 4 0,6-3 0,-7 3 0,6-1 0,2 7 0,-2-4 0,4 6 0,-5-11 0,-1 3 0,1-1 0,3 4 0,-3 1 0,5-1 0,-4 0 0,1-3 0,-2 0 0,2 3 0,-2-3 0,12 12 0,-11-7 0,8 7 0,-7-9 0,-1-2 0,1 1 0,1-2 0,-3 3 0,2-2 0,1 1 0,-3-2 0,3 3 0,-1 0 0,-2-2 0,12 13 0,-8-14 0,5 14 0,-6-14 0,-4 3 0,1-2 0,0 1 0,2-5 0,-2 6 0,3-6 0,-4 6 0,4-6 0,-6 5 0,8-2 0,-8 1 0,12 7 0,-11-6 0,7 4 0,-9-4 0,4-5 0,-1 3 0,4 2 0,-6-4 0,5 8 0,-5-9 0,-1 2 0,3-2 0,-2 3 0,2-3 0,4 11 0,-3-9 0,3 9 0,-7-11 0,3 3 0,-5-3 0,8 2 0,-8-2 0,8 3 0,-8-4 0,4 4 0,-1-3 0,0 3 0,2-4 0,0 7 0,-1-5 0,3 4 0,-7-5 0,5 2 0,-2-2 0,-1 3 0,3-3 0,-2-1 0,2 1 0,-2-1 0,2 1 0,-6-1 0,3 1 0,3 2 0,-4-1 0,6-2 0,-7 0 0,5-2 0,-5 2 0,5-2 0,-6 2 0,3-2 0,0 2 0,1 1 0,-1 2 0,3-4 0,-5 3 0,2-4 0,0 0 0,-2 4 0,2-3 0,-1 1 0,-1 0 0,2-2 0,-3 2 0,3 1 0,-2 0 0,2 2 0,-3-2 0,3 3 0,-3-4 0,3 1 0,-3 0 0,0-1 0,0 1 0,0-1 0,0 1 0,0-1 0,0 1 0,0 0 0,3-1 0,-2 1 0,2-1 0,-3 1 0,0-1 0,0 1 0,3 3 0,-3-3 0,3 2 0,-3-2 0,3-3 0,-2 1 0,2-1 0,-3 3 0,3 2 0,-2-2 0,2 3 0,-3-4 0,0 1 0,2-3 0,-1 2 0,2-3 0,-3 4 0,0-1 0,0 1 0,3-3 0,-2 1 0,2-1 0,-3 3 0,3-1 0,-3 1 0,3-1 0,-3 1 0,0 2 0,0-1 0,0 1 0,3-2 0,-2-1 0,2 1 0,-3-1 0,3 1 0,-3 0 0,3-1 0,0 7 0,-2-5 0,2 4 0,-3-5 0,3-1 0,-2 1 0,2-1 0,-3 1 0,2-3 0,-1 1 0,2-1 0,-3 3 0,0-1 0,0 1 0,3-1 0,-2 1 0,2-1 0,-3 1 0,3-3 0,-3 2 0,3-3 0,-3 4 0,0-1 0,0 1 0,0 0 0,0-1 0,0 1 0,0-1 0,0 1 0,0-1 0,0 1 0,3-3 0,-2 1 0,2-1 0,-3 3 0,0-1 0,0 1 0,3-4 0,0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5:41.576"/>
    </inkml:context>
    <inkml:brush xml:id="br0">
      <inkml:brushProperty name="width" value="0.2" units="cm"/>
      <inkml:brushProperty name="height" value="1.2" units="cm"/>
      <inkml:brushProperty name="color" value="#008C3A"/>
      <inkml:brushProperty name="inkEffects" value="pencil"/>
    </inkml:brush>
  </inkml:definitions>
  <inkml:trace contextRef="#ctx0" brushRef="#br0">2169 266 16383,'-18'0'0,"3"0"0,8 0 0,1 0 0,-1 0 0,-3 0 0,3 0 0,-3-3 0,4 2 0,-1-2 0,-2 0 0,1 2 0,-1-2 0,-16 0 0,14 0 0,-16-1 0,20 1 0,-3 3 0,0-3 0,3 2 0,-6-4 0,-3 4 0,5-5 0,-11 5 0,14-2 0,-4 0 0,5 3 0,-3-3 0,3 3 0,-5-3 0,1 2 0,1-2 0,0 0 0,-5 2 0,6-5 0,-6 6 0,5-3 0,3 3 0,-3-3 0,1 2 0,1-2 0,-1 3 0,2-3 0,-5 2 0,1-2 0,-3 3 0,2-3 0,1 3 0,-2-3 0,3 0 0,-3 2 0,6-2 0,-5 3 0,4-3 0,-4 2 0,1-1 0,1 2 0,1-3 0,-7 2 0,7-2 0,-9 0 0,8 2 0,-6-2 0,2 0 0,-5 3 0,5-3 0,-3 0 0,7 2 0,-2-2 0,1 0 0,1 2 0,-2-2 0,1 3 0,-2-3 0,0 3 0,3-3 0,-19 0 0,15 2 0,-15-2 0,16 0 0,2 2 0,-8-2 0,10 3 0,-11-3 0,10 3 0,-3-3 0,-6 3 0,4 0 0,-1 0 0,3-3 0,-3 2 0,4-5 0,-13 5 0,16-1 0,-11 2 0,10 0 0,-3 0 0,3-3 0,-3 2 0,-4-2 0,5 3 0,-8 0 0,10-3 0,-3 2 0,2-2 0,-13 0 0,11 3 0,-15-3 0,14 0 0,-2 2 0,3-2 0,0 3 0,2 0 0,-1 0 0,2 0 0,-1-3 0,-1 2 0,2-2 0,-4 3 0,-8 0 0,10 0 0,-12-3 0,13 3 0,-6-3 0,7 3 0,-2 0 0,4 0 0,-4-3 0,-4 2 0,4-2 0,-7 3 0,3-3 0,4 2 0,-12-2 0,12 3 0,-4-3 0,7 3 0,2-3 0,0 3 0,-5 0 0,1 0 0,-5 0 0,5 0 0,-1 0 0,5 0 0,-3 0 0,3-3 0,1 2 0,-1-2 0,0 3 0,-2 0 0,1 0 0,-7 0 0,7 0 0,-5 0 0,7 0 0,-1 0 0,0 0 0,1 0 0,-4 0 0,3 0 0,-3 0 0,4 0 0,-1 0 0,-3 0 0,3 0 0,-3 0 0,4 0 0,-1 0 0,0 0 0,1 0 0,2-3 0,-2 2 0,3-1 0,-4 2 0,0 0 0,1 0 0,-1 0 0,0 0 0,1 0 0,-1 0 0,0 0 0,4-3 0,-3 2 0,-7-5 0,7 5 0,-5-2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5:43.454"/>
    </inkml:context>
    <inkml:brush xml:id="br0">
      <inkml:brushProperty name="width" value="0.2" units="cm"/>
      <inkml:brushProperty name="height" value="1.2" units="cm"/>
      <inkml:brushProperty name="color" value="#008C3A"/>
      <inkml:brushProperty name="inkEffects" value="pencil"/>
    </inkml:brush>
  </inkml:definitions>
  <inkml:trace contextRef="#ctx0" brushRef="#br0">1 243 16383,'14'-10'0,"-2"3"0,-5 4 0,-1 0 0,1 2 0,-1-2 0,1 3 0,-3-2 0,4 1 0,0-5 0,5 5 0,-3-2 0,32-3 0,-25 2 0,25-3 0,-28 4 0,-1 0 0,0 3 0,0-3 0,0 3 0,7-5 0,14 0 0,-3 0 0,9 0 0,-12 1 0,-6 3 0,5-4 0,-5 5 0,7-4 0,-7 3 0,20-3 0,-17 4 0,12-3 0,-10 2 0,9-2 0,56-8 0,-20 8 0,-17-6 0,-4 0 0,-4 7 0,-4-4 0,1-1 0,3 5 0,41-5 0,-34 3 0,17 3 0,-42-3 0,29 4 0,12-2 0,5-1 0,25-5 0,-19 6 0,-6-2 0,-28-3 0,10 7 0,-10 0 0,15 0 0,-15 0 0,25 0 0,-22 0 0,26-6 0,-29 4 0,25-5 0,-20 7 0,1 0 0,37 0 0,-31 1 0,-2-2 0,4-6 0,1 6 0,-1-6 0,0 7 0,1 0 0,-1 0 0,0 0 0,1 0 0,-1 0 0,0 0 0,1 0 0,-5 0 0,2 0 0,16 0 0,-16 0 0,-2 0 0,-10-5 0,25 4 0,-36-3 0,36 4 0,-39 0 0,25 0 0,-11 0 0,0 0 0,10 0 0,-24 0 0,10 0 0,1 0 0,1 0 0,2 0 0,9 0 0,-23 0 0,10 0 0,0 0 0,-17 0 0,16 0 0,-20 0 0,7 0 0,0 0 0,-7 0 0,5 0 0,-5 0 0,0 0 0,5 0 0,-12 0 0,12 4 0,-12-3 0,5 4 0,-7-5 0,0 0 0,1 0 0,-1 0 0,0 0 0,0 0 0,0 0 0,-3 0 0,3 0 0,-3 0 0,0 0 0,0 0 0,2 0 0,-4 0 0,5 0 0,-7 0 0,1 0 0,-1 0 0,1 0 0,0 0 0,-1 0 0,1 0 0,-1 0 0,1 0 0,-1 0 0,1 0 0,0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6:25:45.405"/>
    </inkml:context>
    <inkml:brush xml:id="br0">
      <inkml:brushProperty name="width" value="0.2" units="cm"/>
      <inkml:brushProperty name="height" value="1.2" units="cm"/>
      <inkml:brushProperty name="color" value="#008C3A"/>
      <inkml:brushProperty name="inkEffects" value="pencil"/>
    </inkml:brush>
  </inkml:definitions>
  <inkml:trace contextRef="#ctx0" brushRef="#br0">1 0 16383,'14'14'0,"-2"-5"0,-5-3 0,-1-5 0,1 5 0,0-5 0,-1 4 0,1-1 0,-1 0 0,1 2 0,-1-3 0,4 1 0,-3 2 0,3-6 0,-1 6 0,49 17 0,-33-12 0,37 15 0,-49-20 0,7 2 0,-5-1 0,5 1 0,-7-1 0,7 0 0,20 11 0,-7-11 0,14 10 0,-18-7 0,-7-3 0,5 5 0,-5-6 0,13 6 0,10 1 0,-14-1 0,11 0 0,-20-4 0,45 11 0,-28-8 0,29 8 0,-39-10 0,14 3 0,-10-1 0,10 1 0,0 0 0,-10-2 0,10 3 0,1-8 0,-12 4 0,12-4 0,38 16 0,-11-5 0,18 6 0,-31-13 0,-29 0 0,29 0 0,-22 2 0,13-2 0,1 0 0,-10 1 0,45 0 0,-38 1 0,0-10 0,11 13 0,29-4 0,-16 6 0,-19-11 0,-2 0 0,-3 6 0,11-10 0,-11 10 0,0-9 0,-4 5 0,0-1 0,-10-4 0,25 5 0,-26-3 0,12-3 0,-1 10 0,-17-9 0,55 9 0,-49-10 0,52 3 0,-58-4 0,15 0 0,-19 0 0,7 0 0,0 0 0,-7 0 0,5 5 0,-5-4 0,0 3 0,5-4 0,-12 0 0,18 0 0,-16 0 0,9 0 0,-13 0 0,0 0 0,0 0 0,0 0 0,1 0 0,-1 0 0,3 0 0,-2 0 0,2 0 0,-6 0 0,2 0 0,-4 0 0,10 0 0,-9 0 0,6 0 0,-5 0 0,-3 0 0,2-3 0,-2 2 0,-1-1 0,1 2 0,0 0 0,-1 0 0,1 0 0,-1 0 0,-2-3 0,5 2 0,-5-2 0,6 3 0,-4 0 0,-2-3 0,2 2 0,-3-2 0,4 3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07:00.481"/>
    </inkml:context>
    <inkml:brush xml:id="br0">
      <inkml:brushProperty name="width" value="0.2" units="cm"/>
      <inkml:brushProperty name="height" value="1.2" units="cm"/>
      <inkml:brushProperty name="color" value="#F6630D"/>
      <inkml:brushProperty name="inkEffects" value="pencil"/>
    </inkml:brush>
  </inkml:definitions>
  <inkml:trace contextRef="#ctx0" brushRef="#br0">35 331 16383,'0'15'0,"0"-2"0,0-6 0,0 0 0,0 0 0,0 0 0,0 0 0,0 0 0,0 0 0,0 0 0,0 0 0,0 0 0,0 0 0,0 0 0,0 0 0,0 0 0,0 0 0,0 0 0,0 3 0,0-3 0,3 3 0,-2-3 0,2 3 0,-3 4 0,0-2 0,0 4 0,0-8 0,0 5 0,0-2 0,0 3 0,0-3 0,3 2 0,-2-2 0,2 3 0,-3 0 0,0 0 0,0 0 0,0 0 0,0 0 0,0 6 0,0-5 0,0 5 0,0-6 0,0 8 0,0-7 0,0 7 0,0-8 0,0 7 0,0-5 0,0 6 0,0-9 0,0 9 0,0-6 0,0 13 0,0-14 0,0 14 0,0-13 0,0 6 0,0-1 0,0-5 0,0 13 0,0-6 0,0 0 0,0-1 0,0-8 0,0 7 0,0-5 0,0 13 0,0-13 0,0 12 0,0-12 0,0 13 0,0-13 0,0 5 0,0 1 0,0-6 0,0 5 0,0 1 0,0-7 0,0 7 0,0-8 0,0 7 0,0-5 0,0 5 0,0 1 0,0-6 0,0 5 0,0-7 0,0 10 0,0 1 0,0 1 0,0-5 0,0-7 0,0 0 0,0 0 0,0 8 0,0-7 0,0 7 0,0-8 0,0 0 0,0 0 0,0 0 0,0 0 0,0 0 0,0-1 0,0 1 0,0 0 0,0 0 0,0 0 0,0 0 0,0 0 0,0 0 0,0 0 0,0 0 0,0 7 0,0-8 0,0 8 0,0-3 0,0-5 0,0 7 0,-3-9 0,2 3 0,-2 0 0,3 0 0,0 0 0,0 0 0,0 0 0,0 0 0,0 0 0,0 0 0,0 0 0,0-3 0,0 2 0,0 5 0,0-5 0,0 7 0,0-9 0,0 9 0,0-4 0,0 1 0,0-4 0,0-2 0,0 3 0,0 0 0,0 0 0,0-3 0,0 2 0,0-2 0,0 3 0,0-4 0,0 4 0,0-4 0,0 1 0,0 9 0,0-8 0,0 5 0,0-4 0,3-5 0,-2 5 0,2-5 0,-3 5 0,0-5 0,0 5 0,0-5 0,0 2 0,0-3 0,3 3 0,-2-2 0,2 5 0,-3-5 0,0 2 0,3-3 0,-2 0 0,2 0 0,-3 0 0,0-1 0,3 1 0,-2 0 0,2 4 0,-3-4 0,3 3 0,-2-3 0,2 0 0,-3 3 0,3-2 0,-2 2 0,2-3 0,-3 0 0,3 0 0,-2 0 0,2 0 0,-3 0 0,0 0 0,3-3 0,-3 2 0,4-2 0,-4 3 0,0 0 0,0 0 0,3-3 0,1-1 0,3-3 0,0 0 0,-1 0 0,1 0 0,0 0 0,0 0 0,3-3 0,-2 2 0,2-2 0,-3 3 0,0 0 0,0 0 0,0 0 0,0 0 0,0 0 0,0 0 0,0 0 0,0-3 0,12 2 0,-9-2 0,13 3 0,-15 0 0,5 0 0,-5 0 0,5 0 0,-5-3 0,5 2 0,-6-2 0,7 3 0,-7 0 0,7 0 0,-7 0 0,17 0 0,-11 0 0,12 0 0,-14 0 0,2 0 0,-2 0 0,3-3 0,0 2 0,0-2 0,-3 3 0,2 0 0,-2 0 0,3 0 0,-1 0 0,1 0 0,-3 0 0,9 0 0,-8-3 0,8 2 0,-6-2 0,0 3 0,0 0 0,0 0 0,-3 0 0,2 0 0,-2-4 0,3 4 0,0-3 0,0 3 0,0 0 0,0 0 0,6 0 0,-5-4 0,5 4 0,-6-3 0,-3 3 0,2 0 0,6 0 0,-4-4 0,4 4 0,1-4 0,-10 4 0,11 0 0,-3-4 0,-5 3 0,7-4 0,-9 5 0,3 0 0,0 0 0,0 0 0,0 0 0,-3 0 0,2 0 0,-2-3 0,3 2 0,0-2 0,0 3 0,0 0 0,-4 0 0,4 0 0,-4 0 0,4 0 0,0 0 0,0 0 0,11 0 0,-12 0 0,11 0 0,-13 0 0,3 0 0,0 0 0,0 0 0,-3 0 0,2 0 0,-2 0 0,3 0 0,-1 0 0,1 0 0,-3 0 0,2 0 0,4 0 0,-1 0 0,1 0 0,-4 0 0,-2 0 0,3 0 0,0 0 0,-3 0 0,2 0 0,-2 0 0,0 0 0,2 0 0,-5 0 0,5 0 0,-2 0 0,2 0 0,5 0 0,-7 0 0,5 0 0,-5 0 0,0 0 0,2 0 0,-2 0 0,3 0 0,0 0 0,-3 0 0,2 0 0,-2 0 0,0 0 0,2 0 0,-2 0 0,0 0 0,-1 0 0,0 0 0,1 0 0,-1 0 0,4 0 0,-4 0 0,1 0 0,2 0 0,-5 0 0,5 0 0,-5-3 0,5 2 0,-5-2 0,2 3 0,0 0 0,1 0 0,6 0 0,-2 0 0,-1 0 0,-1 0 0,-5 0 0,5-3 0,-5 2 0,2-2 0,0 3 0,-3 0 0,3 0 0,1 0 0,-4 0 0,6 0 0,-5 0 0,2 0 0,3 0 0,-4 0 0,7 0 0,-8 0 0,2 0 0,0 0 0,-2 0 0,5 0 0,-5 0 0,2 0 0,-3 0 0,3 0 0,-2 0 0,2 0 0,0 0 0,-2 0 0,2 0 0,-3 0 0,3-3 0,-3 2 0,3-2 0,-3 3 0,4 0 0,-1 0 0,1 0 0,-1 0 0,-3 0 0,3 0 0,-2 0 0,2 0 0,-3 0 0,6 0 0,-4 0 0,4 0 0,-6 0 0,0 0 0,3 0 0,-2 0 0,2 0 0,-3 0 0,0 0 0,3 0 0,-2 0 0,2 0 0,-3 0 0,0 0 0,3 0 0,1 0 0,2 0 0,-2 0 0,-1 0 0,-3 0 0,3 3 0,-2-2 0,2 2 0,-3-3 0,3 0 0,-2 0 0,2 0 0,-3 0 0,0 0 0,3 0 0,-2 0 0,17 3 0,-11-2 0,10 2 0,-14-3 0,0 0 0,-3 0 0,4 0 0,-4 0 0,3 0 0,-3 0 0,3 0 0,1 0 0,15 0 0,-11 0 0,10 0 0,-15 0 0,-2 0 0,2 0 0,0 0 0,-2 0 0,2 0 0,-3 0 0,3 0 0,-2 0 0,17 0 0,-14 0 0,12 0 0,-16 0 0,0 0 0,-1 0 0,1 0 0,0 0 0,0 0 0,0 0 0,0 0 0,0 0 0,0 0 0,13 0 0,-10 0 0,9 0 0,-12 3 0,0-2 0,0 2 0,0-3 0,0 0 0,0 0 0,0 0 0,0 0 0,0 0 0,12 0 0,-6 0 0,8 0 0,-11 0 0,-3 0 0,0 0 0,0 0 0,-1 0 0,1 0 0,0 0 0,3 0 0,-2 0 0,2 0 0,-3 0 0,0 0 0,0 0 0,0 0 0,0 0 0,0 0 0,0 0 0,0 0 0,0 0 0,3 0 0,-2 0 0,2 0 0,-3 0 0,0 0 0,0 0 0,0 0 0,0 0 0,0 0 0,0 0 0,0 0 0,0 0 0,0 0 0,0 0 0,0 0 0,0 0 0,0 0 0,0 0 0,-4-3 0,4 2 0,-4-2 0,4 3 0,0 0 0,3 0 0,-2 0 0,2 0 0,-3-3 0,0 2 0,0-2 0,0 3 0,0 0 0,0 0 0,0 0 0,0 0 0,0 0 0,3 0 0,-2-3 0,2 2 0,-3-2 0,0 3 0,0 0 0,0 0 0,0 0 0,0 0 0,0 0 0,0 0 0,0 0 0,0 0 0,-3-3 0,5 2 0,-5-2 0,7 3 0,-4 0 0,0 0 0,-1 0 0,1 0 0,0 0 0,0 0 0,0 0 0,0 0 0,0 0 0,0 0 0,0-3 0,0 2 0,0-2 0,0 3 0,0 0 0,-3-3 0,2 2 0,-2-2 0,3 3 0,0 0 0,0-3 0,0 2 0,0-2 0,0 3 0,-3-3 0,2 2 0,-2-2 0,3-1 0,0 4 0,0-3 0,0 3 0,0-4 0,0 4 0,0-3 0,-3-1 0,2 4 0,-2-7 0,3 7 0,0-4 0,-4 1 0,4 3 0,-4-4 0,4 1 0,0 3 0,-3-7 0,3 6 0,-7-5 0,6 5 0,-5-5 0,5 5 0,-5-5 0,2 2 0,0-3 0,-2 0 0,2 0 0,-3 0 0,0 0 0,3 3 0,-2-2 0,2 2 0,-3-3 0,0 0 0,0 0 0,0 0 0,0 0 0,0-7 0,0 6 0,0-5 0,0 6 0,0-1 0,0 1 0,0-9 0,0 7 0,0-8 0,0 10 0,0 0 0,0 0 0,3 3 0,-2-2 0,2 2 0,-3-3 0,0 0 0,3-3 0,-2 2 0,2-2 0,-3 3 0,0 0 0,0 0 0,0 0 0,0 0 0,0 0 0,0-1 0,0 1 0,0-3 0,0 2 0,0-2 0,0 3 0,0 0 0,0 0 0,0 0 0,0 0 0,0 0 0,0-3 0,0 2 0,0-2 0,0 3 0,0 0 0,0-3 0,0 2 0,0-2 0,0 3 0,0 0 0,0-3 0,0 2 0,0-2 0,0-1 0,0 4 0,0-4 0,0 4 0,0 0 0,0 0 0,0 0 0,0 0 0,0 0 0,0 0 0,0 0 0,0 0 0,0 0 0,0 0 0,0 0 0,0 0 0,0 0 0,0 0 0,0 0 0,0 0 0,0 0 0,0-3 0,0-1 0,0 0 0,0 1 0,0 3 0,0 0 0,0-1 0,0 1 0,0 0 0,0 0 0,0 0 0,0 0 0,0 0 0,0 0 0,0-3 0,0 2 0,0-5 0,0 5 0,0-2 0,0 3 0,0 0 0,0-3 0,0 2 0,0-2 0,0 3 0,0 0 0,0 0 0,0-3 0,0 2 0,0-2 0,0 3 0,3 0 0,-2 0 0,2-4 0,-3 4 0,0-4 0,0 4 0,0 0 0,0-3 0,0 2 0,0-2 0,0 3 0,0 0 0,0 0 0,3 0 0,-2 0 0,2 0 0,-3 0 0,0-3 0,0 2 0,0-2 0,0 3 0,0 0 0,0 0 0,0 0 0,0 0 0,0 0 0,0 0 0,0 0 0,0-1 0,0 1 0,0 0 0,0 0 0,0 0 0,0 0 0,0 0 0,0 0 0,0 0 0,0 0 0,0 0 0,0 0 0,0 0 0,0 0 0,0 0 0,0-3 0,0 2 0,0-2 0,0 3 0,0 0 0,0 0 0,0-3 0,0 2 0,0-2 0,0 3 0,0 0 0,0 0 0,0-1 0,0 1 0,0 0 0,0 0 0,0 0 0,0 0 0,0 0 0,0-3 0,0 2 0,0-5 0,0 5 0,0-5 0,0 5 0,0-2 0,0 3 0,0 0 0,0 0 0,0 0 0,0 0 0,0-3 0,0 2 0,0-2 0,0 0 0,0-11 0,0 8 0,0-7 0,0 13 0,0 0 0,0 0 0,0 0 0,0 0 0,0 0 0,0 0 0,0 0 0,0 0 0,0 0 0,0-12 0,0 8 0,0-8 0,0 12 0,0 0 0,0 0 0,0 0 0,0 0 0,-3 0 0,2 0 0,-2 0 0,3 0 0,0-13 0,-3 10 0,2-10 0,-2 13 0,3 0 0,0 0 0,0 0 0,0 0 0,0 0 0,0 0 0,0-3 0,0 2 0,-3-15 0,2 13 0,-2-9 0,3 12 0,0 0 0,-3 0 0,2-1 0,-2 1 0,3 0 0,0 0 0,-3 0 0,2 0 0,-2-6 0,3 4 0,0-4 0,0 6 0,0 0 0,0 0 0,0 0 0,0-3 0,-3 2 0,2-2 0,-2 3 0,3 0 0,-3-13 0,2 10 0,-2-9 0,0 11 0,2 1 0,-2 0 0,3 0 0,0 0 0,0 0 0,0-3 0,0-7 0,-3 4 0,2-3 0,-2 9 0,3 0 0,0 0 0,-3 0 0,2 0 0,-2 0 0,3-7 0,0 6 0,0-5 0,-3 6 0,2 0 0,-2-1 0,3 1 0,0 0 0,0 0 0,0 0 0,0-6 0,-3 4 0,2-4 0,-2 6 0,3 0 0,0 0 0,-3-3 0,2 2 0,-2-2 0,3 3 0,0 0 0,0 0 0,0-7 0,0 6 0,0-5 0,0 5 0,0 1 0,0 0 0,0 0 0,0 0 0,0-3 0,-3 5 0,2-4 0,-2 5 0,3-3 0,0 0 0,0-3 0,0 2 0,-4 1 0,4 1 0,-3 2 0,3-6 0,0 2 0,-4 1 0,4 1 0,-3 2 0,-1-6 0,4 2 0,-7 1 0,7 0 0,-4 4 0,1-5 0,3 1 0,-7 0 0,3 3 0,0-2 0,-2 2 0,5-3 0,-5 3 0,5-2 0,-5 5 0,5-5 0,-5 5 0,5-5 0,-5-1 0,2 2 0,0-4 0,-2 8 0,5-5 0,-5 5 0,5-5 0,-5 5 0,-1-8 0,2 4 0,-4-2 0,8 1 0,-5 5 0,5-5 0,-5 5 0,5-5 0,-5 5 0,2-2 0,0 0 0,-2 2 0,5-5 0,-5 5 0,2-2 0,-3 3 0,0-4 0,0 4 0,-1-3 0,1 3 0,0 0 0,0 0 0,0 0 0,0 0 0,0 0 0,0 0 0,0 0 0,0 0 0,0 0 0,0 0 0,0 0 0,0 0 0,0 0 0,0 0 0,0 0 0,0 0 0,0 0 0,0 0 0,0 0 0,-3 0 0,2 0 0,-2 0 0,3 0 0,-1 0 0,1 0 0,0 0 0,0 0 0,0 0 0,0 0 0,0 0 0,0 0 0,0 0 0,0 0 0,-3 0 0,2 0 0,-2 0 0,3 0 0,-3 0 0,2 0 0,-2 0 0,0 0 0,2 0 0,-2 0 0,3 0 0,0 0 0,0 0 0,0 0 0,0 0 0,-4 0 0,4 3 0,-4-3 0,4 4 0,0-4 0,0 0 0,-3 0 0,2 0 0,-2 0 0,3 0 0,-3 0 0,2 0 0,-2 3 0,0-3 0,2 4 0,-8-4 0,7 0 0,-4 0 0,3 3 0,2-3 0,-5 3 0,5-3 0,-5 0 0,5 0 0,-2 0 0,3 0 0,-3 4 0,-1-4 0,0 3 0,1-3 0,-1 0 0,4 0 0,-7 0 0,7 0 0,-7 4 0,3-4 0,1 3 0,-4-3 0,6 0 0,-5 0 0,5 0 0,-5 4 0,5-4 0,-5 3 0,2-3 0,0 0 0,-2 4 0,2-4 0,0 3 0,-2-3 0,5 0 0,-5 0 0,2 0 0,-3 3 0,3-2 0,-2 2 0,5-3 0,-5 0 0,5 3 0,-5-2 0,2 2 0,0-3 0,-2 0 0,2 3 0,-6-2 0,5 2 0,-4-3 0,8 0 0,-5 0 0,2 3 0,0-2 0,-2 2 0,5-3 0,-6 0 0,7 0 0,-7 3 0,7-2 0,-7 2 0,3-3 0,1 0 0,-7 3 0,5-2 0,-2 2 0,1-3 0,5 0 0,-5 0 0,2 0 0,0 0 0,-2 0 0,5 3 0,-5-2 0,5 2 0,-5-3 0,5 0 0,-5 0 0,2 0 0,0 0 0,-2 0 0,5 0 0,-5 3 0,5-2 0,-5 2 0,2-3 0,0 0 0,-2 0 0,5 0 0,-5 0 0,2 0 0,0 0 0,-2 0 0,5 0 0,-5 0 0,-5 3 0,6-2 0,-8 2 0,13-3 0,-14 0 0,11 0 0,-10 0 0,9 0 0,0 0 0,-3 0 0,4 0 0,-4 0 0,3 0 0,-3 0 0,4 0 0,-5 0 0,1 0 0,0 0 0,4 0 0,-4 0 0,3 0 0,-3 0 0,0 0 0,0 3 0,3-2 0,-2 2 0,2-3 0,-3 0 0,0 0 0,0 0 0,3 0 0,-2 0 0,2 0 0,-3 0 0,0 0 0,0 0 0,0 0 0,3 0 0,-2 0 0,2 0 0,0 0 0,-2 0 0,2 0 0,-3 0 0,3 0 0,-2 0 0,2 0 0,-3 3 0,0-2 0,-3 2 0,2-3 0,1 0 0,1 0 0,2 0 0,0 0 0,-2 0 0,2 0 0,0 0 0,-2 3 0,5-2 0,-5 2 0,2-3 0,0 0 0,-2 0 0,5 0 0,-24 0 0,19 0 0,-19 0 0,24 0 0,-5 0 0,5 0 0,-5 0 0,5 0 0,-2 0 0,0 0 0,-1 3 0,0-2 0,1 2 0,-16-3 0,12 0 0,-13 0 0,17 0 0,0 0 0,2 0 0,-2 0 0,3 0 0,-3 0 0,2 0 0,-2 0 0,3 0 0,-19 0 0,14 0 0,-14 0 0,19 0 0,-3 0 0,2 3 0,-2-2 0,3 2 0,0-3 0,0 0 0,0 0 0,-3 0 0,2 0 0,-18 0 0,15 0 0,-11 0 0,15 0 0,0 0 0,0 0 0,-3 0 0,2 0 0,-2 0 0,3 0 0,-19 0 0,14 0 0,-14 0 0,19 0 0,0 0 0,0 0 0,0 0 0,0 0 0,0 0 0,0 0 0,0 0 0,0 0 0,0 0 0,0 0 0,0 0 0,0 0 0,0 0 0,0 0 0,0 0 0,0 0 0,0 0 0,0 0 0,0 0 0,0 0 0,0 0 0,-1 0 0,1 0 0,0 0 0,0 0 0,0 0 0,0 0 0,0 3 0,-3-2 0,2 2 0,-2-3 0,3 0 0,0 0 0,0 0 0,0 0 0,0 0 0,0 0 0,0 0 0,0 0 0,0 0 0,0 0 0,0 0 0,0 0 0,0 0 0,0 0 0,0 0 0,-4 0 0,4 0 0,-4 0 0,8 3 0,-4-2 0,3 2 0,-3-3 0,0 0 0,0 0 0,0 0 0,0 0 0,0 0 0,0 0 0,0 0 0,0 0 0,0 3 0,0-2 0,0 2 0,0-3 0,0 0 0,0 0 0,0 0 0,0 0 0,0 0 0,0 3 0,0-2 0,0 2 0,-1-3 0,1 0 0,0 0 0,0 0 0,0 0 0,0 3 0,0-2 0,0 2 0,0-3 0,0 0 0,0 0 0,0 0 0,0 0 0,0 3 0,0-2 0,0 2 0,0-3 0,0 0 0,0 0 0,0 0 0,0 0 0,0 0 0,0 0 0,0 0 0,0 0 0,3 3 0,-3-2 0,3 2 0,-3-3 0,0 0 0,0 0 0,0 0 0,0 0 0,0 0 0,0 0 0,0 3 0,0-2 0,0 2 0,0-3 0,0 0 0,0 0 0,0 0 0,0 0 0,0 0 0,3 3 0,-2-2 0,2 2 0,-3-3 0,0 0 0,0 0 0,0 0 0,3 3 0,-3-2 0,4 2 0,-5-3 0,1 0 0,0 0 0,0 0 0,0 0 0,3 3 0,-2-2 0,2 2 0,0 0 0,-2-2 0,5 5 0,-2-2 0,3 3 0,0 0 0,0 0 0,0 0 0,0-1 0,0 1 0,3 0 0,-2 0 0,2 0 0,-3 0 0,0 0 0,3-3 0,-2 2 0,2-2 0,-3 3 0,0 0 0,3 0 0,-2 0 0,2 0 0,0 3 0,-2-2 0,2 2 0,-3-3 0,0 0 0,0 0 0,0 0 0,0 0 0,0 0 0,0 0 0,0 0 0,0 0 0,0 0 0,0 0 0,0 0 0,0 6 0,0-5 0,0 6 0,0-7 0,0-1 0,0 5 0,0-4 0,0 3 0,-3-3 0,2 0 0,-2 3 0,3-2 0,0-1 0,0-4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07:12.745"/>
    </inkml:context>
    <inkml:brush xml:id="br0">
      <inkml:brushProperty name="width" value="0.2" units="cm"/>
      <inkml:brushProperty name="height" value="1.2" units="cm"/>
      <inkml:brushProperty name="color" value="#F6630D"/>
      <inkml:brushProperty name="inkEffects" value="pencil"/>
    </inkml:brush>
  </inkml:definitions>
  <inkml:trace contextRef="#ctx0" brushRef="#br0">35 331 16383,'0'15'0,"0"-2"0,0-6 0,0 0 0,0 0 0,0 0 0,0 0 0,0 0 0,0 0 0,0 0 0,0 0 0,0 0 0,0 0 0,0 0 0,0 0 0,0 0 0,0 0 0,0 0 0,0 3 0,0-3 0,3 3 0,-2-3 0,2 3 0,-3 4 0,0-2 0,0 4 0,0-8 0,0 5 0,0-2 0,0 3 0,0-3 0,3 2 0,-2-2 0,2 3 0,-3 0 0,0 0 0,0 0 0,0 0 0,0 0 0,0 6 0,0-5 0,0 5 0,0-6 0,0 8 0,0-7 0,0 7 0,0-8 0,0 7 0,0-5 0,0 6 0,0-9 0,0 9 0,0-6 0,0 13 0,0-14 0,0 14 0,0-13 0,0 6 0,0-1 0,0-5 0,0 13 0,0-6 0,0 0 0,0-1 0,0-8 0,0 7 0,0-5 0,0 13 0,0-13 0,0 12 0,0-12 0,0 13 0,0-13 0,0 5 0,0 1 0,0-6 0,0 5 0,0 1 0,0-7 0,0 7 0,0-8 0,0 7 0,0-5 0,0 5 0,0 1 0,0-6 0,0 5 0,0-7 0,0 10 0,0 1 0,0 1 0,0-5 0,0-7 0,0 0 0,0 0 0,0 8 0,0-7 0,0 7 0,0-8 0,0 0 0,0 0 0,0 0 0,0 0 0,0 0 0,0-1 0,0 1 0,0 0 0,0 0 0,0 0 0,0 0 0,0 0 0,0 0 0,0 0 0,0 0 0,0 7 0,0-8 0,0 8 0,0-3 0,0-5 0,0 7 0,-3-9 0,2 3 0,-2 0 0,3 0 0,0 0 0,0 0 0,0 0 0,0 0 0,0 0 0,0 0 0,0 0 0,0-3 0,0 2 0,0 5 0,0-5 0,0 7 0,0-9 0,0 9 0,0-4 0,0 1 0,0-4 0,0-2 0,0 3 0,0 0 0,0 0 0,0-3 0,0 2 0,0-2 0,0 3 0,0-4 0,0 4 0,0-4 0,0 1 0,0 9 0,0-8 0,0 5 0,0-4 0,3-5 0,-2 5 0,2-5 0,-3 5 0,0-5 0,0 5 0,0-5 0,0 2 0,0-3 0,3 3 0,-2-2 0,2 5 0,-3-5 0,0 2 0,3-3 0,-2 0 0,2 0 0,-3 0 0,0-1 0,3 1 0,-2 0 0,2 4 0,-3-4 0,3 3 0,-2-3 0,2 0 0,-3 3 0,3-2 0,-2 2 0,2-3 0,-3 0 0,3 0 0,-2 0 0,2 0 0,-3 0 0,0 0 0,3-3 0,-3 2 0,4-2 0,-4 3 0,0 0 0,0 0 0,3-3 0,1-1 0,3-3 0,0 0 0,-1 0 0,1 0 0,0 0 0,0 0 0,3-3 0,-2 2 0,2-2 0,-3 3 0,0 0 0,0 0 0,0 0 0,0 0 0,0 0 0,0 0 0,0 0 0,0-3 0,12 2 0,-9-2 0,13 3 0,-15 0 0,5 0 0,-5 0 0,5 0 0,-5-3 0,5 2 0,-6-2 0,7 3 0,-7 0 0,7 0 0,-7 0 0,17 0 0,-11 0 0,12 0 0,-14 0 0,2 0 0,-2 0 0,3-3 0,0 2 0,0-2 0,-3 3 0,2 0 0,-2 0 0,3 0 0,-1 0 0,1 0 0,-3 0 0,9 0 0,-8-3 0,8 2 0,-6-2 0,0 3 0,0 0 0,0 0 0,-3 0 0,2 0 0,-2-4 0,3 4 0,0-3 0,0 3 0,0 0 0,0 0 0,6 0 0,-5-4 0,5 4 0,-6-3 0,-3 3 0,2 0 0,6 0 0,-4-4 0,4 4 0,1-4 0,-10 4 0,11 0 0,-3-4 0,-5 3 0,7-4 0,-9 5 0,3 0 0,0 0 0,0 0 0,0 0 0,-3 0 0,2 0 0,-2-3 0,3 2 0,0-2 0,0 3 0,0 0 0,-4 0 0,4 0 0,-4 0 0,4 0 0,0 0 0,0 0 0,11 0 0,-12 0 0,11 0 0,-13 0 0,3 0 0,0 0 0,0 0 0,-3 0 0,2 0 0,-2 0 0,3 0 0,-1 0 0,1 0 0,-3 0 0,2 0 0,4 0 0,-1 0 0,1 0 0,-4 0 0,-2 0 0,3 0 0,0 0 0,-3 0 0,2 0 0,-2 0 0,0 0 0,2 0 0,-5 0 0,5 0 0,-2 0 0,2 0 0,5 0 0,-7 0 0,5 0 0,-5 0 0,0 0 0,2 0 0,-2 0 0,3 0 0,0 0 0,-3 0 0,2 0 0,-2 0 0,0 0 0,2 0 0,-2 0 0,0 0 0,-1 0 0,0 0 0,1 0 0,-1 0 0,4 0 0,-4 0 0,1 0 0,2 0 0,-5 0 0,5 0 0,-5-3 0,5 2 0,-5-2 0,2 3 0,0 0 0,1 0 0,6 0 0,-2 0 0,-1 0 0,-1 0 0,-5 0 0,5-3 0,-5 2 0,2-2 0,0 3 0,-3 0 0,3 0 0,1 0 0,-4 0 0,6 0 0,-5 0 0,2 0 0,3 0 0,-4 0 0,7 0 0,-8 0 0,2 0 0,0 0 0,-2 0 0,5 0 0,-5 0 0,2 0 0,-3 0 0,3 0 0,-2 0 0,2 0 0,0 0 0,-2 0 0,2 0 0,-3 0 0,3-3 0,-3 2 0,3-2 0,-3 3 0,4 0 0,-1 0 0,1 0 0,-1 0 0,-3 0 0,3 0 0,-2 0 0,2 0 0,-3 0 0,6 0 0,-4 0 0,4 0 0,-6 0 0,0 0 0,3 0 0,-2 0 0,2 0 0,-3 0 0,0 0 0,3 0 0,-2 0 0,2 0 0,-3 0 0,0 0 0,3 0 0,1 0 0,2 0 0,-2 0 0,-1 0 0,-3 0 0,3 3 0,-2-2 0,2 2 0,-3-3 0,3 0 0,-2 0 0,2 0 0,-3 0 0,0 0 0,3 0 0,-2 0 0,17 3 0,-11-2 0,10 2 0,-14-3 0,0 0 0,-3 0 0,4 0 0,-4 0 0,3 0 0,-3 0 0,3 0 0,1 0 0,15 0 0,-11 0 0,10 0 0,-15 0 0,-2 0 0,2 0 0,0 0 0,-2 0 0,2 0 0,-3 0 0,3 0 0,-2 0 0,17 0 0,-14 0 0,12 0 0,-16 0 0,0 0 0,-1 0 0,1 0 0,0 0 0,0 0 0,0 0 0,0 0 0,0 0 0,0 0 0,13 0 0,-10 0 0,9 0 0,-12 3 0,0-2 0,0 2 0,0-3 0,0 0 0,0 0 0,0 0 0,0 0 0,0 0 0,12 0 0,-6 0 0,8 0 0,-11 0 0,-3 0 0,0 0 0,0 0 0,-1 0 0,1 0 0,0 0 0,3 0 0,-2 0 0,2 0 0,-3 0 0,0 0 0,0 0 0,0 0 0,0 0 0,0 0 0,0 0 0,0 0 0,0 0 0,3 0 0,-2 0 0,2 0 0,-3 0 0,0 0 0,0 0 0,0 0 0,0 0 0,0 0 0,0 0 0,0 0 0,0 0 0,0 0 0,0 0 0,0 0 0,0 0 0,0 0 0,0 0 0,-4-3 0,4 2 0,-4-2 0,4 3 0,0 0 0,3 0 0,-2 0 0,2 0 0,-3-3 0,0 2 0,0-2 0,0 3 0,0 0 0,0 0 0,0 0 0,0 0 0,0 0 0,3 0 0,-2-3 0,2 2 0,-3-2 0,0 3 0,0 0 0,0 0 0,0 0 0,0 0 0,0 0 0,0 0 0,0 0 0,0 0 0,-3-3 0,5 2 0,-5-2 0,7 3 0,-4 0 0,0 0 0,-1 0 0,1 0 0,0 0 0,0 0 0,0 0 0,0 0 0,0 0 0,0 0 0,0-3 0,0 2 0,0-2 0,0 3 0,0 0 0,-3-3 0,2 2 0,-2-2 0,3 3 0,0 0 0,0-3 0,0 2 0,0-2 0,0 3 0,-3-3 0,2 2 0,-2-2 0,3-1 0,0 4 0,0-3 0,0 3 0,0-4 0,0 4 0,0-3 0,-3-1 0,2 4 0,-2-7 0,3 7 0,0-4 0,-4 1 0,4 3 0,-4-4 0,4 1 0,0 3 0,-3-7 0,3 6 0,-7-5 0,6 5 0,-5-5 0,5 5 0,-5-5 0,2 2 0,0-3 0,-2 0 0,2 0 0,-3 0 0,0 0 0,3 3 0,-2-2 0,2 2 0,-3-3 0,0 0 0,0 0 0,0 0 0,0 0 0,0-7 0,0 6 0,0-5 0,0 6 0,0-1 0,0 1 0,0-9 0,0 7 0,0-8 0,0 10 0,0 0 0,0 0 0,3 3 0,-2-2 0,2 2 0,-3-3 0,0 0 0,3-3 0,-2 2 0,2-2 0,-3 3 0,0 0 0,0 0 0,0 0 0,0 0 0,0 0 0,0-1 0,0 1 0,0-3 0,0 2 0,0-2 0,0 3 0,0 0 0,0 0 0,0 0 0,0 0 0,0 0 0,0-3 0,0 2 0,0-2 0,0 3 0,0 0 0,0-3 0,0 2 0,0-2 0,0 3 0,0 0 0,0-3 0,0 2 0,0-2 0,0-1 0,0 4 0,0-4 0,0 4 0,0 0 0,0 0 0,0 0 0,0 0 0,0 0 0,0 0 0,0 0 0,0 0 0,0 0 0,0 0 0,0 0 0,0 0 0,0 0 0,0 0 0,0 0 0,0 0 0,0 0 0,0-3 0,0-1 0,0 0 0,0 1 0,0 3 0,0 0 0,0-1 0,0 1 0,0 0 0,0 0 0,0 0 0,0 0 0,0 0 0,0 0 0,0-3 0,0 2 0,0-5 0,0 5 0,0-2 0,0 3 0,0 0 0,0-3 0,0 2 0,0-2 0,0 3 0,0 0 0,0 0 0,0-3 0,0 2 0,0-2 0,0 3 0,3 0 0,-2 0 0,2-4 0,-3 4 0,0-4 0,0 4 0,0 0 0,0-3 0,0 2 0,0-2 0,0 3 0,0 0 0,0 0 0,3 0 0,-2 0 0,2 0 0,-3 0 0,0-3 0,0 2 0,0-2 0,0 3 0,0 0 0,0 0 0,0 0 0,0 0 0,0 0 0,0 0 0,0 0 0,0-1 0,0 1 0,0 0 0,0 0 0,0 0 0,0 0 0,0 0 0,0 0 0,0 0 0,0 0 0,0 0 0,0 0 0,0 0 0,0 0 0,0 0 0,0-3 0,0 2 0,0-2 0,0 3 0,0 0 0,0 0 0,0-3 0,0 2 0,0-2 0,0 3 0,0 0 0,0 0 0,0-1 0,0 1 0,0 0 0,0 0 0,0 0 0,0 0 0,0 0 0,0-3 0,0 2 0,0-5 0,0 5 0,0-5 0,0 5 0,0-2 0,0 3 0,0 0 0,0 0 0,0 0 0,0 0 0,0-3 0,0 2 0,0-2 0,0 0 0,0-11 0,0 8 0,0-7 0,0 13 0,0 0 0,0 0 0,0 0 0,0 0 0,0 0 0,0 0 0,0 0 0,0 0 0,0 0 0,0-12 0,0 8 0,0-8 0,0 12 0,0 0 0,0 0 0,0 0 0,0 0 0,-3 0 0,2 0 0,-2 0 0,3 0 0,0-13 0,-3 10 0,2-10 0,-2 13 0,3 0 0,0 0 0,0 0 0,0 0 0,0 0 0,0 0 0,0-3 0,0 2 0,-3-15 0,2 13 0,-2-9 0,3 12 0,0 0 0,-3 0 0,2-1 0,-2 1 0,3 0 0,0 0 0,-3 0 0,2 0 0,-2-6 0,3 4 0,0-4 0,0 6 0,0 0 0,0 0 0,0 0 0,0-3 0,-3 2 0,2-2 0,-2 3 0,3 0 0,-3-13 0,2 10 0,-2-9 0,0 11 0,2 1 0,-2 0 0,3 0 0,0 0 0,0 0 0,0-3 0,0-7 0,-3 4 0,2-3 0,-2 9 0,3 0 0,0 0 0,-3 0 0,2 0 0,-2 0 0,3-7 0,0 6 0,0-5 0,-3 6 0,2 0 0,-2-1 0,3 1 0,0 0 0,0 0 0,0 0 0,0-6 0,-3 4 0,2-4 0,-2 6 0,3 0 0,0 0 0,-3-3 0,2 2 0,-2-2 0,3 3 0,0 0 0,0 0 0,0-7 0,0 6 0,0-5 0,0 5 0,0 1 0,0 0 0,0 0 0,0 0 0,0-3 0,-3 5 0,2-4 0,-2 5 0,3-3 0,0 0 0,0-3 0,0 2 0,-4 1 0,4 1 0,-3 2 0,3-6 0,0 2 0,-4 1 0,4 1 0,-3 2 0,-1-6 0,4 2 0,-7 1 0,7 0 0,-4 4 0,1-5 0,3 1 0,-7 0 0,3 3 0,0-2 0,-2 2 0,5-3 0,-5 3 0,5-2 0,-5 5 0,5-5 0,-5 5 0,5-5 0,-5-1 0,2 2 0,0-4 0,-2 8 0,5-5 0,-5 5 0,5-5 0,-5 5 0,-1-8 0,2 4 0,-4-2 0,8 1 0,-5 5 0,5-5 0,-5 5 0,5-5 0,-5 5 0,2-2 0,0 0 0,-2 2 0,5-5 0,-5 5 0,2-2 0,-3 3 0,0-4 0,0 4 0,-1-3 0,1 3 0,0 0 0,0 0 0,0 0 0,0 0 0,0 0 0,0 0 0,0 0 0,0 0 0,0 0 0,0 0 0,0 0 0,0 0 0,0 0 0,0 0 0,0 0 0,0 0 0,0 0 0,0 0 0,0 0 0,-3 0 0,2 0 0,-2 0 0,3 0 0,-1 0 0,1 0 0,0 0 0,0 0 0,0 0 0,0 0 0,0 0 0,0 0 0,0 0 0,0 0 0,-3 0 0,2 0 0,-2 0 0,3 0 0,-3 0 0,2 0 0,-2 0 0,0 0 0,2 0 0,-2 0 0,3 0 0,0 0 0,0 0 0,0 0 0,0 0 0,-4 0 0,4 3 0,-4-3 0,4 4 0,0-4 0,0 0 0,-3 0 0,2 0 0,-2 0 0,3 0 0,-3 0 0,2 0 0,-2 3 0,0-3 0,2 4 0,-8-4 0,7 0 0,-4 0 0,3 3 0,2-3 0,-5 3 0,5-3 0,-5 0 0,5 0 0,-2 0 0,3 0 0,-3 4 0,-1-4 0,0 3 0,1-3 0,-1 0 0,4 0 0,-7 0 0,7 0 0,-7 4 0,3-4 0,1 3 0,-4-3 0,6 0 0,-5 0 0,5 0 0,-5 4 0,5-4 0,-5 3 0,2-3 0,0 0 0,-2 4 0,2-4 0,0 3 0,-2-3 0,5 0 0,-5 0 0,2 0 0,-3 3 0,3-2 0,-2 2 0,5-3 0,-5 0 0,5 3 0,-5-2 0,2 2 0,0-3 0,-2 0 0,2 3 0,-6-2 0,5 2 0,-4-3 0,8 0 0,-5 0 0,2 3 0,0-2 0,-2 2 0,5-3 0,-6 0 0,7 0 0,-7 3 0,7-2 0,-7 2 0,3-3 0,1 0 0,-7 3 0,5-2 0,-2 2 0,1-3 0,5 0 0,-5 0 0,2 0 0,0 0 0,-2 0 0,5 3 0,-5-2 0,5 2 0,-5-3 0,5 0 0,-5 0 0,2 0 0,0 0 0,-2 0 0,5 0 0,-5 3 0,5-2 0,-5 2 0,2-3 0,0 0 0,-2 0 0,5 0 0,-5 0 0,2 0 0,0 0 0,-2 0 0,5 0 0,-5 0 0,-5 3 0,6-2 0,-8 2 0,13-3 0,-14 0 0,11 0 0,-10 0 0,9 0 0,0 0 0,-3 0 0,4 0 0,-4 0 0,3 0 0,-3 0 0,4 0 0,-5 0 0,1 0 0,0 0 0,4 0 0,-4 0 0,3 0 0,-3 0 0,0 0 0,0 3 0,3-2 0,-2 2 0,2-3 0,-3 0 0,0 0 0,0 0 0,3 0 0,-2 0 0,2 0 0,-3 0 0,0 0 0,0 0 0,0 0 0,3 0 0,-2 0 0,2 0 0,0 0 0,-2 0 0,2 0 0,-3 0 0,3 0 0,-2 0 0,2 0 0,-3 3 0,0-2 0,-3 2 0,2-3 0,1 0 0,1 0 0,2 0 0,0 0 0,-2 0 0,2 0 0,0 0 0,-2 3 0,5-2 0,-5 2 0,2-3 0,0 0 0,-2 0 0,5 0 0,-24 0 0,19 0 0,-19 0 0,24 0 0,-5 0 0,5 0 0,-5 0 0,5 0 0,-2 0 0,0 0 0,-1 3 0,0-2 0,1 2 0,-16-3 0,12 0 0,-13 0 0,17 0 0,0 0 0,2 0 0,-2 0 0,3 0 0,-3 0 0,2 0 0,-2 0 0,3 0 0,-19 0 0,14 0 0,-14 0 0,19 0 0,-3 0 0,2 3 0,-2-2 0,3 2 0,0-3 0,0 0 0,0 0 0,-3 0 0,2 0 0,-18 0 0,15 0 0,-11 0 0,15 0 0,0 0 0,0 0 0,-3 0 0,2 0 0,-2 0 0,3 0 0,-19 0 0,14 0 0,-14 0 0,19 0 0,0 0 0,0 0 0,0 0 0,0 0 0,0 0 0,0 0 0,0 0 0,0 0 0,0 0 0,0 0 0,0 0 0,0 0 0,0 0 0,0 0 0,0 0 0,0 0 0,0 0 0,0 0 0,0 0 0,0 0 0,0 0 0,-1 0 0,1 0 0,0 0 0,0 0 0,0 0 0,0 0 0,0 3 0,-3-2 0,2 2 0,-2-3 0,3 0 0,0 0 0,0 0 0,0 0 0,0 0 0,0 0 0,0 0 0,0 0 0,0 0 0,0 0 0,0 0 0,0 0 0,0 0 0,0 0 0,0 0 0,-4 0 0,4 0 0,-4 0 0,8 3 0,-4-2 0,3 2 0,-3-3 0,0 0 0,0 0 0,0 0 0,0 0 0,0 0 0,0 0 0,0 0 0,0 0 0,0 3 0,0-2 0,0 2 0,0-3 0,0 0 0,0 0 0,0 0 0,0 0 0,0 0 0,0 3 0,0-2 0,0 2 0,-1-3 0,1 0 0,0 0 0,0 0 0,0 0 0,0 3 0,0-2 0,0 2 0,0-3 0,0 0 0,0 0 0,0 0 0,0 0 0,0 3 0,0-2 0,0 2 0,0-3 0,0 0 0,0 0 0,0 0 0,0 0 0,0 0 0,0 0 0,0 0 0,0 0 0,3 3 0,-3-2 0,3 2 0,-3-3 0,0 0 0,0 0 0,0 0 0,0 0 0,0 0 0,0 0 0,0 3 0,0-2 0,0 2 0,0-3 0,0 0 0,0 0 0,0 0 0,0 0 0,0 0 0,3 3 0,-2-2 0,2 2 0,-3-3 0,0 0 0,0 0 0,0 0 0,3 3 0,-3-2 0,4 2 0,-5-3 0,1 0 0,0 0 0,0 0 0,0 0 0,3 3 0,-2-2 0,2 2 0,0 0 0,-2-2 0,5 5 0,-2-2 0,3 3 0,0 0 0,0 0 0,0 0 0,0-1 0,0 1 0,3 0 0,-2 0 0,2 0 0,-3 0 0,0 0 0,3-3 0,-2 2 0,2-2 0,-3 3 0,0 0 0,3 0 0,-2 0 0,2 0 0,0 3 0,-2-2 0,2 2 0,-3-3 0,0 0 0,0 0 0,0 0 0,0 0 0,0 0 0,0 0 0,0 0 0,0 0 0,0 0 0,0 0 0,0 0 0,0 6 0,0-5 0,0 6 0,0-7 0,0-1 0,0 5 0,0-4 0,0 3 0,-3-3 0,2 0 0,-2 3 0,3-2 0,0-1 0,0-4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07:31.716"/>
    </inkml:context>
    <inkml:brush xml:id="br0">
      <inkml:brushProperty name="width" value="0.2" units="cm"/>
      <inkml:brushProperty name="height" value="1.2" units="cm"/>
      <inkml:brushProperty name="color" value="#F6630D"/>
      <inkml:brushProperty name="inkEffects" value="pencil"/>
    </inkml:brush>
  </inkml:definitions>
  <inkml:trace contextRef="#ctx0" brushRef="#br0">0 1805 16383,'8'-7'0,"1"3"0,-5-2 0,6 2 0,-5-3 0,4 3 0,-8-3 0,5 3 0,-2-3 0,3 0 0,0 4 0,0-4 0,0 3 0,-3-3 0,2 3 0,-2-2 0,3 5 0,0-5 0,0 2 0,0-3 0,0 3 0,0-2 0,0 2 0,0 0 0,0-2 0,0 2 0,0-3 0,0 0 0,0 0 0,0 0 0,-1 3 0,5-2 0,-4-1 0,3-1 0,0-2 0,1 3 0,0 0 0,-1 0 0,0-4 0,1 4 0,3-4 0,-3 1 0,10 1 0,-12-1 0,18-5 0,-15 3 0,9-2 0,-7 1 0,-1 5 0,-2-2 0,10-3 0,-11 1 0,10-2 0,-1-2 0,-4 8 0,4-8 0,1 2 0,-10 2 0,11-1 0,-11 3 0,12-4 0,-9 2 0,7-1 0,-1 0 0,-7 2 0,9-3 0,-10 1 0,3 5 0,0-2 0,7-3 0,-8 1 0,7-2 0,-1-2 0,-7 7 0,17-10 0,-17 11 0,16-12 0,-13 9 0,6-3 0,-7 0 0,-1 7 0,1-7 0,8 5 0,-9-4 0,7 3 0,-9-3 0,3 5 0,7-8 0,-8 8 0,8-9 0,-3 4 0,-2 1 0,8-7 0,-9 7 0,2-2 0,-6 4 0,10-3 0,-9 4 0,10-7 0,-8 5 0,0 0 0,-3 1 0,2 0 0,-2 2 0,3-2 0,-4 0 0,4 2 0,-4-5 0,1 5 0,2-5 0,-5 5 0,5-2 0,-5 0 0,5 2 0,-5-2 0,5 0 0,-5 2 0,2-6 0,0 7 0,-2-3 0,2-1 0,0 4 0,-2-4 0,5 4 0,-5-3 0,2 2 0,-3-2 0,3 3 0,-3-3 0,4 2 0,-5-2 0,5 0 0,-4 5 0,3-7 0,-3 7 0,0-5 0,3 3 0,-2 0 0,2 0 0,-3 0 0,0 0 0,3-6 0,-2 4 0,2-4 0,-3 6 0,0 0 0,0 0 0,0 0 0,0 0 0,0 0 0,0-1 0,0 5 0,0-7 0,0 6 0,0-7 0,0 4 0,3 0 0,-2 0 0,2 0 0,-7 0 0,4 0 0,-3 3 0,2-2 0,1 2 0,-3-3 0,3 3 0,-4-2 0,4 2 0,0 0 0,-3-2 0,2 2 0,-2-3 0,3 3 0,-3-2 0,2 5 0,-5-5 0,8 2 0,-4-3 0,2 0 0,-1 3 0,-2-3 0,3 4 0,0-1 0,-3-3 0,2 7 0,-2-7 0,0 3 0,2-3 0,-2 4 0,0-4 0,2 6 0,-2-5 0,3 2 0,0 0 0,-3-2 0,2 2 0,-2 0 0,3-2 0,0 2 0,0 0 0,-3-2 0,-1 2 0,0 0 0,1 1 0,0 0 0,2 2 0,-6-5 0,7 5 0,-3-5 0,3 2 0,-1 0 0,-2-2 0,3 5 0,-7-5 0,7 5 0,-7-5 0,7 5 0,-7-5 0,6 5 0,-2-2 0,0 0 0,2 2 0,-5-5 0,5 5 0,-5-6 0,5 7 0,-5-7 0,5 7 0,-5-7 0,5 7 0,-5-7 0,5 7 0,-2 0 0,0 3 0,2 1 0,-2 3 0,3-7 0,-3 6 0,2-5 0,-2 5 0,3-2 0,0 0 0,0 2 0,0-5 0,-3 5 0,2-5 0,-5 5 0,5-5 0,-2 5 0,3-5 0,9 11 0,-10-6 0,10 4 0,-12-4 0,3-2 0,0 3 0,0-3 0,0 2 0,-1-5 0,-2 5 0,3-2 0,-4 3 0,8-3 0,-7 2 0,9-5 0,-12 5 0,8-2 0,-2 0 0,-2 2 0,7-2 0,-10 3 0,10-3 0,-10 2 0,10-2 0,-7 3 0,5 0 0,-3-3 0,0 2 0,0-2 0,0 3 0,0-4 0,0 4 0,0-4 0,0 4 0,0-3 0,0 3 0,0-4 0,0 4 0,0 0 0,0-3 0,0 2 0,0-2 0,0 3 0,0 0 0,-1 0 0,1 0 0,7 0 0,-6 0 0,5 0 0,-6 0 0,0 0 0,0-3 0,0 2 0,0-2 0,0 3 0,0 0 0,0 0 0,0 0 0,0 0 0,0 0 0,0 0 0,3 0 0,-2 0 0,-1 0 0,2 0 0,-4-3 0,5 2 0,-3-2 0,0 3 0,0 0 0,0 0 0,0 0 0,0-1 0,0 1 0,0 0 0,0 0 0,0 0 0,-1 0 0,1 0 0,0 0 0,3 0 0,-2 0 0,2 0 0,-3 0 0,0 0 0,0 0 0,0 0 0,0 0 0,0 0 0,0 0 0,0 0 0,0 0 0,0-3 0,0 5 0,0-7 0,3 10 0,-2-7 0,2 5 0,-3-3 0,0 0 0,0-3 0,-3 2 0,5-2 0,-7 3 0,7-3 0,-5 2 0,3-2 0,0 3 0,0-4 0,-4 4 0,4-3 0,0 2 0,-3 1 0,6 0 0,-7-3 0,4 3 0,-3-4 0,2 4 0,-2 0 0,3 0 0,0 0 0,0 0 0,0-3 0,0 2 0,-3-2 0,2 0 0,-2 2 0,0-2 0,2 0 0,-2 2 0,3-2 0,-3 3 0,2-3 0,-5 2 0,5-2 0,-2 0 0,3 2 0,0-2 0,-3 3 0,2-3 0,-2 2 0,6 1 0,-2 1 0,2 2 0,-3-3 0,0 0 0,0 0 0,0-3 0,0 2 0,0-2 0,0 3 0,0 0 0,0 0 0,-4 0 0,7-1 0,-6 1 0,10 4 0,-7-7 0,3 5 0,-3-5 0,0 3 0,0 0 0,0 0 0,0 0 0,3 0 0,-2 0 0,2 0 0,-3 0 0,0 0 0,3 0 0,-2-3 0,2 2 0,0-2 0,-2 3 0,2 0 0,-3 0 0,3 0 0,-2-3 0,2 5 0,-3-7 0,0 7 0,3-5 0,-3 0 0,0 2 0,3-2 0,-6 3 0,6-3 0,-6 2 0,6-2 0,-6 3 0,6-4 0,-3 4 0,0-7 0,0 7 0,-3-3 0,2-1 0,-2 4 0,3-7 0,-3 7 0,2-7 0,-2 3 0,3 1 0,0-1 0,0 1 0,0 2 0,-3-2 0,2 0 0,-2-1 0,0 0 0,2-2 0,-5 5 0,5-5 0,-5 5 0,5-5 0,-2 2 0,3 0 0,-3 1 0,2 0 0,-5 2 0,5-5 0,-2 5 0,3-5 0,-3 5 0,2-5 0,-5 5 0,5-2 0,-2 3 0,-1 0 0,4-3 0,-7 2 0,7-5 0,-7 5 0,7-5 0,-7 5 0,3-2 0,1 0 0,-1 2 0,1-2 0,3 3 0,-4 0 0,4 0 0,-3 0 0,2 0 0,-2 0 0,0 0 0,2 0 0,-2 0 0,3 0 0,0 0 0,-3 0 0,2 0 0,-2-4 0,0 4 0,-1-4 0,0 1 0,1 3 0,0-4 0,5 1 0,-7 2 0,7-2 0,-8 3 0,5 0 0,-2-3 0,3 2 0,0-2 0,0 3 0,0 0 0,-3 0 0,2-3 0,-2 2 0,3-2 0,0 3 0,0 0 0,0 0 0,0-3 0,-3 2 0,2-2 0,-6 3 0,7-3 0,-7 2 0,7-5 0,-7 5 0,7-2 0,-7 3 0,7-3 0,-7 2 0,7-2 0,-7 3 0,3 0 0,1-3 0,-4 2 0,3-2 0,-3 3 0,-3-4 0,3 4 0,-7-7 0,6 7 0,-5-7 0,2 4 0,-3-1 0,0-3 0,0 4 0,0-4 0,0 3 0,0-3 0,0 3 0,-3-3 0,2 4 0,-2-4 0,6 3 0,1-3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07:33.495"/>
    </inkml:context>
    <inkml:brush xml:id="br0">
      <inkml:brushProperty name="width" value="0.2" units="cm"/>
      <inkml:brushProperty name="height" value="1.2" units="cm"/>
      <inkml:brushProperty name="color" value="#F6630D"/>
      <inkml:brushProperty name="inkEffects" value="pencil"/>
    </inkml:brush>
  </inkml:definitions>
  <inkml:trace contextRef="#ctx0" brushRef="#br0">120 104 16383,'11'-4'0,"-4"4"0,-1 1 0,-5 5 0,5-2 0,-5 3 0,5-3 0,-5 2 0,2-2 0,0-1 0,-2 4 0,2-3 0,0 2 0,-2 1 0,2 0 0,-3 0 0,0 0 0,3 0 0,-2 0 0,2 0 0,0 0 0,-2 0 0,2 0 0,-3 0 0,3 0 0,-2 0 0,2 0 0,-3 0 0,0 0 0,0 0 0,3 0 0,-2 0 0,2 0 0,-3 0 0,0 0 0,0 0 0,3 0 0,-2 0 0,2 0 0,-3 0 0,0 0 0,0 0 0,0 0 0,0 0 0,0 0 0,0 0 0,0 0 0,0 0 0,0-1 0,0 1 0,0 4 0,0-4 0,0 3 0,0-3 0,0 0 0,0 0 0,0 0 0,-3-3 0,2 2 0,-2-2 0,3 3 0,0 0 0,0 0 0,0 0 0,0 0 0,-3 0 0,2 0 0,-2 0 0,3 0 0,0 0 0,0 0 0,0 0 0,0 0 0,3-3 0,-2 2 0,2-2 0,0 0 0,-2 2 0,5-5 0,-5 5 0,5-5 0,-5 5 0,5-5 0,-2 2 0,3-3 0,0 0 0,0 0 0,0 0 0,0 0 0,0 0 0,0 0 0,0 0 0,0 0 0,0 0 0,0 0 0,0 0 0,0 0 0,-1-3 0,1 2 0,0-2 0,0 3 0,0-4 0,0 4 0,0-3 0,0 3 0,0-4 0,0 4 0,0-3 0,0 3 0,0-4 0,0 4 0,0-3 0,3 3 0,-2 0 0,2 0 0,0-4 0,1 4 0,0-4 0,-1 4 0,-3-3 0,0 3 0,0-4 0,0 4 0,0 0 0,3 0 0,-2-3 0,2 3 0,-3-4 0,0 4 0,-1-3 0,1 2 0,0-2 0,4 3 0,-4-3 0,3 2 0,-3-2 0,0 3 0,0 0 0,0-3 0,3 2 0,-2-2 0,5 3 0,-5-3 0,2 2 0,0-2 0,1 0 0,0 2 0,-1-2 0,-3 3 0,0 0 0,0 0 0,0 0 0,0 0 0,0-3 0,0 2 0,0-2 0,0 3 0,0 0 0,-4-3 0,4 2 0,-3-2 0,2 3 0,-2-3 0,-1-1 0,-3-3 0,0-3 0,0 2 0,0-2 0,-3 3 0,3 0 0,-4 0 0,4 0 0,-3 3 0,3-2 0,-4 2 0,4-3 0,-3 0 0,2 0 0,-2-1 0,0 5 0,2-4 0,-2 3 0,3-3 0,0 0 0,-3 3 0,2-2 0,-2 2 0,3-3 0,0 0 0,-3 3 0,2-2 0,-2 2 0,3-3 0,0 0 0,0 0 0,0 0 0,-3 0 0,2 0 0,-2 0 0,3 0 0,-3 3 0,2-2 0,-2 2 0,3-3 0,0 0 0,0-4 0,0 4 0,0-4 0,0 4 0,0 0 0,0 0 0,0 0 0,0 0 0,0 0 0,0 0 0,0 0 0,0 0 0,0 0 0,0 0 0,0 0 0,3 0 0,-2 0 0,2 0 0,-3 0 0,0 0 0,0 0 0,0 0 0,0 0 0,0 0 0,0 0 0,0 0 0,0 0 0,0-1 0,0 1 0,0 0 0,0 0 0,-3 3 0,2-2 0,-5 5 0,-1-2 0,-1 3 0,-2 0 0,3 0 0,3-3 0,-2 2 0,2-2 0,-13 3 0,8 0 0,-7 0 0,9 0 0,-1 0 0,1 0 0,0 0 0,0 0 0,0 0 0,-12 0 0,9 0 0,-10 0 0,13 0 0,0 0 0,0 0 0,0 0 0,0 0 0,0 0 0,0 0 0,0 0 0,0 0 0,-10 0 0,8 0 0,-8 0 0,10 0 0,0 0 0,0 0 0,0 0 0,0 0 0,0 3 0,0-2 0,0 2 0,-12-3 0,8 0 0,-8 0 0,12 0 0,0 0 0,0 0 0,0 0 0,0 0 0,0 3 0,0-2 0,-13 2 0,10-3 0,-10 0 0,13 0 0,0 0 0,0 0 0,3 3 0,-2-2 0,-1 2 0,-1-3 0,-2 0 0,3 0 0,0 3 0,0-2 0,0 2 0,0-3 0,0 0 0,0 0 0,3 3 0,-2-2 0,2 2 0,-3-3 0,0 0 0,0 0 0,0 0 0,-1 0 0,1 0 0,0 0 0,0 3 0,0-2 0,0 2 0,0-3 0,0 0 0,0 0 0,0 0 0,3 3 0,-2-2 0,2 2 0,-3-3 0,0 0 0,0 0 0,0 0 0,0 3 0,0-2 0,0 2 0,0-3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07:35.314"/>
    </inkml:context>
    <inkml:brush xml:id="br0">
      <inkml:brushProperty name="width" value="0.2" units="cm"/>
      <inkml:brushProperty name="height" value="1.2" units="cm"/>
      <inkml:brushProperty name="color" value="#F6630D"/>
      <inkml:brushProperty name="inkEffects" value="pencil"/>
    </inkml:brush>
  </inkml:definitions>
  <inkml:trace contextRef="#ctx0" brushRef="#br0">114 68 16383,'3'11'0,"-3"2"0,3-9 0,-3 3 0,4-3 0,-4 2 0,3-2 0,0-1 0,-2 4 0,2-3 0,-3 3 0,0 0 0,3-4 0,-2 4 0,2-4 0,-3 4 0,0 0 0,0 0 0,3-3 0,-2 2 0,2-2 0,-3 3 0,3 0 0,-2 0 0,5 0 0,-5 0 0,2 0 0,-3 0 0,0 0 0,0 0 0,3-3 0,-2 2 0,2-2 0,-3 3 0,0 0 0,0 0 0,3-3 0,-2 2 0,2-2 0,-3 3 0,0 0 0,0 0 0,3 0 0,-2 0 0,2 0 0,-3 0 0,0 0 0,3-3 0,-2 2 0,2-2 0,-3 3 0,0 0 0,0 0 0,0-1 0,3-2 0,-2 3 0,2-4 0,-3 4 0,0 0 0,0 0 0,0 0 0,3 0 0,-2 0 0,2 0 0,-3 0 0,0 0 0,0 0 0,3-3 0,1-1 0,3-3 0,0 0 0,0 0 0,0 0 0,0 0 0,0 0 0,0 0 0,0 0 0,0 0 0,0 0 0,0 0 0,0 0 0,0 0 0,0-3 0,0 2 0,0-2 0,0 3 0,3 0 0,-3 0 0,3-3 0,-3 2 0,0-2 0,0 3 0,0 0 0,0 0 0,3 0 0,-2 0 0,2 0 0,-3-3 0,0 2 0,3-2 0,-2 3 0,2 0 0,-3 0 0,0 0 0,0 0 0,0 0 0,0 0 0,0 0 0,0 0 0,0 0 0,0 0 0,0 0 0,0 0 0,0 0 0,0 0 0,0 0 0,0 0 0,0 0 0,0 0 0,0 0 0,0 0 0,-1 0 0,1 0 0,0 0 0,0 0 0,0 0 0,0 0 0,0 0 0,0 0 0,3 0 0,-2 0 0,2 0 0,-3 0 0,0 0 0,0 0 0,0 0 0,0 0 0,0 0 0,0 0 0,0 0 0,0 0 0,0 0 0,0 0 0,0 0 0,0 0 0,0 0 0,0 0 0,0 0 0,0 0 0,0 0 0,0 0 0,0 0 0,0 0 0,0 0 0,0 0 0,0 0 0,-1 0 0,1 0 0,0 0 0,0 0 0,0 0 0,-3-3 0,2 2 0,-5-5 0,2 2 0,-3-3 0,-3 3 0,2-2 0,-2 2 0,3-3 0,-3 3 0,2-2 0,-5 2 0,5-3 0,-5 3 0,5-3 0,-2 4 0,0-1 0,2-3 0,-5 3 0,5-3 0,-5 0 0,5 0 0,-5 3 0,5-2 0,-5 5 0,5-5 0,-5 2 0,5-3 0,-5 0 0,5 0 0,-5 3 0,5-2 0,-5 5 0,5-5 0,-2 2 0,0 0 0,2-2 0,-2 2 0,0-3 0,-1 0 0,0 0 0,1 0 0,0 0 0,-1 0 0,0 0 0,1 0 0,-1 0 0,4 0 0,-3 0 0,-1 3 0,4-3 0,-3 3 0,-1-3 0,4 0 0,-7 3 0,7-2 0,-4 2 0,1-9 0,-1 8 0,1-8 0,-1 9 0,4-3 0,-3 0 0,2 0 0,-5-3 0,5 2 0,-2-2 0,3 3 0,-3 3 0,2-2 0,-2 2 0,3-3 0,-3 3 0,2-3 0,-2 4 0,3-4 0,-3 3 0,2-3 0,-5 7 0,5-7 0,-5 7 0,2-4 0,0 1 0,-2 3 0,2-4 0,-3 4 0,0 0 0,0 0 0,0 0 0,0 0 0,0 0 0,0 0 0,0 0 0,0 0 0,0 0 0,-4 0 0,4 0 0,-4 0 0,4 0 0,0 0 0,0 0 0,-3 0 0,2 3 0,-2-2 0,3 2 0,0-3 0,0 0 0,0 0 0,0 0 0,3 3 0,-2-2 0,2 2 0,-3-3 0,0 3 0,0-2 0,0 2 0,0-3 0,0 3 0,0-2 0,0 2 0,0-3 0,0 3 0,0-2 0,0 2 0,-1-3 0,5 3 0,-4-2 0,3 2 0,-3-3 0,0 0 0,0 0 0,0 3 0,0-2 0,0 5 0,-3-5 0,2 2 0,1 0 0,1-2 0,2 2 0,-3-3 0,3 3 0,-2-2 0,2 2 0,-3-3 0,3 3 0,-2-2 0,2 2 0,-3-3 0,0 3 0,0-2 0,0 2 0,0 0 0,0-2 0,-1 2 0,1-3 0,4 3 0,-4-2 0,3 2 0,-3-3 0,-3 0 0,2 0 0,-2 0 0,3 0 0,0 0 0,0 0 0,0 0 0,0 0 0,0 0 0,0 0 0,0 0 0,-6 0 0,4 0 0,-4 0 0,6 0 0,-4 0 0,4 0 0,-4 0 0,8 0 0,-1 0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07:37.957"/>
    </inkml:context>
    <inkml:brush xml:id="br0">
      <inkml:brushProperty name="width" value="0.2" units="cm"/>
      <inkml:brushProperty name="height" value="1.2" units="cm"/>
      <inkml:brushProperty name="color" value="#F6630D"/>
      <inkml:brushProperty name="inkEffects" value="pencil"/>
    </inkml:brush>
  </inkml:definitions>
  <inkml:trace contextRef="#ctx0" brushRef="#br0">21 36 16383,'4'11'0,"-1"-1"0,-3-3 0,0 0 0,0 0 0,0 0 0,3-3 0,-2 2 0,2-2 0,-3 3 0,0 0 0,0 0 0,0 0 0,0 0 0,0 0 0,3 0 0,-2 0 0,2 0 0,-3 0 0,0 0 0,0 0 0,0 0 0,3-4 0,-2 4 0,2-3 0,-3 3 0,0-1 0,3 5 0,-2-4 0,2 3 0,-3-3 0,0 0 0,0 0 0,0 0 0,0 0 0,3 0 0,-2 0 0,2 0 0,-3 0 0,0 0 0,0 3 0,3-2 0,-2 2 0,2-3 0,-3 0 0,0 0 0,0 0 0,0 0 0,0 0 0,0 0 0,0 0 0,3-3 0,-2 2 0,2-2 0,-3 3 0,0 0 0,0 0 0,0 0 0,0 0 0,0 0 0,0 0 0,0-1 0,0 1 0,0 0 0,0 0 0,0 0 0,0 0 0,0 0 0,3 3 0,-2-2 0,2 2 0,-3-3 0,0 0 0,3 0 0,-2 0 0,2 0 0,-3 0 0,0 0 0,3 0 0,-2 0 0,2 0 0,-3 0 0,0 0 0,0 0 0,3-3 0,-2 2 0,2-2 0,-3 3 0,0 0 0,3-3 0,-2 2 0,2-2 0,-3 3 0,3 0 0,-2 0 0,2 0 0,0-4 0,-2 4 0,2-3 0,-3 2 0,0 1 0,0 0 0,3 0 0,-2 0 0,2 0 0,-3 0 0,0 0 0,0 0 0,0 0 0,-4-3 0,4 2 0,-3-2 0,-1 0 0,4 2 0,-3-2 0,3 3 0,3-3 0,-3 2 0,7-5 0,-4 2 0,4-3 0,0 3 0,0-2 0,0 2 0,0-3 0,0 0 0,0 0 0,0 0 0,0 0 0,0 0 0,0 0 0,0 0 0,0 0 0,0 0 0,0 0 0,0 0 0,0 0 0,0 0 0,0 0 0,0 0 0,0 0 0,0 0 0,0 0 0,0 0 0,0 0 0,0 0 0,0 0 0,3 0 0,-2 0 0,5 0 0,-2 0 0,-1 0 0,0 0 0,-3 0 0,0 0 0,0 0 0,0 0 0,0 0 0,0 0 0,0 0 0,0 0 0,0 0 0,0 0 0,0-3 0,0 2 0,3-2 0,-2 3 0,2 0 0,-3-3 0,0 2 0,0-2 0,0 3 0,0 0 0,0 0 0,0 0 0,0 0 0,0 0 0,0 0 0,0 0 0,-3-3 0,2 2 0,-5-5 0,5 5 0,-5-5 0,5 2 0,-5-3 0,5 3 0,-6-2 0,7 5 0,-7-5 0,7 2 0,-7-3 0,4 0 0,-4 0 0,3 3 0,-3-3 0,3 3 0,-3-3 0,0 0 0,0 0 0,0 0 0,4 3 0,-4-2 0,3 2 0,-3-3 0,0 0 0,0 0 0,0 0 0,0 0 0,0 0 0,0 0 0,0 0 0,0 0 0,0 0 0,0 0 0,0 0 0,0 0 0,0 0 0,0 0 0,0 0 0,-3 3 0,3-3 0,-4 4 0,4-5 0,0 1 0,0 0 0,0-3 0,0 2 0,0-2 0,-3 3 0,3 0 0,-4 0 0,4 0 0,0 0 0,-3-6 0,2 4 0,-5-4 0,5 6 0,-2 0 0,3 0 0,-3 0 0,2 0 0,-5-10 0,2 11 0,0-10 0,1 12 0,3-3 0,-3 3 0,2-2 0,-2 2 0,3-3 0,0-6 0,0 4 0,0-4 0,0 6 0,-3 3 0,2-2 0,-2 2 0,3-3 0,0-3 0,0 2 0,0-2 0,0 3 0,0 0 0,0 0 0,0-4 0,0 4 0,0-4 0,0 4 0,0-3 0,3 6 0,-2-6 0,2 6 0,-3-3 0,0 0 0,0 0 0,0 0 0,0 0 0,0 0 0,0 0 0,0 0 0,-3 0 0,2 0 0,-5 3 0,5-2 0,-5 5 0,2-5 0,-3 5 0,0-2 0,3 0 0,-2 2 0,2-2 0,0 0 0,-2 2 0,-1-2 0,-1 0 0,-2 2 0,3-2 0,3 0 0,-3 2 0,4-2 0,-5 3 0,1 0 0,0-3 0,-9 2 0,7-2 0,-8-1 0,10 4 0,0-3 0,0 3 0,0-4 0,0 4 0,0-3 0,0 3 0,0 0 0,0 0 0,0 0 0,-7-4 0,6 4 0,-5-4 0,6 4 0,-1 0 0,1 0 0,0 0 0,0 0 0,0 0 0,0-3 0,0 3 0,0-4 0,0 4 0,0 0 0,-3 0 0,2 0 0,-2 0 0,3 0 0,0-3 0,0 3 0,0-4 0,0 4 0,0 0 0,0 0 0,0 0 0,0 0 0,0 0 0,0 0 0,0 0 0,-4 0 0,4 0 0,-4 0 0,4 0 0,0-3 0,0 2 0,0-2 0,0 3 0,0 0 0,0 0 0,-3 0 0,2 0 0,-2 0 0,3 0 0,6 0 0,11 0 0,-1 0 0,8 0 0,-10 0 0,-3 3 0,2-2 0,-2 2 0,3-3 0,0 0 0,0 0 0,-4 0 0,0 0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07:39.978"/>
    </inkml:context>
    <inkml:brush xml:id="br0">
      <inkml:brushProperty name="width" value="0.2" units="cm"/>
      <inkml:brushProperty name="height" value="1.2" units="cm"/>
      <inkml:brushProperty name="color" value="#F6630D"/>
      <inkml:brushProperty name="inkEffects" value="pencil"/>
    </inkml:brush>
  </inkml:definitions>
  <inkml:trace contextRef="#ctx0" brushRef="#br0">79 32 16383,'-7'11'0,"3"-1"0,1-3 0,3 0 0,0 0 0,0 0 0,0 0 0,0 0 0,0 0 0,0 0 0,0 0 0,0 0 0,0 0 0,0 0 0,0 0 0,0 0 0,0 0 0,0 0 0,0 0 0,0 0 0,0 0 0,0 0 0,0 0 0,0 0 0,0 0 0,0 0 0,3-4 0,-2 4 0,2-4 0,-3 4 0,0 0 0,0 0 0,0 0 0,0 0 0,0 0 0,0 0 0,0 0 0,0 0 0,0 0 0,0 0 0,0 0 0,0 0 0,0 0 0,0 0 0,0 0 0,0 0 0,0 0 0,0 0 0,0 0 0,0 0 0,3-3 0,-2 2 0,5-5 0,-2 2 0,3 0 0,0-2 0,0 2 0,0-3 0,0 0 0,0 3 0,-1-2 0,1 2 0,4-3 0,-4 0 0,3 0 0,-3 0 0,0 0 0,0 0 0,0 0 0,0 0 0,0 0 0,0 0 0,0 0 0,0 0 0,0 0 0,3 0 0,-2 0 0,2 0 0,-3 0 0,0 0 0,0 0 0,0 0 0,3 0 0,-2 0 0,5 0 0,-5 0 0,2 0 0,0 0 0,-3-3 0,7 2 0,-4-2 0,1 3 0,-1 0 0,-3-3 0,0 2 0,0-2 0,0 3 0,0 0 0,0 0 0,0 0 0,0 0 0,0-3 0,0 2 0,0-2 0,0 3 0,0 0 0,0 0 0,-3-3 0,5 2 0,-4-2 0,5 3 0,-3 0 0,0 0 0,0 0 0,3 0 0,-2 0 0,-1-3 0,-1 2 0,-2-2 0,3 3 0,0 0 0,0-4 0,0 4 0,0-3 0,0 3 0,-1 0 0,1 0 0,0 0 0,0 0 0,0 0 0,0 0 0,0 0 0,-3-4 0,2 4 0,-2-3 0,3 3 0,0 0 0,0 0 0,0 0 0,0 0 0,0 0 0,0 0 0,0 0 0,0 0 0,0 0 0,0 0 0,0 0 0,0 0 0,0 0 0,0 0 0,0 0 0,0 0 0,0 0 0,0 0 0,0 0 0,0 0 0,0 0 0,0 0 0,0 0 0,0 0 0,0 0 0,-1 0 0,1 0 0,0 0 0,-3-4 0,3 4 0,-4-4 0,1 1 0,2-1 0,-5-3 0,2 0 0,-3 0 0,0 0 0,0 0 0,0 0 0,0 0 0,0 0 0,3 3 0,-2-2 0,2 2 0,-3-3 0,0 0 0,0 0 0,0 0 0,0 0 0,0 0 0,0 0 0,0 0 0,0 0 0,0 0 0,3 0 0,-2 0 0,2 0 0,-3-1 0,0 1 0,0 0 0,0 0 0,0 0 0,0 0 0,0 0 0,0 0 0,0 0 0,3 3 0,-2-2 0,2 2 0,-3-3 0,0 0 0,0 0 0,0 0 0,0 0 0,0 0 0,0 0 0,0 0 0,0 0 0,0 0 0,-3 3 0,2-2 0,-5 5 0,5-5 0,-5 5 0,2-2 0,-3 3 0,0 0 0,0 0 0,0 0 0,0 0 0,0 0 0,0 0 0,0 0 0,0 0 0,0 0 0,0 0 0,0 0 0,0 0 0,-4 0 0,4 0 0,-3 0 0,2 0 0,1 0 0,0 0 0,0 0 0,0 0 0,0 0 0,0 0 0,0 0 0,0 0 0,3-4 0,-5 4 0,4-3 0,-5 3 0,0 0 0,2 0 0,-5 0 0,5 0 0,-5 0 0,5 0 0,-2 0 0,3 0 0,0 0 0,0 0 0,0 0 0,0 0 0,0 0 0,-3 0 0,2 0 0,-2 0 0,3 0 0,-1 0 0,1 0 0,0 0 0,0 0 0,0 0 0,0-4 0,0 4 0,0-3 0,0 3 0,-3 0 0,2 0 0,-2 0 0,3 0 0,0 0 0,-3 0 0,2 0 0,-2 0 0,3 0 0,0 0 0,0 0 0,0 0 0,0 0 0,0 0 0,0 0 0,0 0 0,0 0 0,-1 0 0,1 0 0,0 0 0,0 0 0,0 0 0,0 0 0,0 0 0,0 0 0,0 0 0,0 0 0,0 3 0,0-3 0,0 3 0,0-3 0,0 0 0,0 0 0,0 0 0,3 4 0,-2-4 0,2 3 0,-3-3 0,0 0 0,0 0 0,0 4 0,0-4 0,0 3 0,-1-3 0,1 0 0,0 0 0,0 0 0,0 0 0,0 0 0,0 0 0,-6 0 0,4 0 0,-4 4 0,6-4 0,0 3 0,0-3 0,0 0 0,-6 4 0,4-4 0,-4 3 0,6-3 0,0 0 0,0 0 0,0 3 0,0-2 0,3 2 0,0-3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07:41.535"/>
    </inkml:context>
    <inkml:brush xml:id="br0">
      <inkml:brushProperty name="width" value="0.2" units="cm"/>
      <inkml:brushProperty name="height" value="1.2" units="cm"/>
      <inkml:brushProperty name="color" value="#F6630D"/>
      <inkml:brushProperty name="inkEffects" value="pencil"/>
    </inkml:brush>
  </inkml:definitions>
  <inkml:trace contextRef="#ctx0" brushRef="#br0">1 943 16383,'0'-15'0,"0"2"0,0 6 0,0 0 0,0 0 0,0 0 0,0 0 0,0 0 0,0 0 0,0 0 0,0 0 0,0 0 0,0 0 0,0 0 0,0 0 0,0 0 0,0 0 0,0-1 0,0 1 0,0 0 0,0 0 0,0 0 0,0 0 0,0 0 0,0 0 0,0 0 0,0 0 0,0 0 0,0-3 0,0 2 0,0-2 0,0 3 0,0 0 0,3-3 0,-2-1 0,2 0 0,-3-2 0,3 5 0,-2-2 0,2 3 0,-3 0 0,0-7 0,3 6 0,-3-6 0,4 7 0,-4 0 0,0 0 0,0 0 0,0 0 0,0 0 0,0 0 0,3 0 0,-3 0 0,4 0 0,-4 0 0,0 0 0,0 0 0,0 0 0,0 0 0,3 0 0,-3-3 0,4 2 0,-4-5 0,0 5 0,0-2 0,3 0 0,-3-1 0,4 0 0,-4 1 0,0 3 0,0-4 0,0 4 0,0-4 0,0 1 0,0 2 0,0-2 0,0 3 0,0 0 0,0 0 0,3 0 0,-3 0 0,3 0 0,-3-3 0,0 2 0,0-2 0,0 3 0,0 0 0,0 0 0,0 0 0,0 0 0,0 0 0,0 0 0,0 0 0,0 0 0,0 0 0,0 0 0,0-1 0,0 1 0,0 0 0,0 0 0,0 0 0,0 0 0,0 0 0,0 0 0,0 0 0,0 0 0,0 0 0,0 0 0,0 0 0,0 0 0,0 0 0,-3 3 0,3-2 0,-4 2 0,4-3 0,0 0 0,0 0 0,0 0 0,0 0 0,4 3 0,-1 1 0,4 3 0,0 0 0,0 0 0,0 0 0,0 0 0,0 0 0,0 0 0,0 0 0,0 0 0,0 0 0,0 0 0,0 0 0,0 0 0,0 0 0,0 0 0,0 0 0,0 0 0,0 0 0,0 0 0,0 0 0,0 0 0,0 0 0,0 0 0,0 0 0,0 0 0,0 0 0,0 0 0,0 0 0,0 0 0,0 0 0,0 0 0,0 0 0,-1 0 0,1 0 0,0 0 0,0 0 0,0 0 0,0 0 0,0 0 0,0 0 0,0 0 0,0 0 0,0 0 0,0 0 0,0 0 0,0 0 0,0 0 0,0 0 0,0 0 0,0 0 0,0 0 0,0 0 0,0 0 0,-3 3 0,-1 1 0,-3 3 0,0 0 0,0 0 0,0-1 0,0 1 0,0 4 0,0-4 0,0 3 0,0-3 0,0 0 0,0 3 0,0-2 0,0 2 0,0 0 0,0-2 0,0 2 0,0-3 0,0 0 0,0 0 0,0 0 0,0 0 0,0 0 0,0 3 0,0-2 0,0 2 0,0-3 0,0 0 0,0 0 0,0 0 0,0 0 0,0 0 0,3 0 0,-2 0 0,2 0 0,-3 0 0,0-1 0,0 1 0,0 0 0,0 0 0,0 0 0,0 0 0,0 0 0,0 0 0,0 0 0,0 0 0,0 0 0,0 0 0,0 0 0,0 0 0,0 0 0,0 0 0,0 0 0,0 0 0,0 0 0,0 0 0,0 0 0,0 0 0,0 0 0,0 0 0,0 0 0,0 0 0,0 0 0,0 0 0,0 0 0,0 0 0,0 0 0,0 0 0,-3-4 0,2 4 0,-2-3 0,3 3 0,0 0 0,0-1 0,0 1 0,0 0 0,0 0 0,0 0 0,0 0 0,0 0 0,0 0 0,0 0 0,0 0 0,0 0 0,0 0 0,0 0 0,0 0 0,0 0 0,0 0 0,0 0 0,0 0 0,0 0 0,-3-3 0,2 2 0,-2-2 0,3 3 0,0 0 0,0 0 0,0 0 0,0 0 0,0 0 0,0 0 0,0 0 0,0 0 0,0 0 0,0 0 0,3-4 0,-2 1 0,2-4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07:44.005"/>
    </inkml:context>
    <inkml:brush xml:id="br0">
      <inkml:brushProperty name="width" value="0.2" units="cm"/>
      <inkml:brushProperty name="height" value="1.2" units="cm"/>
      <inkml:brushProperty name="color" value="#F6630D"/>
      <inkml:brushProperty name="inkEffects" value="pencil"/>
    </inkml:brush>
  </inkml:definitions>
  <inkml:trace contextRef="#ctx0" brushRef="#br0">8 1 16383,'-3'11'0,"2"2"0,-2-9 0,3 3 0,0-1 0,0 1 0,0 0 0,0 0 0,0 0 0,0 0 0,0 0 0,0 0 0,0 0 0,0 0 0,0 0 0,0 0 0,0 0 0,0 0 0,0 0 0,0 0 0,0 0 0,0 0 0,0 3 0,0-2 0,0 2 0,0-3 0,0 3 0,0-2 0,0 2 0,0-3 0,0 0 0,0 0 0,3 0 0,-2 3 0,2-3 0,-3 4 0,0-4 0,0 3 0,0-3 0,0 3 0,0-3 0,3 0 0,-2 3 0,2-2 0,-3 2 0,0 0 0,0-2 0,0 2 0,0 0 0,0-2 0,0 5 0,0-5 0,0 2 0,0 0 0,0-2 0,3 5 0,-2-5 0,2 2 0,-3 0 0,0-2 0,0 2 0,0 0 0,0-3 0,0 4 0,0-5 0,0 5 0,0-4 0,0 3 0,0 0 0,0-2 0,0 2 0,0 3 0,0-4 0,0 7 0,0-8 0,0 2 0,0 0 0,3-2 0,-3 2 0,4-3 0,-4 3 0,0-2 0,0 2 0,0-3 0,0 0 0,0 0 0,0 3 0,0 1 0,3-1 0,-3 1 0,4-1 0,-4-3 0,0 7 0,0-7 0,0 3 0,3 0 0,-3-2 0,4 2 0,-4-3 0,0 0 0,3 0 0,-3 0 0,4 0 0,-4 0 0,0 0 0,0 0 0,0 0 0,0 0 0,0 0 0,3 0 0,-3 0 0,3 0 0,-3 0 0,0 0 0,0 0 0,0 0 0,0 0 0,0 0 0,0 0 0,4-3 0,-4 2 0,3-2 0,-3 3 0,0 0 0,0 0 0,0-1 0,0 1 0,0 0 0,0 0 0,0 0 0,0 0 0,0 0 0,4-3 0,-4 2 0,3-2 0,-3 3 0,0 0 0,0 0 0,0 0 0,0 0 0,0 0 0,0 0 0,0 0 0,0 0 0,0 0 0,0 0 0,0 0 0,0 0 0,0 0 0,0 0 0,0 0 0,0 0 0,0 0 0,0 0 0,0 0 0,0 0 0,0 0 0,0 0 0,0 0 0,0 0 0,0 0 0,0 0 0,0-1 0,0 1 0,0 0 0,0 0 0,0 0 0,0 0 0,0 0 0,-3-3 0,-1-10 0,0 0 0,-2-4 0,5 4 0,-2 2 0,0 0 0,2-2 0,-2 2 0,0-3 0,2 0 0,-2 0 0,0 0 0,2 0 0,-2 0 0,3 0 0,-3 0 0,2 3 0,-2 1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07:45.779"/>
    </inkml:context>
    <inkml:brush xml:id="br0">
      <inkml:brushProperty name="width" value="0.2" units="cm"/>
      <inkml:brushProperty name="height" value="1.2" units="cm"/>
      <inkml:brushProperty name="color" value="#F6630D"/>
      <inkml:brushProperty name="inkEffects" value="pencil"/>
    </inkml:brush>
  </inkml:definitions>
  <inkml:trace contextRef="#ctx0" brushRef="#br0">0 0 16383,'11'4'0,"-1"-1"0,-3-3 0,0 0 0,0 0 0,0 0 0,0 0 0,-3 3 0,2-2 0,-2 2 0,3-3 0,0 0 0,0 0 0,0 0 0,0 0 0,0 0 0,0 0 0,3 0 0,-3 0 0,3 0 0,-3 0 0,0 0 0,0 0 0,0 0 0,0 0 0,0 0 0,0 0 0,0 0 0,0 0 0,0 0 0,0 0 0,0 0 0,0 0 0,0 0 0,0 0 0,0 0 0,0 0 0,0 0 0,0 0 0,0 0 0,0 0 0,0 0 0,0 0 0,0 0 0,0-3 0,0 2 0,3-2 0,-2 3 0,2 0 0,-3 0 0,0 0 0,0 0 0,0 0 0,0 0 0,-1 0 0,1 0 0,0-3 0,0 2 0,0-2 0,3 3 0,-2 0 0,2 0 0,-3 0 0,0 0 0,0 0 0,0 0 0,0 0 0,0 0 0,0 0 0,0 0 0,0 0 0,0 0 0,0 0 0,0 0 0,0 0 0,0 0 0,0 0 0,0 0 0,0 0 0,0 0 0,0 0 0,0 0 0,0 0 0,0 0 0,0 0 0,0 0 0,0 0 0,0 0 0,0 0 0,-1 0 0,1 0 0,0 0 0,0 0 0,0 0 0,0 0 0,0 0 0,0 0 0,0 0 0,0 0 0,0 3 0,0-2 0,0 2 0,0-3 0,0 0 0,0 0 0,0 0 0,0 0 0,0 0 0,0 0 0,0 0 0,0 0 0,0 0 0,0 0 0,0 3 0,0-2 0,0 2 0,0-3 0,0 0 0,0 0 0,0 0 0,0 0 0,0 0 0,0 0 0,0 0 0,0 0 0,-1 0 0,1 0 0,0 0 0,0 0 0,0 0 0,-3-3 0,2 2 0,-2-2 0,0 6 0,2 1 0,-5 3 0,2 0 0,-3 0 0,0 0 0,0 0 0,0 0 0,0 0 0,0 0 0,0 0 0,0 0 0,0 0 0,0 6 0,3-5 0,-2 6 0,2-8 0,-3 1 0,0 0 0,0 0 0,0 0 0,3 10 0,-2-8 0,2 7 0,-3-9 0,3 0 0,-2 0 0,2 0 0,-3 0 0,0 0 0,0 3 0,3 7 0,-2-4 0,2 3 0,-3-9 0,3 0 0,-2 0 0,2 3 0,-3 1 0,3 0 0,-2-1 0,2-3 0,-3 0 0,3 12 0,-2-9 0,5 9 0,-5-12 0,2 3 0,-3-2 0,0 2 0,0-3 0,3 0 0,-2 0 0,2 0 0,-3 0 0,3 0 0,-2 12 0,2-9 0,-3 10 0,3-13 0,-2 0 0,2 0 0,-3 0 0,0 3 0,0-2 0,3 2 0,-2-3 0,2 0 0,-3 0 0,3 12 0,-2-9 0,2 9 0,-3-9 0,0-2 0,0 2 0,3-3 0,-2 0 0,2 0 0,-3 0 0,0 0 0,0 0 0,0 3 0,3 10 0,-2-7 0,2 7 0,-3-13 0,0 0 0,3 0 0,-2 0 0,2 0 0,-3 0 0,0 3 0,0 1 0,0-1 0,3 13 0,1-16 0,0 15 0,-1-18 0,-3 6 0,0-3 0,0 0 0,0 0 0,0 0 0,0 0 0,3 9 0,-2-6 0,2 6 0,-3-9 0,0 0 0,0 0 0,0 0 0,0 0 0,0 3 0,0-2 0,0 2 0,0-3 0,0 0 0,0 0 0,0 0 0,0 0 0,0 0 0,0-1 0,0 1 0,0 0 0,0 0 0,0 0 0,0 0 0,0 0 0,0 0 0,0 0 0,0 0 0,0 0 0,0 0 0,0 0 0,0 0 0,0 3 0,0-2 0,0 2 0,0-3 0,0 0 0,0 0 0,0 0 0,0 0 0,0 0 0,0 0 0,0-22 0,0 13 0,0-16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07:47.663"/>
    </inkml:context>
    <inkml:brush xml:id="br0">
      <inkml:brushProperty name="width" value="0.2" units="cm"/>
      <inkml:brushProperty name="height" value="1.2" units="cm"/>
      <inkml:brushProperty name="color" value="#F6630D"/>
      <inkml:brushProperty name="inkEffects" value="pencil"/>
    </inkml:brush>
  </inkml:definitions>
  <inkml:trace contextRef="#ctx0" brushRef="#br0">15 1 16383,'3'14'0,"-2"0"0,2-7 0,-3 0 0,0 0 0,0-1 0,0 1 0,3 0 0,-2 0 0,2 0 0,-3 0 0,0 0 0,0 0 0,0 0 0,0 0 0,0 0 0,3 0 0,-2 0 0,2 0 0,-3 0 0,0 0 0,0 0 0,3 0 0,-2 0 0,2 15 0,-3-11 0,3 12 0,-2-13 0,2-2 0,-3 2 0,0-3 0,0 0 0,3 0 0,-2 3 0,2-3 0,-3 3 0,0 1 0,0-4 0,0 6 0,0-5 0,0 2 0,0-3 0,0 0 0,0 0 0,0 0 0,0 3 0,3-2 0,-2 2 0,2 0 0,-3-2 0,0 2 0,0-3 0,0 9 0,0-7 0,0 8 0,0-10 0,0 0 0,0 0 0,0 0 0,0 3 0,0-3 0,0 7 0,0-7 0,0 3 0,0-3 0,0 3 0,0-2 0,0 2 0,0-3 0,-3 0 0,2 0 0,-2 0 0,3 0 0,0 0 0,0 0 0,0 0 0,0 0 0,0 0 0,-4 0 0,4 0 0,-3 0 0,3 0 0,0 0 0,0 0 0,0 0 0,0 0 0,-4-3 0,4 2 0,-3-2 0,3 3 0,0 0 0,-4-3 0,4 2 0,-4-2 0,4 3 0,0 0 0,-3-4 0,3 4 0,-4-3 0,4 2 0,-3-2 0,3 3 0,-4-4 0,4 4 0,-3-3 0,2 2 0,-2-2 0,3 3 0,0 0 0,-3-3 0,2 2 0,-5-2 0,5 3 0,-2 0 0,3 0 0,10-9 0,-5 0 0,8-5 0,-6 4 0,-3 0 0,2 2 0,-2-2 0,3 3 0,0 0 0,0 0 0,0-3 0,0 2 0,0-2 0,0 3 0,0 0 0,0 0 0,0 0 0,0 0 0,0 0 0,0 0 0,0 0 0,0-3 0,0 2 0,0-2 0,0 3 0,0 0 0,0 0 0,-1 0 0,1 0 0,0 0 0,0 0 0,0 0 0,0 0 0,0 0 0,0 0 0,0 0 0,0 0 0,0 0 0,0 0 0,0 0 0,0 0 0,0 0 0,0 0 0,0 0 0,0 0 0,0 0 0,0 0 0,-3-3 0,2 2 0,-2-2 0,3 3 0,0 0 0,0 0 0,0 0 0,0 0 0,0 0 0,0 0 0,-3-3 0,-1-1 0,-3-3 0,0 0 0,0 0 0,0 0 0,-3 3 0,2-3 0,-2 0 0,3 0 0,0-4 0,0 4 0,0 0 0,-3 0 0,2-3 0,-2 2 0,3-2 0,0 3 0,0 0 0,0 0 0,0 0 0,0 0 0,-4-9 0,4 6 0,-3-6 0,3 6 0,0 2 0,0-2 0,0 3 0,-4 3 0,4-3 0,-3 4 0,3-14 0,0 8 0,-4-8 0,4 10 0,-4 0 0,4 0 0,0 0 0,-3 0 0,3 0 0,-4 0 0,4 0 0,-3-16 0,3 12 0,-7-11 0,7 15 0,-7-10 0,6 8 0,-2-8 0,3 10 0,-3 0 0,2-3 0,-2 2 0,0-2 0,2 3 0,-2 0 0,3 0 0,0 0 0,0 0 0,-3 0 0,2-3 0,-5 2 0,5-2 0,-2 3 0,3 0 0,0 0 0,0 0 0,0 0 0,-3 0 0,2 0 0,-2 0 0,3-1 0,-3 1 0,2 0 0,-2 0 0,3 0 0,0 0 0,0 0 0,0 0 0,-3 0 0,2 0 0,-2 0 0,3 0 0,0 0 0,-3 3 0,2-2 0,-2 2 0,3-3 0,0 0 0,0 0 0,0 0 0,0 0 0,0 0 0,0 0 0,0 0 0,-3 3 0,2-3 0,-2 4 0,3-4 0,0-1 0,0 1 0,0 0 0,0 0 0,-3 3 0,-1 1 0,-3 3 0,0 0 0,0 0 0,0 0 0,0 0 0,0 0 0,0 0 0,0 0 0,0 0 0,0 0 0,0 0 0,-1 0 0,1 0 0,0 0 0,0 0 0,0 0 0,0 0 0,0 0 0,0 0 0,0 0 0,0 0 0,0 0 0,0 0 0,0 0 0,0 0 0,0 0 0,0 0 0,0 0 0,0 0 0,0 0 0,3 0 0,1 0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07:56.322"/>
    </inkml:context>
    <inkml:brush xml:id="br0">
      <inkml:brushProperty name="width" value="0.2" units="cm"/>
      <inkml:brushProperty name="height" value="1.2" units="cm"/>
      <inkml:brushProperty name="color" value="#F6630D"/>
      <inkml:brushProperty name="inkEffects" value="pencil"/>
    </inkml:brush>
  </inkml:definitions>
  <inkml:trace contextRef="#ctx0" brushRef="#br0">1 890 16383,'10'-4'0,"0"1"0,-3 0 0,0 2 0,0-2 0,0 3 0,0 0 0,0 0 0,0 0 0,0 0 0,0 0 0,0 0 0,0 0 0,0 0 0,0 0 0,0 0 0,0 0 0,0 0 0,0 0 0,0 0 0,0 0 0,0 0 0,0 0 0,0 0 0,0 0 0,0 0 0,0 0 0,0 0 0,0 0 0,0 0 0,0 0 0,0 0 0,0 0 0,0 0 0,0 0 0,-1 0 0,1 0 0,0 0 0,0 0 0,3 3 0,-2-2 0,2 2 0,-3-3 0,3 0 0,1 0 0,0 0 0,-1 0 0,0 3 0,1-2 0,0 2 0,2-3 0,-5 0 0,5 0 0,-2 0 0,0 3 0,2-2 0,-2 2 0,0-3 0,2 0 0,-6 0 0,7 0 0,-4 3 0,4-2 0,0 2 0,0-3 0,-3 0 0,2 0 0,-2 0 0,3 0 0,0 0 0,0 0 0,-3 0 0,2 3 0,-2-2 0,3 2 0,0-3 0,0 0 0,0 0 0,0 0 0,-1 0 0,1 0 0,0 0 0,0 0 0,0 0 0,0 0 0,0 0 0,0 0 0,0 0 0,7 0 0,-5 0 0,6 0 0,-8 0 0,6 0 0,-5 0 0,5 0 0,2 0 0,-9 0 0,15 0 0,-16 0 0,10 0 0,-8 0 0,7 0 0,-8 0 0,15 0 0,-15 0 0,8 0 0,1 0 0,-7 0 0,4 0 0,-6 0 0,5 0 0,-2 0 0,5 0 0,-7 0 0,0 0 0,0 0 0,8 0 0,-6 0 0,5 0 0,-7 0 0,0 0 0,-3 0 0,9-5 0,-7 4 0,5-3 0,-4 4 0,-4 0 0,4 0 0,0 0 0,0 0 0,-3 0 0,2 0 0,-2 0 0,3 0 0,-3 0 0,2 0 0,-2 0 0,0 0 0,2 0 0,-5 0 0,2 0 0,3 0 0,-1 0 0,1 0 0,-2 0 0,-1 0 0,-3 0 0,3 0 0,-3 0 0,0 0 0,0 0 0,0 0 0,0 0 0,0 0 0,0 0 0,0 0 0,3 0 0,-2 0 0,2 0 0,-3 0 0,0 0 0,0 0 0,0 0 0,0 0 0,0 0 0,-3 3 0,2-2 0,-2 2 0,3-3 0,0 0 0,0 0 0,-3-4 0,-1 1 0,-3-4 0,0-1 0,0 1 0,0 0 0,0 0 0,0 0 0,0-3 0,0 2 0,0-2 0,-3 6 0,2-2 0,-2 2 0,3-3 0,0 0 0,0 0 0,0 0 0,-3 0 0,2 0 0,-2 0 0,3 0 0,-3-6 0,2 4 0,-2-4 0,3 6 0,-3 3 0,2-6 0,-2 6 0,-1-6 0,4 2 0,-3 1 0,3 0 0,0 0 0,-4 0 0,4 0 0,-3 0 0,-1-3 0,4 2 0,-4-5 0,1 8 0,3-4 0,-4 2 0,1-1 0,3-2 0,-4 3 0,4 0 0,-3 0 0,2 0 0,-2 0 0,3 0 0,-3-3 0,2 2 0,-2-2 0,3 3 0,-3 0 0,2-1 0,-2 1 0,3 0 0,0 0 0,0 0 0,0 0 0,0 0 0,0 0 0,0 0 0,0 0 0,0 0 0,0 0 0,0 0 0,0 0 0,0 0 0,3 0 0,-2 0 0,5 0 0,-5 0 0,2 0 0,0 3 0,-2-2 0,5 2 0,-5-3 0,5 0 0,-2 3 0,0-3 0,2 0 0,-2 3 0,0-6 0,2 6 0,-2 0 0,0-2 0,2 5 0,-5-5 0,5 5 0,-5-5 0,5 5 0,-5-5 0,5 5 0,-2-2 0,0 0 0,2-1 0,-2 0 0,3 1 0,0 0 0,0-1 0,0 0 0,0 1 0,0 3 0,0-3 0,0 2 0,0-2 0,0 3 0,0 0 0,-4-3 0,4 2 0,-4-2 0,4 3 0,0 0 0,0 0 0,0 0 0,0 0 0,0 0 0,0 0 0,0 0 0,0 0 0,3 0 0,-2 0 0,2 0 0,-3 0 0,0 3 0,0-2 0,0 2 0,0-3 0,0 0 0,0 3 0,0-2 0,0 5 0,0-5 0,3 2 0,1 0 0,0 1 0,-1 0 0,-3 2 0,0-5 0,0 5 0,0-5 0,0 5 0,-1-2 0,1 0 0,0 2 0,0-2 0,0 0 0,0 2 0,0-2 0,0-1 0,0 4 0,0-3 0,0 3 0,0 0 0,0-1 0,0 1 0,0 0 0,3-3 0,-5 2 0,7-2 0,-7 3 0,5 0 0,0 0 0,-5 0 0,7 0 0,-7 0 0,11 6 0,-8-4 0,6 4 0,-4-3 0,-3-2 0,4 2 0,-1-3 0,-3 3 0,3-2 0,1 2 0,-4 0 0,3-2 0,0 2 0,-2-3 0,2 3 0,0-3 0,1 10 0,3-9 0,-3 5 0,-1-6 0,-3 0 0,3 3 0,-2-2 0,-1 2 0,2 0 0,-4-2 0,5 2 0,-3-3 0,0 0 0,0 3 0,0-5 0,-3 7 0,2-7 0,-2 5 0,3-3 0,0 3 0,0 1 0,-1 0 0,-2-1 0,3-3 0,-7 0 0,7 0 0,-4 0 0,1 0 0,2 0 0,-5 0 0,2 0 0,0 3 0,-2-3 0,5 3 0,-5-3 0,2 0 0,-3 0 0,0 0 0,0 0 0,0 0 0,0 0 0,0 0 0,0 0 0,0 0 0,0 3 0,0 1 0,0 0 0,0-1 0,0-3 0,-3 0 0,2 0 0,-2 0 0,0 0 0,2 0 0,-5-3 0,5 2 0,-5-2 0,5 3 0,-5 0 0,5 0 0,-5-3 0,-7 11 0,6-9 0,-8 7 0,11-6 0,-3-7 0,0 7 0,0-4 0,0 1 0,0-1 0,0 1 0,-4-1 0,-21 7 0,15-5 0,-15 1 0,25-6 0,-3 0 0,2 3 0,-5-2 0,5 2 0,-2-3 0,3 0 0,-3 0 0,-4 0 0,2 0 0,-4 0 0,8 0 0,-5 0 0,5 0 0,-5 0 0,5 0 0,-5 0 0,5 0 0,-5-3 0,5 2 0,-5-2 0,5 3 0,-5 0 0,5-3 0,-5 2 0,5-2 0,-6 3 0,7-3 0,-7 2 0,7-2 0,-7 3 0,7-3 0,-7 2 0,6-2 0,-2 0 0,3 2 0,-3-2 0,2 0 0,-2 2 0,0-5 0,-1 5 0,-3-5 0,3 5 0,1-5 0,3 5 0,0-5 0,0 5 0,0-5 0,0 5 0,3-5 0,-2 5 0,2-5 0,-3 2 0,0-3 0,0 0 0,3 0 0,-3 3 0,7-3 0,-3 4 0,3-4 0,-4 3 0,4-3 0,-3 3 0,3-3 0,0 0 0,0 0 0,0 0 0,0 0 0,0 0 0,0 0 0,0 0 0,0 0 0,0 0 0,0 0 0,3 0 0,1 0 0,-1 0 0,4 0 0,-7 0 0,7 3 0,-7-2 0,7 5 0,-7-5 0,6 5 0,-5-5 0,5 5 0,-2-5 0,3 2 0,0-3 0,0 0 0,0 3 0,-3-3 0,2 7 0,-2-4 0,3 1 0,0-1 0,0 1 0,0-4 0,0 3 0,0 0 0,0 1 0,0 0 0,0 2 0,0-5 0,0 5 0,0-2 0,0 0 0,0 2 0,0-5 0,0 5 0,0-2 0,0 3 0,0 0 0,0-3 0,0 2 0,0-2 0,0 3 0,0 0 0,-1 0 0,11 0 0,-8 0 0,7 0 0,-9 0 0,0 0 0,0 3 0,0-2 0,3 5 0,-2-5 0,-1 5 0,-1-5 0,-5 8 0,2-4 0,-3 5 0,0-3 0,0 6 0,0-4 0,-3 4 0,2-6 0,-2 0 0,0-3 0,2 2 0,-2-2 0,0 0 0,-1 8 0,-3-7 0,3 9 0,-2-7 0,2-1 0,0 1 0,-2 0 0,2 0 0,0 0 0,-9 7 0,11-6 0,-11 5 0,10-6 0,-1 0 0,-3-3 0,3 2 0,1-2 0,-4 3 0,3-3 0,0 2 0,-2-2 0,-7 12 0,4-6 0,-8 6 0,13-9 0,-2 0 0,-1 0 0,2 0 0,-4 0 0,5 0 0,-3-3 0,0 2 0,-3 1 0,2-3 0,-15 21 0,10-17 0,-7 14 0,10-15 0,-1 0 0,4 0 0,-7 0 0,7 3 0,-4-2 0,1-1 0,-1 2 0,0-4 0,1 5 0,-12 3 0,8-1 0,-13 2 0,16-7 0,-2-1 0,5-2 0,-5 3 0,5 0 0,-5 0 0,5 0 0,-5 0 0,5 0 0,-2 0 0,-6 3 0,3-3 0,-4 4 0,7-8 0,0 4 0,2-4 0,-2 4 0,3-3 0,0 3 0,0-4 0,0 4 0,-1-3 0,1 2 0,0-2 0,0 0 0,0 2 0,0-2 0,3 3 0,-2-3 0,2 2 0,-3-5 0,3 5 0,-2-2 0,2 0 0,0 2 0,-2-2 0,5 3 0,-5 0 0,5 0 0,-5 0 0,5 0 0,-2 0 0,3 0 0,0 0 0,0 0 0,0 0 0,0 0 0,0 0 0,3 0 0,-2 0 0,5 0 0,-2 0 0,3 0 0,-3 0 0,2-4 0,-2 4 0,3-7 0,-3 7 0,5-3 0,-4 2 0,5-2 0,-3 3 0,0-4 0,0 4 0,3-3 0,-3 2 0,7-2 0,-7 0 0,3 2 0,0-2 0,-2 0 0,2 2 0,0-2 0,-2 3 0,5 0 0,-2 0 0,3-3 0,0 2 0,-3-2 0,2 0 0,-2 2 0,3-2 0,0 3 0,0-3 0,0 2 0,0-2 0,7 0 0,-5 2 0,5-5 0,-7 5 0,14-2 0,-11 0 0,18 3 0,-19-5 0,13 2 0,-6-4 0,1 3 0,4-2 0,-4 2 0,-1-3 0,6 0 0,-13 0 0,13 0 0,-14 3 0,14-2 0,-5 2 0,13-3 0,-5 0 0,5 0 0,-14 0 0,6-5 0,-6 4 0,1-3 0,5-1 0,-14 4 0,14-8 0,-5 8 0,6-4 0,1 0 0,0 0 0,0-1 0,-8-2 0,6 8 0,-6-8 0,8 2 0,-8-3 0,6 4 0,-6-3 0,1 4 0,5-6 0,-6 1 0,0 3 0,-1-1 0,-1 1 0,2-3 0,1 0 0,-3 1 0,0-1 0,9-3 0,-5 3 0,2-3 0,-13 5 0,0-3 0,0 5 0,0-7 0,0 7 0,0-5 0,0 3 0,0 0 0,-3-3 0,2 2 0,-2-2 0,3 3 0,-3 0 0,5-6 0,-4 4 0,5-7 0,-7 8 0,0-5 0,-3 5 0,0-2 0,0-1 0,3 4 0,-2-7 0,2 7 0,-6-4 0,5 1 0,-7 2 0,7-2 0,-5 0 0,0 2 0,2-5 0,-2 5 0,0-5 0,2 5 0,-5-5 0,5 5 0,-5-2 0,2 0 0,-3 2 0,3-5 0,-2 5 0,2-5 0,-3 5 0,0-5 0,0 5 0,0-8 0,0 4 0,0-2 0,0 1 0,0 5 0,-3-2 0,2 0 0,-5-1 0,5 0 0,-2-2 0,0 5 0,2-2 0,-5-1 0,2 4 0,0-7 0,-2 7 0,-4-25 0,1 19 0,-1-16 0,3 19 0,4 2 0,-4-2 0,0 0 0,-1 2 0,1-5 0,0 5 0,0-2 0,0 3 0,0-3 0,-15-17 0,11 12 0,-12-10 0,16 18 0,0 0 0,-3-3 0,2 2 0,-5-6 0,5 7 0,-2 0 0,-22-15 0,18 14 0,-18-12 0,25 14 0,-3 5 0,2-5 0,-2 2 0,3 0 0,-3-2 0,-1 2 0,-3-3 0,0 3 0,3 1 0,1 0 0,3 2 0,0-2 0,-3 3 0,2 0 0,-2 0 0,3-3 0,0 2 0,0-2 0,0 3 0,0 0 0,0 0 0,0 0 0,-3 0 0,2 0 0,-2 0 0,3 0 0,-1 0 0,1 0 0,0 0 0,0 3 0,0-2 0,0 5 0,0-2 0,0 0 0,0 2 0,0-2 0,3 3 0,-2 0 0,2-3 0,0 2 0,-2-2 0,5 3 0,-5-3 0,2 2 0,-3 1 0,3 0 0,-2 4 0,2-5 0,0 1 0,-2 0 0,2 0 0,0 0 0,-2 0 0,2 3 0,0-2 0,-3 2 0,4-3 0,-4 0 0,-1 3 0,1-2 0,4 2 0,-4-3 0,3 3 0,-3-2 0,3 5 0,-2-5 0,2 5 0,-3-5 0,0 2 0,3 0 0,-2-2 0,2 5 0,0-2 0,-2-1 0,2 1 0,-3-1 0,3 4 0,-2 0 0,2 3 0,0-6 0,-2 2 0,5-2 0,-5 0 0,5 2 0,-2-2 0,0 0 0,2 2 0,-2-2 0,0 0 0,2-1 0,-2 0 0,3 1 0,-3 6 0,2-6 0,-2 6 0,3-10 0,0 7 0,0-7 0,0 6 0,0-5 0,0 2 0,0 0 0,0-2 0,0 5 0,0-5 0,0 2 0,0-3 0,0 0 0,0 0 0,0 3 0,0-2 0,3 2 0,-2-3 0,2 0 0,-3 0 0,3 0 0,-2 0 0,2 0 0,-3 0 0,3 0 0,-3 0 0,4 0 0,-4 0 0,3-4 0,-3 4 0,4-3 0,-4 3 0,0-1 0,3-2 0,-3 3 0,7-7 0,-7 7 0,7-7 0,-4 3 0,1 0 0,3-2 0,-4 2 0,4-3 0,0 0 0,0 3 0,0-2 0,0 2 0,0-3 0,0 0 0,-3 3 0,2-2 0,-2 2 0,3-3 0,-3 3 0,2-2 0,-2 2 0,0 0 0,-10 1 0,0 0 0,-7-1 0,6-3 0,0 0 0,0 0 0,0 0 0,0 0 0,0 0 0,0 0 0,0 0 0,-4 0 0,4 0 0,-4 0 0,4 0 0,0 0 0,-3 0 0,2 0 0,-5 0 0,5 0 0,-5 0 0,5 0 0,-2 0 0,0 0 0,-1 0 0,-18 0 0,11 0 0,-12-3 0,19 2 0,-2-2 0,2 3 0,0 0 0,-2 0 0,2-3 0,-3 2 0,0-2 0,3 0 0,-2 2 0,-28-10 0,20 9 0,-22-8 0,32 9 0,-2-5 0,2 5 0,0-5 0,1 2 0,0 0 0,-1-3 0,0 7 0,-2-7 0,-11 0 0,7 0 0,-6-4 0,9 7 0,7-2 0,-4 2 0,1 0 0,2-5 0,-5 7 0,5-7 0,-5 5 0,5-3 0,-5 0 0,-7-15 0,7 14 0,-10-17 0,18 20 0,-4-5 0,2 0 0,2 2 0,-4-2 0,5 0 0,-3 2 0,0-5 0,0 2 0,3 0 0,-12-21 0,13 16 0,-13-13 0,16 15 0,-7 3 0,3 1 0,1-4 0,-4 3 0,7 1 0,-4-4 0,1 3 0,2-3 0,-2 0 0,0-21 0,2 18 0,-2-18 0,3 24 0,-3-3 0,2 3 0,-2-2 0,3 2 0,0 0 0,0-10 0,0 12 0,0-12 0,3-15 0,-2 16 0,2-19 0,-3 28 0,0-2 0,3 2 0,-2 0 0,2-2 0,-3 5 0,0-5 0,0 5 0,3-2 0,1-22 0,0 15 0,-1-15 0,-3 22 0,0-1 0,3 4 0,-2-7 0,2 7 0,-3-4 0,0 4 0,0-3 0,3 2 0,-2-5 0,5 2 0,-5 0 0,2 1 0,0 3 0,-2 0 0,2 0 0,-3-3 0,3 5 0,-2-4 0,5 5 0,-5-6 0,5 5 0,-5-4 0,2 2 0,3-7 0,-1 2 0,5-4 0,-3 8 0,0-2 0,-3 3 0,5 0 0,-7 0 0,7 0 0,-5 0 0,0 0 0,5-1 0,-8 1 0,15-3 0,-11 6 0,9-6 0,-8 6 0,1-3 0,0 0 0,4 0 0,-4 0 0,6 0 0,-5 0 0,5 0 0,-5 3 0,5-2 0,-5 2 0,5-3 0,-2 3 0,6-5 0,-2 4 0,2-5 0,-3 6 0,0-2 0,0 2 0,0 0 0,0-2 0,-1 5 0,9-7 0,-6 4 0,2-2 0,3 3 0,-9 0 0,10 2 0,5-6 0,-9 2 0,17 0 0,-19 2 0,5 3 0,-7 0 0,8-5 0,-7 4 0,14-3 0,-13 4 0,13 0 0,-13 0 0,13-5 0,-14 4 0,14-4 0,-13 5 0,19 0 0,-17 0 0,17 0 0,-19 0 0,12 0 0,-12 0 0,6 0 0,-1 0 0,2 0 0,1 0 0,-3 3 0,1-2 0,-7 2 0,7 0 0,-1-2 0,3 2 0,-1-3 0,6 5 0,-13-4 0,5 7 0,0-8 0,-5 6 0,6-5 0,-1 7 0,-5-4 0,5 1 0,1-1 0,-6-1 0,5 1 0,-7 3 0,7-4 0,-8 4 0,21 1 0,-19-3 0,9 6 0,-3-6 0,-12 2 0,12 2 0,-10-2 0,3 0 0,0-3 0,-3 2 0,2 1 0,-2 1 0,-1-1 0,4 2 0,-7-4 0,3 5 0,4 0 0,-6-3 0,8 4 0,-8-5 0,2 1 0,-3 0 0,0 0 0,0 0 0,0 0 0,0 0 0,0 0 0,-3 0 0,2 0 0,-2 0 0,0 0 0,2 3 0,-2-2 0,0 5 0,2-8 0,-5 4 0,2-5 0,-3 3 0,0 0 0,0 0 0,0 0 0,0 0 0,0 0 0,0 0 0,0 0 0,0 0 0,0 0 0,0 3 0,0-2 0,0 2 0,0-3 0,-3 0 0,2 0 0,-2-1 0,0 1 0,2 0 0,-5 0 0,5 0 0,-5 0 0,5 3 0,-5-2 0,2 2 0,0-3 0,-6 6 0,6-4 0,-6 4 0,3-3 0,3-2 0,-3 2 0,0-3 0,3 0 0,-6 0 0,6 0 0,-3 3 0,-3-2 0,-1 5 0,0-5 0,1-1 0,0-1 0,2-2 0,-2 3 0,0 0 0,2-4 0,-5 4 0,5-3 0,-5 2 0,5-2 0,-2 3 0,0-4 0,-1 1 0,0-1 0,-2 1 0,5-4 0,-2 3 0,-7 0 0,8-2 0,-10 2 0,8-3 0,0 0 0,-2 0 0,5 0 0,-6 0 0,7 0 0,-7 0 0,7 0 0,-7 0 0,3 0 0,1 0 0,-4 0 0,3 0 0,-3-3 0,0 2 0,0-2 0,3 3 0,-2-3 0,2 2 0,0-2 0,-2 3 0,2-3 0,0 2 0,-2-2 0,5 0 0,-5 2 0,5-2 0,-5 0 0,2 2 0,0-2 0,-2 0 0,5 2 0,-5-2 0,5 0 0,-5 2 0,5-2 0,-2 0 0,3 2 0,-3-2 0,2 3 0,-2-3 0,3 2 0,0-2 0,-4 3 0,4 0 0,-7-3 0,7 2 0,-4-2 0,1 3 0,2 0 0,-2 0 0,3 0 0,0 0 0,0 0 0,0 0 0,0 0 0,0 0 0,0 0 0,0 0 0,0 0 0,0 0 0,-3 0 0,2 0 0,-2 0 0,3 0 0,0 0 0,0 0 0,0 0 0,0 0 0,0 0 0,0 0 0,-1 0 0,1 3 0,0-2 0,0 2 0,0 0 0,0-2 0,0 2 0,3 0 0,-2-2 0,2 2 0,-3 0 0,0 1 0,0 0 0,0 2 0,0-2 0,-6 9 0,4-8 0,-1 8 0,4-9 0,2 3 0,-3 0 0,3 0 0,-2 0 0,2-4 0,0 4 0,1-4 0,-7 14 0,8-8 0,-11 7 0,13-9 0,-7 0 0,3 0 0,0 0 0,-2 0 0,5 0 0,-5 0 0,5 0 0,-2 0 0,0 16 0,-1-13 0,0 13 0,1-16 0,0 0 0,2 0 0,-2 3 0,3-2 0,0 2 0,0-3 0,-3 0 0,2 0 0,-5 15 0,5-11 0,-2 11 0,0-15 0,2 0 0,-2 3 0,3-2 0,0 2 0,0-3 0,0 0 0,0 0 0,0 0 0,0 0 0,0 12 0,0-5 0,0 6 0,0-7 0,0-5 0,0 2 0,0-3 0,0 0 0,3 0 0,-2 0 0,2 0 0,3 12 0,-1-9 0,2 9 0,-1-12 0,-5 0 0,5-3 0,-2 2 0,0-2 0,2 3 0,-2 0 0,12 9 0,-7-6 0,8 6 0,-10-12 0,0 2 0,0-2 0,0 0 0,-1-1 0,1 0 0,0-2 0,0 2 0,0 0 0,16 4 0,-12-2 0,11 4 0,-15-8 0,0 2 0,0-3 0,0 3 0,3-2 0,-2 2 0,2-3 0,0 0 0,-2 0 0,5 0 0,13 0 0,-11 0 0,14 0 0,-22 0 0,7 0 0,-7 0 0,6 0 0,-5 0 0,5 0 0,-5 0 0,5 0 0,-2 0 0,25-10 0,-17 8 0,14-7 0,-20 6 0,-5 2 0,2-6 0,-3 7 0,3-7 0,1 4 0,-1-1 0,0 1 0,-3-1 0,22-6 0,-16 2 0,15-6 0,-18 7 0,-2 3 0,2-2 0,-3 2 0,0 0 0,0-2 0,0 2 0,0 0 0,0-2 0,12-7 0,-9 3 0,7-6 0,-8 12 0,-8-2 0,9 2 0,-6-3 0,3 0 0,-4 0 0,4 0 0,0-4 0,0 0 0,3 1 0,-6-1 0,3 4 0,-7 0 0,6 0 0,-2 0 0,0 0 0,2 0 0,-5 0 0,5 3 0,-5-2 0,5 2 0,-5-3 0,2 0 0,-3-3 0,3 2 0,-2-2 0,2 0 0,0 5 0,-2-4 0,2 5 0,-3-3 0,0 0 0,0 0 0,3 0 0,-2-1 0,2 1 0,-3 0 0,0 0 0,0 0 0,3 0 0,-2 0 0,2 0 0,-3 0 0,0 0 0,0 0 0,0 0 0,3 3 0,-2-2 0,2 2 0,-3-3 0,0 0 0,0 0 0,0 0 0,0 0 0,0 0 0,-3 0 0,2 0 0,-2 0 0,3 0 0,0 0 0,0 0 0,-3-1 0,2 1 0,-2 0 0,3 0 0,0 0 0,0 0 0,0 0 0,0 0 0,-3 0 0,5 3 0,2 4 0,4 1 0,-1 5 0,-1-5 0,-2 2 0,0 0 0,2-2 0,-2 2 0,3 0 0,0-2 0,0 2 0,0 0 0,0-2 0,0 2 0,0 0 0,0-2 0,0 5 0,0-5 0,-1 2 0,1 0 0,0-2 0,0 5 0,0-5 0,3 2 0,1 0 0,0-2 0,-1 5 0,-3-5 0,3 2 0,-2 0 0,2-2 0,0 2 0,-2 0 0,2-2 0,0 2 0,-2 0 0,2-2 0,0 2 0,-2 0 0,5-2 0,-5 2 0,2-3 0,0 3 0,1-2 0,-1 2 0,0 0 0,1-2 0,-4 2 0,6-3 0,-5 0 0,5 3 0,-5-2 0,2 2 0,0-3 0,1 3 0,0-3 0,5 4 0,-4-1 0,2-3 0,-1 4 0,-5-4 0,5 0 0,-5 0 0,2 0 0,0 0 0,-2 0 0,5 0 0,-6 3 0,7-3 0,-4 4 0,1-4 0,2 0 0,-2 0 0,3 0 0,-3 0 0,-1 0 0,0 0 0,1 0 0,0 0 0,-1 0 0,0 0 0,-2 0 0,2 0 0,0 0 0,-2 0 0,2 0 0,0 0 0,-2 0 0,2 0 0,0 0 0,-2 0 0,2 0 0,-3 0 0,0 0 0,3 0 0,-3 0 0,3 0 0,-3 0 0,0 0 0,3 0 0,-2 0 0,2 0 0,-3 0 0,0 0 0,6 0 0,-4 0 0,4 0 0,-3 0 0,-2 0 0,2 0 0,0 0 0,-2 0 0,2 0 0,-3 0 0,0 0 0,0 0 0,3 0 0,-2 0 0,2 0 0,-3 0 0,0 0 0,3-4 0,-3 4 0,3-3 0,-3 3 0,0 0 0,3 0 0,-2 0 0,2 0 0,-3 0 0,0 0 0,0 0 0,3 0 0,-2 0 0,2 0 0,-3 0 0,0 0 0,0 0 0,3 0 0,-2 0 0,2 0 0,-3 0 0,0 0 0,0 0 0,0 0 0,3-4 0,-2 4 0,2-4 0,-3 4 0,3 0 0,-3 0 0,7 0 0,-7 0 0,3 0 0,-3-3 0,0 3 0,0-4 0,0 4 0,0 0 0,0 0 0,0 0 0,0 0 0,0 0 0,0 0 0,0-3 0,0 3 0,0-4 0,0 4 0,0 0 0,0 0 0,0 0 0,-3-3 0,2 2 0,-2-2 0,3 3 0,0 0 0,0 0 0,-3-3 0,2 2 0,-2-2 0,3 3 0,0 0 0,0 0 0,0 0 0,0 0 0,0 0 0,0-3 0,0 2 0,0-2 0,0 3 0,-1 0 0,1 0 0,0 0 0,0 0 0,0 0 0,3 0 0,-2 0 0,2 0 0,-3 0 0,0 0 0,0 0 0,0 0 0,3 0 0,-2 0 0,2 0 0,-3 0 0,0 0 0,0 0 0,3 0 0,-2 0 0,2 0 0,-3 0 0,0 0 0,0 0 0,0 0 0,0 0 0,0 0 0,0 0 0,3 0 0,-3 0 0,4 0 0,-5 0 0,1 0 0,0 0 0,7 0 0,-6 0 0,5 0 0,-6 0 0,0 0 0,0 0 0,0 0 0,0 0 0,0 0 0,-3-3 0,2 2 0,-2-2 0,3 3 0,0 0 0,-3-3 0,-1-1 0,-3-3 0,-3 3 0,2-2 0,-2 2 0,3-3 0,-3 3 0,2-2 0,-2 2 0,3-3 0,-3 3 0,2-2 0,-2 2 0,0 0 0,2-2 0,-5 5 0,5-5 0,-2 2 0,0 0 0,-1 1 0,0 0 0,-2 2 0,5-5 0,-5 5 0,2-6 0,-3 7 0,3-7 0,-3 7 0,4-3 0,-1-1 0,-3 4 0,3-4 0,1 1 0,-4 3 0,3-4 0,-3 1 0,0 3 0,3-7 0,-2 6 0,-1-2 0,2 0 0,-4 2 0,5-2 0,-3 3 0,3-3 0,-2 2 0,2-2 0,-3 0 0,0 2 0,0-2 0,0 3 0,3-3 0,-2 2 0,2-2 0,0 0 0,-2 2 0,2-2 0,-3 3 0,3-3 0,-3 2 0,4-2 0,-4 3 0,-1-3 0,1 2 0,0-2 0,3 0 0,-2 2 0,2-2 0,-3 3 0,0 0 0,0-3 0,0 2 0,0-2 0,0 3 0,0-3 0,0 2 0,0-2 0,0 3 0,0 0 0,0 0 0,0 0 0,3-3 0,-2 2 0,2-2 0,0 6 0,1 1 0,6 3 0,-2 0 0,5-3 0,-5 2 0,5-2 0,-2 0 0,-1 2 0,1-2 0,-1 0 0,1 2 0,3-2 0,-1 0 0,-2 2 0,3-5 0,-4 5 0,4-5 0,-3 5 0,2-6 0,-5 7 0,5-7 0,-2 7 0,3-7 0,0 7 0,0-7 0,0 7 0,0-7 0,0 7 0,0-7 0,0 3 0,-3 1 0,2-4 0,-2 3 0,3 1 0,0-4 0,3 6 0,-2-5 0,2 2 0,-3 0 0,0 1 0,0 0 0,0-1 0,0-3 0,0 0 0,-3 3 0,2-2 0,-2 2 0,3 0 0,0-2 0,0 2 0,0-3 0,0 0 0,-1 3 0,1-2 0,0 5 0,0-5 0,0 2 0,0-3 0,0 3 0,0-2 0,0 2 0,0-3 0,0 0 0,0 3 0,0-2 0,0 2 0,0 0 0,0-2 0,0 2 0,0-3 0,0 3 0,0-2 0,0 5 0,0-5 0,0 2 0,0-3 0,-3 3 0,2-2 0,-2 2 0,0 0 0,-1 1 0,0 0 0,-2 2 0,2-2 0,-3 3 0,0 0 0,0 0 0,0 0 0,0 0 0,0 0 0,-3-3 0,2 2 0,-2-2 0,0 0 0,2 2 0,-5-5 0,5 5 0,-6-5 0,7 5 0,-7-2 0,4-1 0,-1 4 0,-3-7 0,3 7 0,-3-3 0,0-1 0,0 4 0,-6 0 0,4 0 0,-4 3 0,6-6 0,0 2 0,0-5 0,0 5 0,0-2 0,0 0 0,-6 5 0,4-7 0,-4 7 0,6-5 0,0 0 0,0 2 0,0-5 0,0 5 0,-1-5 0,5 5 0,-13 1 0,10 1 0,-11-1 0,10-1 0,0-5 0,0 5 0,0-2 0,0 0 0,3 2 0,-2-5 0,-4 11 0,1-6 0,-1 7 0,4-9 0,2-1 0,0 0 0,1 1 0,0 3 0,-1 0 0,-3 0 0,3 0 0,-3-4 0,7 4 0,-7-7 0,7 7 0,-3-3 0,-1-1 0,4 4 0,-7-7 0,3 3 0,1-6 0,-4 3 0,3-4 0,10 14 0,-4-5 0,11 8 0,-9-9 0,-1-1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10:38.301"/>
    </inkml:context>
    <inkml:brush xml:id="br0">
      <inkml:brushProperty name="width" value="0.2" units="cm"/>
      <inkml:brushProperty name="height" value="1.2" units="cm"/>
      <inkml:brushProperty name="color" value="#008C3A"/>
      <inkml:brushProperty name="inkEffects" value="pencil"/>
    </inkml:brush>
  </inkml:definitions>
  <inkml:trace contextRef="#ctx0" brushRef="#br0">1 7581 16383,'7'-11'0,"3"4"0,-7 4 0,1 0 0,6 2 0,-9-5 0,8 5 0,-8-6 0,5 7 0,-2-3 0,3-1 0,0 1 0,0-1 0,-3-3 0,2 7 0,-2-4 0,0 1 0,2 3 0,-2-4 0,3 4 0,-3-3 0,2 2 0,-2-5 0,3 5 0,0-5 0,0 5 0,0-2 0,0 0 0,0 2 0,0-2 0,0 0 0,0 2 0,0-2 0,0 0 0,0 2 0,0-2 0,0 0 0,0 2 0,0-5 0,0 5 0,0-2 0,-1 0 0,1 2 0,0-5 0,0 5 0,0-2 0,0 3 0,-3-3 0,2 2 0,-2-2 0,6 0 0,-2-1 0,2 0 0,-3 1 0,0 3 0,0-3 0,0 2 0,0-5 0,0 5 0,3-5 0,-2 5 0,5-5 0,-5 2 0,2 0 0,-3 1 0,0 0 0,0 2 0,0-5 0,0 5 0,0-6 0,0 7 0,0-7 0,0 7 0,0-3 0,0-1 0,-1 4 0,1-7 0,4 3 0,-4 1 0,3-4 0,-3 7 0,0-7 0,0 6 0,0-5 0,0 5 0,3-5 0,-2 2 0,2 0 0,-3-2 0,0 5 0,0-2 0,0 0 0,0 2 0,0-5 0,-3 2 0,5 0 0,-1-2 0,3 2 0,-1 0 0,-3-2 0,0 5 0,0-2 0,0 0 0,0 2 0,0-5 0,3 2 0,-3 0 0,3-2 0,-3 5 0,-3-5 0,3 5 0,-4-2 0,4 0 0,0 2 0,0-2 0,-3 0 0,5 2 0,-4-5 0,11 2 0,-7-3 0,7 3 0,-11-3 0,4 7 0,-5-3 0,3-1 0,0 0 0,0 1 0,0-1 0,-3 1 0,2 3 0,-2-4 0,3 1 0,0 2 0,0-5 0,0 5 0,-3-5 0,2 5 0,-2-2 0,3 0 0,0 2 0,-4-5 0,4 5 0,-3-5 0,3 5 0,-1-5 0,5 2 0,-7-3 0,6 3 0,-7-2 0,4 5 0,0-5 0,0 5 0,-3-5 0,2 5 0,-2-5 0,0 2 0,2 0 0,-2-2 0,3 2 0,0 0 0,-3-2 0,5 2 0,-4-3 0,5 3 0,-6-2 0,2 2 0,-2-3 0,3 3 0,-3-3 0,2 7 0,-2-7 0,3 3 0,0-3 0,0 0 0,0 3 0,0-2 0,-3 2 0,2-3 0,-2 3 0,3-2 0,0 2 0,0-3 0,0 3 0,-4-2 0,4 2 0,-3 0 0,2-2 0,1 2 0,0-3 0,-3 0 0,6 0 0,-9 0 0,8 3 0,-5-2 0,0 2 0,2 0 0,-5-2 0,5 5 0,-2-5 0,0 2 0,2 0 0,-2-3 0,3 4 0,0-4 0,0 3 0,-3-3 0,-1 3 0,0 1 0,-2-4 0,5 3 0,-2 0 0,3-2 0,0 5 0,-3-5 0,2 2 0,-2-3 0,0 0 0,2 3 0,-2-2 0,3 2 0,0-3 0,0 0 0,0 3 0,-3-2 0,2 5 0,-5-5 0,5 5 0,-5-5 0,5 2 0,-2 0 0,0-2 0,2 5 0,-6-5 0,7 5 0,-7-5 0,7 5 0,-7-5 0,7 5 0,-4-5 0,1 2 0,9-7 0,-8 4 0,8-4 0,-6 4 0,0 0 0,0 0 0,3-3 0,-2 2 0,2 1 0,-6 1 0,2 2 0,-2-3 0,3 0 0,0 0 0,0 3 0,-3-2 0,8-1 0,-6-1 0,7-2 0,-6 3 0,-3 0 0,2 3 0,-2-2 0,0 2 0,2 0 0,-5-2 0,5 2 0,-2 0 0,3-3 0,3-3 0,-2 5 0,2-8 0,-3 9 0,0-3 0,-1 0 0,1 0 0,0 0 0,0 0 0,0 0 0,10-9 0,-8 6 0,4-6 0,-7 12 0,-2-2 0,0 2 0,2 0 0,-2-2 0,0 2 0,2 0 0,-2-2 0,6-5 0,-2 3 0,2-2 0,-6 3 0,2 3 0,-2 1 0,0-4 0,2 3 0,-2-3 0,3 0 0,6-6 0,-4 4 0,1-4 0,-4 6 0,-2 3 0,3-2 0,0 2 0,-4-3 0,4 0 0,-3 3 0,-1-2 0,4 2 0,-4 0 0,1-2 0,3 5 0,-7-5 0,7 5 0,-4-5 0,1 2 0,2-3 0,-2 3 0,0-3 0,2 7 0,4-13 0,-4 8 0,6-5 0,-11 3 0,5 3 0,-2 0 0,0-2 0,2 5 0,-5-5 0,5 5 0,-5-5 0,5 2 0,-2 0 0,3-2 0,-3 2 0,2 0 0,-5-2 0,5 5 0,-5-5 0,5 5 0,-5-5 0,5 2 0,-2-3 0,3 0 0,6-6 0,-4 4 0,4-4 0,-6 6 0,0 3 0,-3-2 0,2 5 0,-6-6 0,7 7 0,-7-7 0,7 4 0,-3-5 0,3 1 0,-1 4 0,-2-4 0,3 6 0,-7-5 0,7 5 0,-7-5 0,6 5 0,-2-5 0,3 2 0,-3-3 0,2 3 0,-2-2 0,3 2 0,0-3 0,0 3 0,-3-2 0,2 5 0,-5-5 0,5 5 0,-2-5 0,3 2 0,0-3 0,0 0 0,0 3 0,0-2 0,0 2 0,3-3 0,-2 0 0,2 0 0,-3 3 0,-3-3 0,2 7 0,-5-7 0,5 7 0,-2-7 0,3 7 0,-3-7 0,2 3 0,-2 1 0,0-4 0,2 7 0,-2-4 0,-1 1 0,4 2 0,-3-5 0,3 2 0,-1-3 0,1 3 0,0-2 0,-3 2 0,2 0 0,-2 1 0,3 0 0,0-1 0,0-3 0,0 3 0,-3-2 0,2 5 0,-2-5 0,3 5 0,0-2 0,-3 0 0,2-1 0,-2 0 0,3-2 0,0 2 0,0 0 0,0-2 0,0 5 0,0-5 0,0 2 0,0 0 0,0-2 0,0 2 0,0-3 0,0 3 0,0-3 0,0 4 0,0-1 0,0 0 0,0 1 0,-4-1 0,7-3 0,-6 3 0,6-2 0,-3 2 0,0 0 0,-3-2 0,3 5 0,-4-5 0,4 2 0,0 0 0,0-2 0,0 2 0,0 0 0,0-2 0,-3 2 0,5-3 0,-4 3 0,5-2 0,-3 2 0,3-3 0,-2 0 0,2 0 0,-3 3 0,0-2 0,0 2 0,0-3 0,0 3 0,-3-2 0,2 2 0,1 0 0,1-3 0,5 4 0,-9-5 0,6 1 0,-6 0 0,3 4 0,0-4 0,0 3 0,-1 0 0,1-2 0,0 2 0,0-3 0,0 3 0,0-2 0,0 2 0,0 0 0,0-2 0,3-1 0,-2 2 0,2-4 0,-3 5 0,0 0 0,0-2 0,0 2 0,0 0 0,0-2 0,0 2 0,0 0 0,0-2 0,0 2 0,0 0 0,0-2 0,0 2 0,0 0 0,-3-3 0,5 4 0,-4-4 0,5-1 0,-3 1 0,3 4 0,-6-4 0,6 6 0,-6-5 0,2 2 0,1 0 0,0-2 0,0 2 0,0-3 0,16-9 0,-12 6 0,11-6 0,-12 9 0,-5 0 0,7 0 0,-7 3 0,5-2 0,-3 2 0,0-3 0,0 0 0,0 0 0,18-13 0,-10 10 0,12-10 0,-17 13 0,-3 0 0,0 0 0,-1 0 0,1 0 0,4 0 0,-4 0 0,3 0 0,-3 0 0,6-3 0,-4 5 0,4-7 0,-3 7 0,-2-5 0,2 6 0,-3-2 0,0 2 0,0-6 0,3 5 0,-2-4 0,2 2 0,-3 2 0,0-4 0,0 5 0,3-3 0,-2 0 0,2 0 0,-3-1 0,0 1 0,0 0 0,3 0 0,-3 0 0,3 3 0,-3-2 0,0 2 0,0-3 0,0 0 0,0 0 0,0 0 0,0 0 0,0 0 0,3-3 0,-2 5 0,2-4 0,-3 5 0,0-3 0,0 0 0,0 0 0,0 3 0,0-2 0,0 2 0,0-3 0,0 0 0,0 0 0,0 3 0,0-3 0,0 4 0,0-5 0,-3 1 0,2 0 0,-2 0 0,3 3 0,0-2 0,0 2 0,0-3 0,-4 0 0,4 3 0,-3-2 0,3 2 0,-1-3 0,1 3 0,0-2 0,0 2 0,-3-3 0,2 0 0,-2 3 0,3-2 0,0 2 0,0-3 0,0 0 0,0 0 0,0 0 0,0 3 0,0-2 0,0 2 0,0-3 0,0 3 0,-3-3 0,2 4 0,1-8 0,1 4 0,2-1 0,-3 2 0,0 2 0,0-3 0,0 3 0,0-2 0,0 2 0,0-3 0,0 0 0,0 0 0,0 3 0,0-2 0,0 2 0,0-3 0,0 3 0,-1-2 0,1 2 0,0-3 0,0 0 0,0 0 0,0 0 0,0 3 0,0-2 0,0 2 0,3 0 0,-2-6 0,2 9 0,-3-9 0,0 7 0,0-4 0,0-1 0,0 1 0,0 0 0,0 4 0,0-4 0,3 3 0,-5-3 0,7 0 0,-7 0 0,5 0 0,-3 3 0,0-5 0,0 7 0,0-7 0,0 5 0,0-3 0,0 3 0,12-12 0,-9 10 0,9-10 0,-12 9 0,-3 0 0,6 3 0,-9-2 0,8 5 0,-5-5 0,3 2 0,0-3 0,0 3 0,-3-3 0,12-3 0,-10 5 0,10-8 0,-9 12 0,0-5 0,0 5 0,-3-5 0,2 2 0,-2 0 0,3-2 0,0 2 0,0-3 0,6-3 0,-5 5 0,6-1 0,-11 3 0,4-1 0,-3 0 0,3-2 0,0 5 0,-1-5 0,1 2 0,0 0 0,0-2 0,13-4 0,-10 4 0,9-6 0,-12 11 0,0-5 0,0 2 0,0 0 0,-3-3 0,2 7 0,-2-7 0,3 7 0,0-7 0,0 7 0,12-13 0,-9 8 0,13-6 0,-15 5 0,2 5 0,-3-5 0,0 2 0,0 0 0,0 1 0,0 0 0,0-1 0,-1 0 0,11-5 0,-8 4 0,7-5 0,-9 6 0,0-2 0,3 5 0,-2-5 0,2 5 0,-3-5 0,0 2 0,0 0 0,0-2 0,0 5 0,0-5 0,3 2 0,-2 0 0,2 1 0,-3 0 0,0 2 0,0-6 0,0 7 0,0-7 0,0 7 0,0-7 0,0 7 0,0-7 0,0 7 0,0-7 0,0 7 0,-1-7 0,5 3 0,-4 0 0,3-2 0,-3 5 0,0-2 0,0 0 0,0 2 0,0-5 0,0 5 0,0-2 0,0 3 0,0-3 0,3-1 0,-2 0 0,2-2 0,-3 5 0,0-2 0,0 0 0,0 2 0,0-5 0,0 5 0,0-5 0,0 5 0,0-2 0,0 0 0,0 2 0,0-2 0,0 0 0,0 2 0,3-5 0,-3 5 0,4-2 0,-5 0 0,1 2 0,-3-5 0,3 5 0,-4-2 0,4 0 0,0 2 0,0-5 0,0 5 0,0-2 0,0 0 0,0 2 0,0-5 0,3 5 0,-2-5 0,2 5 0,-3-6 0,0 7 0,0-7 0,3 7 0,-2-7 0,2 7 0,-3-7 0,3 7 0,-2-7 0,2 3 0,-3 0 0,0-2 0,0 5 0,3-5 0,-3 5 0,4-5 0,-4 5 0,-1-5 0,1 5 0,0-5 0,0 5 0,0-5 0,0 5 0,0-5 0,3 5 0,-2-5 0,2 5 0,0-5 0,-2 2 0,5-3 0,-2 3 0,0-2 0,2 2 0,-5 0 0,2-2 0,-3 5 0,0-5 0,0 5 0,0-5 0,0 5 0,0-5 0,0 5 0,0-5 0,0 5 0,3-5 0,-3 2 0,4 0 0,-1 1 0,-3-1 0,3 4 0,-3-7 0,3 7 0,-5-7 0,7 7 0,-7-7 0,8 3 0,-5 1 0,2-4 0,-3 6 0,0-5 0,3 5 0,-2-5 0,2 5 0,-3-5 0,0 5 0,0-5 0,0 5 0,0-5 0,0 5 0,0-2 0,0 0 0,0 2 0,0-5 0,0 5 0,0-5 0,0 5 0,12-8 0,-9 7 0,9-7 0,-12 8 0,0-5 0,0 5 0,0-5 0,0 5 0,0-5 0,0 5 0,0-5 0,0 5 0,3-5 0,13-5 0,-5 3 0,8-2 0,-15 3 0,-1 7 0,0-7 0,-2 3 0,2 1 0,-3-4 0,0 7 0,3-7 0,-3 6 0,16-11 0,-13 7 0,12-6 0,-14 5 0,2 5 0,-3-5 0,3 2 0,-2 0 0,2-2 0,0 5 0,-2-5 0,2 2 0,12-9 0,-11 7 0,12-6 0,-16 11 0,0-5 0,0 5 0,0-5 0,0 5 0,0-5 0,0 5 0,0-5 0,0 5 0,12-12 0,-9 8 0,12-5 0,-14 3 0,2 7 0,-3-7 0,0 3 0,0 1 0,0-4 0,0 6 0,0-5 0,0 5 0,15-14 0,-11 12 0,15-13 0,-18 15 0,2-5 0,-3 5 0,-3-5 0,5 5 0,-8-5 0,12 5 0,-9-5 0,22-7 0,-12 6 0,9-8 0,-13 14 0,-3-5 0,0 2 0,0 0 0,3-2 0,-2 2 0,2 0 0,13-9 0,-13 8 0,13-5 0,-16 3 0,0 7 0,0-7 0,0 6 0,0-5 0,0 5 0,0-5 0,3 5 0,1-5 0,-4 2 0,3 0 0,-7-2 0,4 5 0,0-5 0,0 5 0,0-5 0,0 5 0,3-5 0,-2 2 0,2 0 0,-3-2 0,3 2 0,-2 0 0,2 1 0,-6 0 0,2 2 0,-2-5 0,3 5 0,0-2 0,0 0 0,0 2 0,0-5 0,0 5 0,0-5 0,0 2 0,0 0 0,3-2 0,-2 5 0,2-5 0,-3 5 0,0-6 0,0 7 0,0-7 0,0 7 0,0-7 0,3 7 0,-3-7 0,3 7 0,-3-7 0,0 7 0,0-7 0,0 3 0,0 0 0,0 1 0,0 0 0,0-1 0,0 0 0,3 1 0,-2 0 0,2 2 0,-3-5 0,0 5 0,0-5 0,0 5 0,0-5 0,0 5 0,0-5 0,6 2 0,-4-3 0,4 3 0,-6-2 0,0 5 0,0-5 0,3 5 0,-3-5 0,4 5 0,-5-5 0,5 2 0,-4-3 0,6 0 0,-5 3 0,2-2 0,-3 5 0,0-2 0,-3 0 0,2 2 0,-5-5 0,5 5 0,-2-2 0,3-1 0,-3 1 0,2-1 0,-2 1 0,3 3 0,-3-4 0,2 4 0,-2-7 0,3 7 0,0-7 0,0 7 0,0-4 0,-3 1 0,2 3 0,-2-7 0,3 6 0,0-2 0,3 0 0,-2 2 0,-1-5 0,2 5 0,-8-5 0,9 5 0,-6-2 0,-1 0 0,4 2 0,-3-2 0,2 3 0,-2-3 0,3 2 0,-4-5 0,4 5 0,0-2 0,-3 0 0,2 2 0,-5-5 0,5 5 0,-2-2 0,3 0 0,0 2 0,-3-5 0,2 5 0,-5-5 0,5 5 0,-5-5 0,5 5 0,-2-5 0,3 2 0,0-3 0,-3 0 0,2 3 0,-5-2 0,5 2 0,-2-3 0,0 0 0,2 0 0,-5 0 0,5-1 0,-5 1 0,5 4 0,-5-4 0,2 3 0,0 0 0,-2-2 0,5 2 0,-2-3 0,0 0 0,-1 0 0,0 3 0,-2-2 0,2 2 0,0-3 0,-2 0 0,5 3 0,-5-2 0,2 2 0,-3-3 0,3 3 0,-2-2 0,2 2 0,0 0 0,-2-2 0,2 2 0,0 0 0,-2-2 0,2 2 0,-3-3 0,0 0 0,3 0 0,-3-1 0,4 1 0,-1 0 0,-3 0 0,4 0 0,-4 0 0,0 0 0,0 0 0,3 0 0,-3 0 0,4 0 0,-4 0 0,3 0 0,-3 0 0,4 0 0,-4 0 0,0 0 0,0 0 0,0 0 0,3 0 0,-3 0 0,3 0 0,-3 0 0,0 0 0,0 0 0,0-4 0,0 4 0,4 0 0,-4 0 0,3 3 0,-3-3 0,0 0 0,0 0 0,0 0 0,0 0 0,0 0 0,0-6 0,0 4 0,0-4 0,4 6 0,-4 0 0,3 0 0,-3 0 0,0 0 0,0 0 0,0-7 0,0 6 0,0-6 0,0 7 0,0 0 0,0 0 0,0 0 0,0 0 0,0 0 0,0-6 0,0 4 0,0-4 0,0 6 0,0 0 0,0 0 0,0 0 0,0 0 0,0-6 0,0 4 0,0-4 0,0 6 0,-3 0 0,3 0 0,-4 0 0,4-1 0,0-5 0,0 5 0,0-6 0,0 7 0,0 0 0,0 0 0,0 0 0,3-6 0,-2 4 0,2-4 0,-3 6 0,0 0 0,3 0 0,-2 0 0,2-7 0,-3 6 0,3-2 0,-2 3 0,2 4 0,-3-5 0,0 1 0,3-6 0,-2 5 0,2-6 0,-3 7 0,0 0 0,0 0 0,0 0 0,0-6 0,3 4 0,-2-4 0,2 6 0,-3 0 0,0 0 0,0 0 0,3-7 0,-2 6 0,2-5 0,-3 6 0,0-1 0,0 1 0,3 0 0,-2-3 0,5 2 0,-5-2 0,2 3 0,-3 0 0,0 0 0,3 3 0,-2-2 0,2 2 0,0-9 0,1 4 0,0-4 0,-1 6 0,0 0 0,-2 0 0,5 0 0,-5 0 0,2 0 0,0 0 0,-2 0 0,2 0 0,-3-1 0,3 1 0,-2 0 0,2 0 0,-3 0 0,0 0 0,3 0 0,-2 0 0,2 0 0,-3 0 0,0 0 0,3 0 0,-2 0 0,2 0 0,-3 0 0,0 0 0,3 3 0,-2-2 0,2 2 0,-3-3 0,0 0 0,0 0 0,0 0 0,0 0 0,3 3 0,-2-3 0,2 4 0,-3-5 0,0 1 0,0 0 0,3 0 0,-2 0 0,2 0 0,-3 0 0,0 0 0,3 3 0,-2-2 0,2 2 0,-3-3 0,0 0 0,3 3 0,-2-2 0,2 2 0,-3-3 0,3 0 0,-2 0 0,2 0 0,-3 0 0,3 3 0,-2-2 0,2 2 0,-3-3 0,0 0 0,0 0 0,3 3 0,-2-3 0,2 4 0,-3-5 0,0 1 0,0 0 0,0 0 0,0 0 0,0 0 0,3 0 0,-2 0 0,2 0 0,-3 0 0,0 0 0,0 0 0,0 0 0,0 0 0,0 0 0,0 0 0,0 0 0,0 0 0,0 0 0,0 0 0,0 0 0,0 0 0,0 0 0,0 0 0,3 3 0,-2-3 0,2 3 0,-3-3 0,0 0 0,0 0 0,0 0 0,0 0 0,0 0 0,0 0 0,0 0 0,0 0 0,0 0 0,0-3 0,0 2 0,0-2 0,3 3 0,-2 0 0,2 0 0,-3 0 0,0 0 0,0 0 0,0 0 0,0 0 0,0 0 0,0 0 0,0 0 0,0 0 0,0-1 0,0 1 0,0 0 0,0 0 0,3 3 0,-3-2 0,4 2 0,-4-3 0,0 0 0,0 0 0,0 0 0,0 0 0,0 0 0,0 0 0,0 0 0,-4 3 0,4-2 0,-3 2 0,3-3 0,0 0 0,0 0 0,0 0 0,0 0 0,0 0 0,0 0 0,0 0 0,0 0 0,0 0 0,0-1 0,0 1 0,0 0 0,0 0 0,3 0 0,-3 0 0,4 0 0,-1 3 0,0 1 0,4 3 0,0-3 0,0 2 0,0-2 0,-3 0 0,2 2 0,-2-2 0,3 3 0,0 0 0,0 0 0,0-3 0,3 2 0,-2-2 0,2 3 0,-3 0 0,0 0 0,3 0 0,-2 0 0,2 0 0,-3 0 0,0 0 0,0 0 0,0 0 0,0 3 0,0-2 0,0 2 0,0-3 0,0 0 0,-3 3 0,11 1 0,-9 0 0,11-1 0,-14 0 0,4-2 0,-7 5 0,3-2 0,1 3 0,-4 0 0,7-3 0,-7 2 0,3-2 0,0 3 0,-2 0 0,5 0 0,-5 0 0,5 0 0,-5 0 0,2 0 0,-3 0 0,3-4 0,-2 4 0,2-3 0,-3 3 0,0-1 0,0 1 0,0 0 0,0 0 0,0 0 0,0 0 0,0 0 0,0 0 0,3-3 0,-2 2 0,2-2 0,-3 3 0,0 0 0,0 0 0,0 0 0,0 0 0,0 0 0,0 0 0,0 0 0,0 0 0,0 0 0,-3-3 0,2 2 0,-2-2 0,0 0 0,2 2 0,-2-2 0,0 0 0,2 2 0,-5-5 0,5 5 0,-2-2 0,0 0 0,2 2 0,-5-2 0,5 3 0,-5-3 0,5 2 0,-5 1 0,2-3 0,0 6 0,-2-6 0,2 3 0,-3-1 0,3 1 0,-2 0 0,5 4 0,-5-7 0,5 5 0,-5-2 0,5 1 0,-5-1 0,5-1 0,-5-5 0,5 5 0,-2-2 0,3 3 0,-4-3 0,4 2 0,-7-2 0,7 3 0,-3 0 0,-1-3 0,4 2 0,-4-2 0,4 3 0,-3-3 0,3 2 0,-4-2 0,4 3 0,0 0 0,0 0 0,0 0 0,0 0 0,0 0 0,0 0 0,0 0 0,0 0 0,4-3 0,-4 2 0,7-5 0,-4 2 0,4-3 0,-3 3 0,2-3 0,-2 4 0,0-1 0,2-3 0,-2 4 0,3-4 0,0 0 0,-3 3 0,2-3 0,-2 4 0,3-4 0,-3 3 0,2-3 0,-2 3 0,3-3 0,0 0 0,0 0 0,-3 4 0,2-4 0,-2 3 0,3-3 0,0 0 0,0 0 0,-3-3 0,2 3 0,-2-4 0,3-2 0,0 5 0,-3-9 0,2 9 0,-5-5 0,5 5 0,-5-5 0,5 2 0,-5-3 0,5 0 0,-2 3 0,-1-2 0,4 2 0,-7-3 0,7 3 0,-7-2 0,7 5 0,-7-5 0,7 5 0,-7-5 0,3 2 0,1 0 0,-4-2 0,7 5 0,-7-5 0,6 5 0,-5-5 0,5 5 0,-5-5 0,5 5 0,-5-5 0,5 5 0,-5-5 0,5 5 0,-5-6 0,5 7 0,-2-7 0,3 7 0,-3-7 0,2 7 0,-2-4 0,3 4 0,0 0 0,-3-3 0,2 3 0,-2-4 0,3 4 0,0 0 0,-3 4 0,2-4 0,-5 7 0,5-7 0,-2 3 0,0 0 0,-1 1 0,0 0 0,-2 2 0,2-2 0,0 3 0,1 0 0,0 0 0,-1 0 0,-3 0 0,0 3 0,0-2 0,0 2 0,0-3 0,0 3 0,0-2 0,0 2 0,0-3 0,0 0 0,0 0 0,-3 3 0,2-2 0,-2 2 0,0-6 0,2 2 0,-2-2 0,3 3 0,-3-3 0,2 2 0,-5 1 0,5 0 0,-2 3 0,-1-6 0,4 3 0,-3-4 0,-1 4 0,4 0 0,-7 0 0,3 0 0,1 0 0,-4 0 0,7 0 0,-7-3 0,7 2 0,-7-5 0,6 5 0,-5 1 0,2 1 0,0 2 0,-2-6 0,5 2 0,-5-5 0,5 5 0,-5-5 0,5 5 0,-5-2 0,2 3 0,-3 0 0,0 0 0,0-3 0,3 2 0,-2-5 0,-1 8 0,-1-4 0,-2 2 0,3-1 0,0-5 0,3 5 0,-2-5 0,2 2 0,-7 0 0,4-2 0,0 5 0,0-5 0,3 2 0,1 0 0,-4-2 0,3 2 0,-6-3 0,5 3 0,-4-3 0,5 4 0,-3-4 0,0 0 0,3 3 0,-5-3 0,4 4 0,-5-4 0,3 0 0,-6 3 0,4-3 0,-4 4 0,6-4 0,-3 0 0,2 0 0,-2 0 0,2 0 0,1 0 0,0 0 0,0 0 0,0 0 0,0 0 0,0 0 0,0 0 0,3 3 0,-2-3 0,2 3 0,-3-3 0,0 0 0,3 4 0,-2-4 0,2 3 0,0 1 0,-2-4 0,5 7 0,-5-7 0,5 7 0,-5-7 0,5 6 0,-2-2 0,0 0 0,2 2 0,-5-2 0,5 3 0,-2 0 0,0 0 0,2 0 0,-2 0 0,3 0 0,-3-3 0,2 2 0,-2-2 0,3 3 0,0 0 0,0 0 0,0 0 0,0 0 0,-3-3 0,2 2 0,-2-2 0,3 3 0,0 0 0,0 0 0,0 0 0,0 0 0,0 0 0,0 0 0,0 0 0,0 0 0,0 0 0,0 0 0,0 0 0,0 0 0,0-1 0,0 1 0,0 0 0,0 0 0,0 0 0,0 0 0,0 0 0,0 0 0,0 0 0,0 0 0,0 0 0,0 0 0,0 0 0,0 0 0,0 0 0,0 0 0,0 0 0,0 0 0,0 0 0,0 0 0,0 0 0,0 0 0,0 0 0,0 0 0,0 0 0,0 0 0,0 0 0,0 0 0,0 0 0,0 0 0,0 0 0,0 0 0,0 0 0,0 0 0,0 0 0,0 0 0,0-1 0,-3-2 0,2 3 0,-2-4 0,3 4 0,0 0 0,0 0 0,0 0 0,-4 0 0,4 0 0,-3 0 0,3 0 0,-4 0 0,4 0 0,-3 0 0,3 0 0,0 0 0,-4 0 0,4 0 0,-7 0 0,7 3 0,-7-2 0,3-1 0,0-1 0,1-2 0,3 3 0,-3 0 0,-1 3 0,0-2 0,1 2 0,0-6 0,2 2 0,-2-2 0,0 3 0,2 0 0,-2 0 0,3 0 0,-3-1 0,2 1 0,-2 0 0,3 7 0,0-6 0,0 5 0,0-6 0,0 0 0,0 3 0,0-2 0,0 2 0,0-3 0,3 0 0,-2 0 0,2 0 0,-3 3 0,0-2 0,0 2 0,3-3 0,-2 0 0,2 0 0,0 3 0,-2-2 0,2 2 0,-3-3 0,3 0 0,-2 0 0,5-4 0,-5 4 0,5-7 0,-2 10 0,3-9 0,-3 9 0,2-10 0,-5 7 0,5-7 0,-2 10 0,3-9 0,0 8 0,-3-5 0,2 0 0,-2 2 0,6 1 0,-6 1 0,6-1 0,-9-1 0,5-5 0,-5 5 0,5-5 0,-5 5 0,2-2 0,0 0 0,1-1 0,-1 0 0,4-2 0,-3 5 0,2-5 0,1 2 0,-3 0 0,3-2 0,-4 2 0,4-3 0,-3 3 0,2-2 0,-2 2 0,3-3 0,-3 3 0,2-2 0,-2 2 0,3-3 0,0 0 0,-3 3 0,2-2 0,-2 2 0,0 0 0,2-2 0,-2 2 0,3-3 0,0 0 0,0 0 0,0 0 0,3 0 0,-5 3 0,4-2 0,-5 2 0,3-3 0,0 0 0,0 0 0,0 0 0,0 0 0,-3 3 0,2-2 0,-2 2 0,3-3 0,0 0 0,0 0 0,0 0 0,0 0 0,-1 0 0,1 0 0,-3 3 0,3-2 0,-4 2 0,4-3 0,0 0 0,0 0 0,0 0 0,0 0 0,0 0 0,0 0 0,0 0 0,0 0 0,0 0 0,0 0 0,0 0 0,0 0 0,0 0 0,0 0 0,0 0 0,0 0 0,0 0 0,0 0 0,0 0 0,0 0 0,0 0 0,0 0 0,0 0 0,0 0 0,0 0 0,0 0 0,0 0 0,0 0 0,0 0 0,0 0 0,0 0 0,-1 0 0,1 0 0,0 0 0,0 0 0,0 0 0,0 0 0,0 0 0,0 0 0,0-3 0,0 2 0,0-2 0,0 3 0,0 0 0,0 0 0,-3-3 0,2 2 0,-2-2 0,3 3 0,0 0 0,-3-3 0,2 2 0,-2-2 0,3 0 0,0 2 0,0-2 0,-3 0 0,8 2 0,-10-5 0,11 5 0,-9-2 0,3-1 0,0 4 0,-3-7 0,2 7 0,-2-7 0,3 7 0,0-7 0,0 7 0,0-7 0,-1 7 0,1-4 0,-3 1 0,3 2 0,-4-5 0,4 5 0,0-2 0,-3 0 0,2 2 0,-2-2 0,3 0 0,0 2 0,0-5 0,0 5 0,0-5 0,0 5 0,0-2 0,-3 0 0,2 2 0,-2-2 0,0 0 0,2 2 0,-2-2 0,3 3 0,0-3 0,3-1 0,-2 0 0,-1-2 0,-1 5 0,-2-5 0,3 5 0,0-5 0,3 2 0,-2 0 0,-1-2 0,-1 5 0,-2-5 0,3 5 0,-4-5 0,4 5 0,-3-2 0,6-4 0,-3 6 0,0-8 0,-1 8 0,-2-2 0,0-1 0,2 4 0,-2-3 0,6-4 0,-2 6 0,2-5 0,-3 2 0,0 4 0,0-7 0,3 3 0,-2 1 0,-1-4 0,-1 6 0,-2-5 0,3 5 0,-3-5 0,2 5 0,-2-5 0,9 2 0,-4-3 0,4 3 0,-9-2 0,2 5 0,-2-2 0,0 0 0,2 2 0,-2-5 0,9-1 0,-5 2 0,6-4 0,-8 8 0,-2-5 0,3 5 0,-4-5 0,4 2 0,0 0 0,7-5 0,-6 4 0,5-5 0,-6 6 0,-3-2 0,2 5 0,-5-6 0,5 7 0,4-10 0,-1 6 0,4-7 0,-6 4 0,0 4 0,-3-4 0,2 6 0,-2-5 0,3 2 0,6-6 0,-4 2 0,4-2 0,-6 3 0,0 3 0,-3-2 0,2 5 0,-5-5 0,8 2 0,-8-3 0,9 0 0,-3-3 0,0 5 0,0-4 0,0 5 0,-4-3 0,4 3 0,-3-2 0,-1 2 0,0 0 0,1-3 0,3 4 0,3-11 0,-2 6 0,-1-6 0,-1 10 0,-2-2 0,0 2 0,2 0 0,-5-2 0,2 2 0,0 0 0,1-2 0,0 2 0,5-9 0,-4 4 0,2-4 0,-1 9 0,-5-2 0,5 5 0,-5-5 0,5 2 0,-5-3 0,5 3 0,-5-2 0,5-1 0,-2-1 0,3-2 0,-3 3 0,2-1 0,-2 1 0,0 0 0,2 0 0,1-6 0,1 4 0,2-4 0,-7 6 0,4 0 0,-7 0 0,7 3 0,-7-2 0,7 5 0,-7-5 0,13-7 0,-8 3 0,5-6 0,-4 9 0,-5 0 0,5 3 0,-5-2 0,5 2 0,-5-3 0,5 0 0,-2-1 0,3 1 0,-3 0 0,2 0 0,-2 0 0,0 0 0,2 3 0,-5-2 0,5 2 0,-5-3 0,5 0 0,-2 0 0,0 0 0,2 0 0,-2 0 0,3 0 0,-3 0 0,2 0 0,-5 0 0,5 3 0,-5-2 0,5 2 0,-5-3 0,5 0 0,-2 0 0,0 0 0,2 0 0,-5-1 0,5 1 0,-5 0 0,5 0 0,-5 0 0,2 0 0,0 3 0,1-2 0,0 2 0,2-3 0,-5 0 0,5 0 0,-2 0 0,0 0 0,2 0 0,-6 0 0,7 3 0,-7-2 0,7 2 0,-3-3 0,-1 0 0,0 0 0,1 3 0,-4-2 0,7 2 0,-7-3 0,7 0 0,-4 0 0,1 0 0,2-1 0,-2 1 0,0 0 0,2 3 0,-5-2 0,5 2 0,-2-3 0,0 0 0,2 0 0,-2 0 0,0 0 0,2 3 0,-5-2 0,5 2 0,-5-3 0,5 3 0,-5-2 0,5 2 0,-5-3 0,5 3 0,-5-2 0,5 2 0,-2-3 0,0 0 0,2 0 0,-2 0 0,3 0 0,-3 0 0,2 3 0,-5-3 0,2 3 0,0-3 0,1 0 0,3 0 0,-3 0 0,2 0 0,-2 3 0,0-2 0,2 2 0,-2-3 0,0 0 0,2 3 0,-5-2 0,5 2 0,-2-3 0,0 0 0,2 3 0,-2-2 0,-1 2 0,4-3 0,-3 0 0,2 0 0,1 0 0,-3 0 0,3 3 0,-4-2 0,4 2 0,0-3 0,-3 0 0,2 0 0,-2 3 0,0-3 0,2 3 0,-2 1 0,0-4 0,2 6 0,-5-5 0,5 5 0,-5-5 0,5 5 0,-2-5 0,0 2 0,2 0 0,-2-2 0,3 2 0,0-3 0,0 3 0,-3-2 0,2 5 0,-5-5 0,5 5 0,-5-5 0,5 5 0,-2-5 0,3 2 0,-3-3 0,2 3 0,-5-2 0,5 5 0,-2-5 0,3 2 0,0-3 0,0 3 0,0-2 0,0 2 0,0 0 0,-4-3 0,4 7 0,-7-7 0,7 7 0,-3-7 0,2 3 0,1 1 0,-3-4 0,3 7 0,-4-7 0,4 3 0,0 0 0,-3-2 0,2 5 0,-5-5 0,5 5 0,-2-5 0,3 5 0,0-5 0,0 5 0,0-5 0,0 2 0,0 0 0,0-2 0,0 5 0,0-5 0,0 2 0,3 0 0,-2-2 0,2 5 0,-6-5 0,2 5 0,-2-2 0,3 0 0,0 2 0,0-5 0,0 5 0,0-2 0,0 3 0,0-3 0,0 2 0,0-2 0,0 0 0,0 2 0,-1-2 0,1 3 0,0 0 0,0-3 0,0 2 0,0-2 0,0 3 0,0 0 0,0 0 0,0-3 0,0 2 0,0-2 0,0 3 0,0 0 0,0 0 0,0-3 0,0 2 0,0-2 0,0 3 0,3 0 0,-2 0 0,2 0 0,-3 0 0,3-3 0,1 2 0,0-2 0,-1 3 0,-3 0 0,0 0 0,0 0 0,0-4 0,3 4 0,-3-3 0,7-1 0,-7 4 0,6-7 0,-5 7 0,5-4 0,-5 1 0,2 3 0,0-4 0,-2 4 0,2-3 0,-3 3 0,0-4 0,0 4 0,0 0 0,0-3 0,0 2 0,0-2 0,0 3 0,9-3 0,-7 2 0,8-2 0,-10 3 0,0 0 0,0 0 0,0 0 0,0-3 0,0 2 0,0-2 0,-1 3 0,11 0 0,-8 0 0,7-3 0,-9 2 0,0-2 0,0 3 0,0 0 0,0 0 0,0 0 0,0 0 0,6-3 0,-4 2 0,4-2 0,-6 3 0,0 0 0,0 0 0,0 0 0,0-3 0,6 2 0,-4-2 0,4 3 0,-6 0 0,0 0 0,0 0 0,0 0 0,0 0 0,0 0 0,6 0 0,-5 0 0,5 0 0,-6 0 0,0 0 0,3-3 0,-2 2 0,5-2 0,-5 3 0,2 0 0,0 0 0,-2-3 0,14 2 0,-12-2 0,10 3 0,-13 0 0,0 0 0,0 0 0,0 0 0,0 0 0,0 0 0,0 0 0,0 0 0,0 3 0,18-2 0,-13 2 0,13-3 0,-15 0 0,1 0 0,0 0 0,2 0 0,-2 0 0,0 0 0,2 0 0,-2 0 0,0 0 0,18 3 0,-18-2 0,15 2 0,-16-3 0,-2 0 0,2 0 0,-3 3 0,0-2 0,-1 2 0,5-3 0,-4 0 0,3 0 0,4 3 0,-6-2 0,5 2 0,-3-3 0,1 0 0,3 0 0,0 0 0,-3 0 0,2 0 0,-5 0 0,5 0 0,-5 0 0,2 0 0,0 3 0,-2-2 0,2 2 0,-3-3 0,0 0 0,0 0 0,0 3 0,0-2 0,0 2 0,-1-3 0,1 3 0,0-2 0,0 2 0,0-3 0,0 3 0,0-2 0,0 2 0,0-3 0,0 0 0,6 3 0,-4-2 0,4 2 0,-3-3 0,-2 0 0,2 3 0,-3-2 0,0 2 0,0-3 0,0 3 0,0-2 0,0 2 0,-3 0 0,2-2 0,-2 2 0,3 0 0,3 1 0,-2 3 0,2-3 0,-3-1 0,-4 0 0,16 1 0,-12 0 0,12 2 0,-9-6 0,-2 4 0,2-1 0,-3-3 0,6 7 0,-4-7 0,4 7 0,-6-7 0,0 4 0,0-1 0,0-3 0,0 7 0,0-7 0,0 3 0,0 1 0,0-4 0,3 3 0,-2 1 0,2-4 0,3 6 0,-1-5 0,5 2 0,-7-3 0,4 0 0,-7 3 0,3-2 0,0 5 0,-2-5 0,5 2 0,-2 0 0,0-2 0,-1 2 0,0 0 0,-2-2 0,2 5 0,0-5 0,1 5 0,0-5 0,2 2 0,-5 0 0,5-2 0,-5 2 0,5 0 0,-2-2 0,0 5 0,9-5 0,-10 2 0,10 0 0,-9-2 0,3 5 0,-3-5 0,2 5 0,-2-2 0,3 0 0,0 2 0,0-5 0,0 5 0,0-2 0,0 3 0,0-3 0,-3 2 0,2-5 0,-2 5 0,-1-2 0,4 3 0,-4-3 0,1 2 0,2-2 0,1 6 0,-2-2 0,4-1 0,-8-1 0,5-2 0,-5 3 0,5 0 0,-5 0 0,2-1 0,-3-2 0,3 3 0,-2-4 0,2 4 0,-3 0 0,3 0 0,-2 0 0,2 0 0,-3 0 0,0 0 0,0-3 0,0 2 0,-1-2 0,1 3 0,-3 0 0,6-3 0,-9 2 0,8-2 0,-5 3 0,3 0 0,0 0 0,0-3 0,-3 2 0,2-2 0,-2 3 0,3-3 0,0 2 0,0-2 0,-3 3 0,2 0 0,-2-3 0,0 2 0,2-2 0,-2 3 0,3 0 0,-3 0 0,2 0 0,-2-3 0,0 2 0,2-2 0,-2 6 0,3-6 0,-3 6 0,2-3 0,-2 0 0,3 3 0,-3-3 0,-1 0 0,0-3 0,1 2 0,0-2 0,-1 3 0,0-3 0,-2 2 0,5-2 0,-5 3 0,5 0 0,-5 0 0,5-3 0,-6 2 0,4-2 0,-4 3 0,3 0 0,-3 0 0,4 0 0,-1 0 0,-3 0 0,4 0 0,-1 0 0,-3 0 0,3 0 0,-3 0 0,0 0 0,0 3 0,4-6 0,-4 6 0,3-6 0,-3 3 0,4 3 0,-4-3 0,3 3 0,-3-3 0,0 0 0,0 0 0,4 0 0,-4 0 0,3 0 0,1 0 0,-4 0 0,3 0 0,-3 0 0,0 3 0,0-2 0,3 2 0,-2-3 0,2 0 0,0 3 0,-2-2 0,2 2 0,0 0 0,-2-2 0,2 2 0,0-3 0,1 3 0,0-2 0,-1 2 0,-3 0 0,3-3 0,-2 4 0,5-1 0,-5-3 0,2 3 0,0-3 0,-2 3 0,2-2 0,0 2 0,-2 0 0,5-2 0,-5 2 0,5-3 0,-5 3 0,2-2 0,0 2 0,-2-3 0,2 0 0,0 0 0,-2 3 0,2-2 0,0 5 0,-2-5 0,2 2 0,0-3 0,-2 0 0,2 0 0,-3 0 0,3 0 0,-2 0 0,2 0 0,-3 3 0,3-6 0,-2 6 0,2-7 0,-3 4 0,0 0 0,3 3 0,-2-2 0,2 2 0,0-3 0,-2 0 0,2 0 0,-3 0 0,0 0 0,3 0 0,-2 0 0,2 0 0,-3 0 0,0 0 0,0 0 0,0 0 0,0 0 0,0 0 0,0 0 0,0 0 0,0 0 0,-3 0 0,2 0 0,-2 0 0,3 0 0,-3 3 0,2-2 0,-5 2 0,5-3 0,-5 0 0,5 0 0,-5-4 0,5 4 0,-2-4 0,0 4 0,-1 0 0,-3 0 0,3 0 0,-3-3 0,7 2 0,-7-2 0,3 0 0,1 2 0,-1-2 0,1 0 0,-1 2 0,0-2 0,-2 3 0,2 0 0,-3 0 0,3 0 0,-2-3 0,5 2 0,-5-2 0,2 0 0,0 2 0,1-2 0,0 0 0,2 2 0,-5-2 0,2 3 0,0 0 0,1 0 0,0-3 0,2 2 0,-5-2 0,5 3 0,-5 0 0,5 0 0,-5 0 0,2 3 0,0-3 0,1 4 0,0-4 0,2 3 0,-5-6 0,5 6 0,-2-7 0,0 7 0,2-2 0,-2 2 0,3-3 0,-3 0 0,2 0 0,-6 0 0,7 0 0,-3 0 0,3 0 0,0 0 0,0 0 0,0 0 0,-4 0 0,4 3 0,-3-2 0,3 2 0,-4-3 0,4 0 0,-4 0 0,4 0 0,-3 0 0,3 0 0,-4 0 0,4 3 0,0-3 0,-3 4 0,3-4 0,-4 0 0,4-1 0,0 1 0,0 0 0,-3 10 0,3-8 0,-4 7 0,4-6 0,0-2 0,-3 5 0,2-5 0,-2 2 0,3-3 0,0 0 0,0 0 0,0 0 0,-3 19 0,2-15 0,-2 15 0,3-16 0,0-2 0,-3 2 0,2-3 0,-2 0 0,3 3 0,0-3 0,-3 13 0,2-8 0,-2 5 0,3-7 0,0-3 0,0 0 0,0 0 0,0 0 0,0 0 0,0 0 0,0 0 0,-3 15 0,2-11 0,-2 12 0,3-16 0,0 0 0,0 0 0,0 0 0,0 0 0,0 0 0,0 0 0,-3-4 0,2 7 0,-2-6 0,3 6 0,0-3 0,0 0 0,0 0 0,0 0 0,0 0 0,0 0 0,0 0 0,-3 0 0,2 0 0,-2 0 0,3 0 0,0 0 0,0 0 0,0 0 0,0 0 0,0 0 0,-3 0 0,2 0 0,-2 0 0,3 0 0,0 0 0,0 0 0,0 0 0,0 0 0,0 0 0,0 3 0,0-2 0,0 2 0,-3-3 0,2 0 0,-2 3 0,3-3 0,0 4 0,0-1 0,0-3 0,0 3 0,0-3 0,0 3 0,0-2 0,0 2 0,0-3 0,0 0 0,0 0 0,0 0 0,0 0 0,0 0 0,0 0 0,0 0 0,0 0 0,0 0 0,0 0 0,0 0 0,0 0 0,0 0 0,0 0 0,0 0 0,0 0 0,0 0 0,0 0 0,0 3 0,3-6 0,-2 6 0,2-6 0,-3 3 0,0 0 0,3 0 0,-2 0 0,2-1 0,-3 1 0,3 0 0,-2 0 0,2 3 0,0-5 0,-2 4 0,2-5 0,-3 3 0,3 0 0,-2 0 0,2 0 0,0 0 0,-2 0 0,5-3 0,-5 2 0,2-2 0,0 6 0,-2-2 0,5 2 0,-5-3 0,5 0 0,-5 0 0,5 0 0,-5 0 0,5 0 0,-5 0 0,5 0 0,-5 0 0,5 0 0,-5 0 0,2 0 0,0 0 0,1 3 0,3-3 0,-4 7 0,4-10 0,-3 6 0,-1-7 0,0 4 0,1 0 0,-1 0 0,1 0 0,3 0 0,-7 0 0,3 0 0,1 0 0,-4 0 0,6 0 0,-2 0 0,3 0 0,-3 0 0,-1 0 0,0 0 0,1-3 0,0 2 0,-1-2 0,0 3 0,-2 0 0,5-3 0,-5 2 0,5-2 0,-2 0 0,3 5 0,-3-4 0,2 2 0,-5-1 0,5-2 0,-2 3 0,3 0 0,0 0 0,0 0 0,0 0 0,0 0 0,0-1 0,0 1 0,0-3 0,-3 3 0,2-7 0,-5 7 0,5-7 0,-5 6 0,5-5 0,-5 5 0,5-5 0,-2 2 0,0 0 0,2-2 0,-2 2 0,0 0 0,2-2 0,-2 2 0,3 0 0,3-2 0,-3 2 0,3 0 0,-3-2 0,0 2 0,-3 0 0,2-2 0,1 2 0,1-3 0,2 0 0,-6 3 0,2-2 0,-2 2 0,3-3 0,0 0 0,0 0 0,0 0 0,0 0 0,0 0 0,0 0 0,0 0 0,0 0 0,0 0 0,0 0 0,0 0 0,0 0 0,0 0 0,0 0 0,0 0 0,0 0 0,0 0 0,0 0 0,0 0 0,3 0 0,-3 0 0,4 0 0,-5 0 0,1 0 0,0-3 0,0 2 0,0-2 0,0 3 0,0 0 0,-3-3 0,2 2 0,-2-2 0,3 3 0,0-3 0,0 2 0,0-5 0,0 5 0,0-2 0,0 3 0,-3-3 0,2 2 0,-2-2 0,3 0 0,0 2 0,0-2 0,-3 0 0,2 2 0,-2-5 0,3 5 0,-3-5 0,2 5 0,-5-5 0,5 5 0,-2-5 0,0 2 0,2 0 0,-5-2 0,5 5 0,-5-5 0,5 5 0,-5-6 0,2 4 0,0-1 0,-2-3 0,5 3 0,-6-3 0,7 4 0,-7-4 0,7 0 0,-7-1 0,4-2 0,-4 3 0,0 0 0,0 0 0,0-6 0,0 4 0,0-4 0,0 6 0,0 0 0,0 0 0,0 0 0,0 0 0,0-7 0,-4 6 0,4-5 0,-4 6 0,4-1 0,0 1 0,-3 0 0,3 0 0,-4 0 0,1-9 0,3 6 0,-4-6 0,4 9 0,0 0 0,-3 0 0,3 0 0,-4-3 0,4 2 0,-3 1 0,2 1 0,-2 2 0,3-3 0,0 0 0,-3-4 0,2 4 0,-2-4 0,3 4 0,0 0 0,0 0 0,-3-3 0,2 2 0,-2-2 0,3 3 0,-3 3 0,2-2 0,-2 2 0,3-3 0,0 0 0,0 0 0,-3 3 0,2-2 0,-2 2 0,3-3 0,-3 3 0,2-2 0,-5 2 0,5-3 0,-2 0 0,0 0 0,2 0 0,-2 0 0,0 3 0,2-3 0,-5 4 0,5-5 0,-5 1 0,5 0 0,-5 0 0,5 0 0,-5 0 0,5 0 0,-2 0 0,3 0 0,-3 0 0,2 0 0,-5 3 0,5-2 0,-2 2 0,3-3 0,-3 3 0,2-2 0,-2 2 0,0-3 0,2 0 0,-5 0 0,5 0 0,-5 0 0,5 0 0,-2 0 0,0 3 0,2-3 0,-6 4 0,7-5 0,-7 1 0,7 0 0,-7 0 0,7 0 0,-7 0 0,7 0 0,-7 3 0,7-2 0,-7 2 0,3-3 0,0 0 0,-2 3 0,2-2 0,0 2 0,-2 0 0,5-2 0,-5 2 0,2-3 0,0 0 0,-2 3 0,5-2 0,-5 5 0,5-5 0,-5 5 0,5-5 0,-5 2 0,5-3 0,-5 3 0,5-3 0,-2 4 0,0-1 0,2-3 0,-5 4 0,2-5 0,0 1 0,1 0 0,3 0 0,-3 3 0,2-2 0,-2 2 0,0 0 0,2-2 0,-2 2 0,3-3 0,-3 3 0,2-2 0,-2 2 0,3-3 0,0 0 0,0 0 0,0 0 0,-3 3 0,2-2 0,-2 2 0,3-3 0,0 0 0,-3 0 0,2-3 0,-2 2 0,3-2 0,0 3 0,0-1 0,0 1 0,0 0 0,0 0 0,0 0 0,0 0 0,0 0 0,0 0 0,0 0 0,0 0 0,0 0 0,0 0 0,0 0 0,3 3 0,-3-2 0,4 2 0,-1 0 0,-3-2 0,4 2 0,-1 0 0,-3-2 0,4 2 0,-1 0 0,-3-2 0,7 5 0,-7-5 0,7 5 0,-7-5 0,7 5 0,-7-5 0,7 5 0,-7-6 0,6 7 0,-5-7 0,5 7 0,-2-3 0,0-1 0,2 4 0,-2-7 0,3 7 0,0-4 0,-3 1 0,2 3 0,-2-4 0,3 4 0,0 0 0,-3 3 0,-1 1 0,-3 3 0,3-3 0,-2 2 0,5 1 0,-2 1 0,0 2 0,-1-3 0,-3 0 0,3-3 0,-2 2 0,5-2 0,-5 3 0,2 0 0,-3 0 0,0 0 0,0 0 0,3 3 0,-2-2 0,2 2 0,-3-3 0,0 0 0,0 0 0,0 0 0,0 3 0,0-2 0,0 2 0,0-3 0,0 0 0,0 0 0,0 0 0,-3 3 0,2-3 0,-2 3 0,3-3 0,0 3 0,0-2 0,0 2 0,0-3 0,0 0 0,0 0 0,3-3 0,-2 2 0,2-2 0,0 3 0,-2 0 0,5 0 0,-2 3 0,3-2 0,-3 2 0,2-6 0,-5 2 0,5-5 0,-5 5 0,5-5 0,-5 5 0,5-5 0,-2 5 0,3-5 0,-4 5 0,4-5 0,-7 5 0,7-5 0,-3 2 0,-1 0 0,4-2 0,-4 2 0,1 0 0,-1 1 0,1 0 0,-1-1 0,4-3 0,-3 3 0,2-2 0,-2 2 0,0 0 0,2-3 0,-2 4 0,3-4 0,-3-4 0,2 4 0,-5-7 0,2 4 0,0-5 0,-2 1 0,2 0 0,-3 0 0,3 3 0,-2-2 0,2 2 0,-3-3 0,0 0 0,3 0 0,-2 0 0,2 0 0,-3 0 0,3 3 0,-2-2 0,2 2 0,-3-3 0,0 0 0,0 0 0,0 0 0,0 0 0,3 3 0,-2-2 0,2 2 0,-3-3 0,0 0 0,0 0 0,0 0 0,3 3 0,-2-3 0,2 3 0,-3-3 0,0 0 0,0 0 0,0 0 0,0 0 0,0 0 0,3 0 0,-2 0 0,2 0 0,-3 0 0,0 0 0,0 0 0,0 0 0,3 0 0,-2 0 0,2 0 0,-3 0 0,3 0 0,-2 0 0,2 0 0,-3 0 0,0 0 0,3 3 0,-2-3 0,2 4 0,-3-5 0,0 1 0,3 4 0,-2-4 0,5 3 0,-5-3 0,5 3 0,-5-2 0,5 5 0,-5-5 0,5 5 0,-2-5 0,3 5 0,-3-5 0,2 5 0,-2-2 0,3 0 0,0 2 0,0-5 0,0 5 0,0-2 0,0 3 0,-4-3 0,4 2 0,-4-2 0,4 3 0,0 0 0,0 0 0,0 0 0,-3 3 0,2-2 0,-5 5 0,5-2 0,-5 3 0,5-3 0,-5 2 0,2-2 0,0 0 0,-2 2 0,2-2 0,0 6 0,-2-2 0,2 2 0,-3-3 0,0 0 0,0 0 0,0 0 0,0 0 0,0 0 0,0-1 0,0 1 0,-3-3 0,2 3 0,-5-4 0,-1 7 0,-1-5 0,1 4 0,1-5 0,2 0 0,0 2 0,-2-5 0,-4 8 0,1-7 0,-4 7 0,6-8 0,0 2 0,0 0 0,0-2 0,-7 5 0,9-2 0,-8 0 0,9-1 0,0 0 0,-2-2 0,2 2 0,0 0 0,-5 1 0,4 0 0,-5 2 0,6-2 0,-2 0 0,5 2 0,-8 1 0,4-2 0,-2 4 0,1-5 0,5 3 0,-5 0 0,5 0 0,-2 0 0,3 0 0,0 0 0,0 0 0,0 0 0,3 0 0,-2 0 0,5-4 0,-5 4 0,5-7 0,-5 7 0,2-4 0,0 1 0,1 3 0,0-4 0,2 1 0,-5 2 0,5-5 0,-5 5 0,5-5 0,-5 5 0,5-5 0,-5 5 0,5-5 0,-6 5 0,7-5 0,-3 2 0,-1 0 0,4-2 0,-4 2 0,1 0 0,3-2 0,-4 2 0,4 0 0,0-2 0,0 2 0,-3 0 0,2-2 0,-2 2 0,3-3 0,0 0 0,-3 3 0,2-2 0,-2 2 0,3-3 0,0 0 0,0 3 0,0-2 0,0 2 0,0-3 0,0 0 0,0 3 0,0-2 0,0 2 0,0-3 0,0 0 0,0 0 0,0 0 0,0 0 0,0 0 0,0 0 0,0 0 0,0 0 0,0 0 0,0 0 0,0 0 0,-4-3 0,4 2 0,-3-2 0,2 3 0,1-3 0,0 2 0,0-5 0,0 5 0,-3-5 0,2 5 0,-5-5 0,5 5 0,-5-5 0,5 5 0,-5-5 0,5 5 0,-5-5 0,5 5 0,-5-5 0,5 2 0,-5-3 0,5 3 0,-5-3 0,2 4 0,0-1 0,-2-3 0,5 3 0,-5-3 0,2 0 0,0 4 0,-2-4 0,5 3 0,-5-3 0,2 0 0,0 3 0,-2-2 0,2 2 0,0 0 0,-2-2 0,5 5 0,-5-5 0,2 2 0,0 0 0,-2-2 0,5 5 0,-5-5 0,5 5 0,-2-2 0,0 0 0,2 2 0,-2-2 0,0 0 0,2 2 0,-2 1 0,0 4 0,2 0 0,-5 2 0,2-2 0,-3 3 0,3 0 0,-2 0 0,2 0 0,-3 0 0,0 0 0,0 0 0,0 0 0,0 0 0,0 0 0,0-1 0,0 5 0,0-4 0,0 3 0,-3-6 0,2 2 0,-2-2 0,0 3 0,-1 0 0,0 0 0,-3 0 0,7 0 0,-7-3 0,7 2 0,-7-5 0,0 11 0,-1-6 0,1 7 0,1-9 0,2 2 0,0-2 0,-2 0 0,-1 5 0,-1-7 0,-2 7 0,3-5 0,0 3 0,0-3 0,-6 5 0,4-7 0,-4 7 0,6-8 0,0 2 0,3 0 0,-2-2 0,2 2 0,-3-3 0,3 3 0,-12 1 0,10 0 0,-11-1 0,10 0 0,0-3 0,0 7 0,0-7 0,0 4 0,0-4 0,3 3 0,-2-3 0,2 4 0,0-1 0,-2-3 0,2 4 0,0-1 0,-2-3 0,2 3 0,0 1 0,1-1 0,3 4 0,-3 0 0,2 0 0,-2 0 0,3 0 0,0 0 0,0 0 0,0 0 0,0 0 0,0 0 0,0 0 0,0 0 0,0 0 0,0 0 0,0 0 0,0 0 0,0 0 0,0 0 0,0 0 0,3 0 0,-2 0 0,2 0 0,-3 0 0,0 0 0,0 0 0,3-3 0,-2 2 0,5-2 0,-5 3 0,2 0 0,-3 0 0,3-4 0,-2 4 0,2-3 0,0-1 0,-2 4 0,2-3 0,0 2 0,-2 1 0,2 0 0,0-3 0,-2 2 0,2-2 0,0 0 0,-3 2 0,4-2 0,-1 3 0,-3 0 0,4 0 0,-1-3 0,-3 2 0,4-2 0,-1 3 0,-3 0 0,7 0 0,-7 0 0,3 0 0,-3 0 0,4-3 0,-4 2 0,3-2 0,-3 3 0,4 0 0,-4 0 0,3 0 0,1 0 0,-4 0 0,3 0 0,-3 0 0,0 0 0,0 0 0,0 0 0,0 0 0,0 0 0,0 0 0,0 0 0,0 0 0,0-1 0,0 1 0,-3-3 0,2 3 0,-2-4 0,3 4 0,-3-3 0,2 2 0,-2-2 0,3 3 0,0 0 0,-3-3 0,2 2 0,-2-2 0,3 3 0,-3-3 0,2 2 0,-2-2 0,3 3 0,0 0 0,-3 0 0,2 0 0,-2 0 0,0 0 0,2 0 0,-2 0 0,0 0 0,2 0 0,-5 0 0,5 0 0,-5 0 0,5 0 0,-2 0 0,0 0 0,2 0 0,-2 0 0,0-4 0,2 4 0,-5-3 0,5 3 0,-2-1 0,0-2 0,2 3 0,-5-4 0,5 4 0,-5 0 0,5 0 0,-5 0 0,5 0 0,-5 0 0,5 0 0,-5 0 0,5 0 0,-5 0 0,2 0 0,0 0 0,-3 0 0,7 0 0,-7 0 0,4 0 0,-1 0 0,-3-3 0,7 2 0,-4-2 0,4 3 0,-3-3 0,3 2 0,-10 4 0,5-5 0,-2 8 0,1-6 0,2 1 0,0 2 0,-2-3 0,2-4 0,0 4 0,-5 0 0,7 0 0,-7 0 0,8 0 0,-5-4 0,5 4 0,-5-3 0,5 2 0,-5-2 0,2 3 0,-3 3 0,0-5 0,3 4 0,-2-5 0,2 3 0,0 0 0,-2-3 0,5 2 0,-5-2 0,2 0 0,0 2 0,-6-2 0,9 3 0,-9 0 0,6-3 0,1 2 0,-4-5 0,7 5 0,-7-2 0,3 0 0,0 2 0,-2-5 0,2 8 0,-3-7 0,3 7 0,-2-8 0,2 5 0,-3-2 0,0 0 0,0 2 0,0-5 0,3 5 0,-2-5 0,2 5 0,-3-5 0,3 5 0,-2-5 0,2 5 0,-3-6 0,3 7 0,-2-7 0,2 7 0,-3-3 0,0-1 0,3 4 0,-3-7 0,7 7 0,-10 0 0,6-3 0,-3 5 0,0-8 0,6 5 0,-5-2 0,5 3 0,-5-3 0,5 2 0,-2-2 0,0 0 0,2 2 0,-5 1 0,5 1 0,-5-1 0,5-1 0,-2-2 0,3 3 0,-3 0 0,2 6 0,-2-4 0,3 4 0,0-6 0,0 0 0,0 0 0,0 0 0,0 9 0,0-7 0,0 8 0,0-10 0,0 0 0,0 0 0,0-1 0,0 1 0,0 0 0,0 0 0,0 3 0,0-2 0,0 2 0,0-3 0,0 0 0,0 0 0,0 0 0,0 0 0,0 0 0,0 0 0,0 0 0,0 0 0,0 0 0,0 0 0,0 3 0,0-2 0,0 2 0,0-3 0,0 0 0,0 0 0,0 0 0,0 0 0,0 0 0,0 0 0,0 0 0,0 0 0,0 0 0,0 0 0,0 0 0,0 0 0,0-1 0,3 1 0,-2 0 0,2 3 0,-3-2 0,0 2 0,0-3 0,3 0 0,-2 3 0,2-2 0,0 2 0,-2-3 0,2 0 0,-3 0 0,3 0 0,-2 0 0,2 0 0,-3 0 0,0 0 0,3 0 0,-2 0 0,2 0 0,0 3 0,-2-2 0,5 2 0,-5-3 0,2 0 0,0 0 0,-2 0 0,5 0 0,-5 0 0,5 0 0,-5 0 0,2-1 0,0 1 0,-2 0 0,5 0 0,-5 0 0,2 0 0,0 0 0,1 0 0,0 0 0,2 0 0,-5 0 0,5 0 0,-5 0 0,5 0 0,-5 0 0,5-3 0,-5 2 0,2-2 0,0 3 0,1-3 0,-1 2 0,1-2 0,-1 3 0,-3 0 0,7-3 0,-7 2 0,7-2 0,-7 3 0,7 0 0,-4-3 0,1 2 0,-1-2 0,1 6 0,-1-2 0,4 2 0,0-3 0,-3 0 0,2 0 0,-2 0 0,0-1 0,2 1 0,-5 0 0,5 0 0,-5 0 0,5-3 0,-2 6 0,3-6 0,0 6 0,-3-3 0,2-3 0,-2 5 0,0-4 0,2 2 0,-2 2 0,3-7 0,-3 7 0,2-5 0,-5 3 0,5 0 0,-2 0 0,0 0 0,2 0 0,-2 0 0,0 0 0,2 0 0,-2 0 0,0 0 0,2 0 0,-5 0 0,5-3 0,-2 5 0,3-8 0,0 9 0,-3-6 0,2 3 0,-2 0 0,3-1 0,-4 5 0,4-7 0,-3 6 0,-1-7 0,4 4 0,-4 0 0,4 0 0,-3 0 0,2 0 0,-2 0 0,3 0 0,0 0 0,0 0 0,-3 3 0,2-2 0,-2 2 0,3-3 0,0 0 0,3 3 0,-2 1 0,2-3 0,-3 4 0,0-7 0,0 5 0,0-3 0,0 0 0,0 0 0,0 0 0,0 3 0,0-3 0,0 4 0,0-5 0,0 1 0,0 0 0,0 0 0,0 0 0,-3 0 0,2 0 0,-2 0 0,3 0 0,0 0 0,0 0 0,-4 0 0,4 0 0,-4 0 0,4 0 0,0-3 0,-3 2 0,2-2 0,-2 3 0,6 3 0,-5-2 0,4-1 0,-5-1 0,0-2 0,5 3 0,-7 0 0,7-3 0,-5 2 0,3-2 0,-3 3 0,2-3 0,-2 2 0,3-2 0,-3 3 0,2 0 0,-2 0 0,3-4 0,0 4 0,-3-3 0,2 3 0,-2-4 0,0 4 0,2-4 0,-2 4 0,3 0 0,0 0 0,0 0 0,0 0 0,0-3 0,-3 2 0,-1-2 0,0 0 0,-3 2 0,7-5 0,-7 5 0,7-5 0,-7 5 0,4-2 0,-1 0 0,-3 2 0,7-2 0,-4 3 0,1 0 0,3 0 0,-7 0 0,7 0 0,-4 0 0,1 0 0,2 0 0,-5 0 0,5 0 0,-5 0 0,5 0 0,-2 3 0,3-2 0,-3 2 0,2-3 0,-5 0 0,5 0 0,-2 3 0,0-3 0,2 3 0,-2-3 0,0 0 0,-1 0 0,0 0 0,1 0 0,6 13 0,-5-10 0,4 9 0,-5-12 0,0 0 0,2 3 0,-5-2 0,5 5 0,-2-5 0,0 2 0,2 0 0,-2-2 0,3 5 0,12 10 0,-9-6 0,10 6 0,-13-9 0,-4-7 0,4 3 0,-3 0 0,2-2 0,1 5 0,0-5 0,0 2 0,0-3 0,10 22 0,-8-17 0,7 17 0,-12-22 0,2 0 0,-2 0 0,0 0 0,2 0 0,-2 0 0,0 0 0,2 3 0,7 16 0,-3-14 0,3 13 0,-7-19 0,-2 2 0,0 5 0,2-8 0,-5 4 0,2-5 0,0 3 0,4 16 0,-2-13 0,4 13 0,-5-16 0,0 0 0,-1 0 0,-3 0 0,0 0 0,3 0 0,-2 0 0,2 0 0,0 0 0,-2 0 0,2 0 0,0 0 0,-3 0 0,4 0 0,-4 0 0,0 0 0,3-4 0,-3 4 0,4-4 0,-4 4 0,0 3 0,3-5 0,-3 4 0,4-2 0,-4 1 0,0 2 0,3-6 0,-3 2 0,3-2 0,-3 3 0,4 0 0,-4 0 0,3 0 0,-3 0 0,0 0 0,0 0 0,4 0 0,-4 0 0,7 3 0,-7-2 0,3 2 0,-3-3 0,0 0 0,0 0 0,4 3 0,-4-2 0,3 2 0,0-3 0,-2 0 0,2 0 0,0 0 0,-2-1 0,5 1 0,-5 4 0,2-4 0,0 3 0,-2-3 0,2 0 0,0 0 0,-2 0 0,2 0 0,-3 0 0,3 0 0,-2 0 0,2 0 0,-3 3 0,3-2 0,-2 2 0,2-3 0,-3 0 0,0 0 0,0 0 0,0 0 0,0 0 0,0 0 0,0 0 0,0 0 0,0 0 0,0 0 0,0 0 0,0 0 0,3 0 0,-2 0 0,2 0 0,-3 0 0,0-1 0,0 1 0,0 0 0,0 0 0,0 0 0,0 0 0,0 0 0,3-3 0,-2 2 0,2-2 0,-3 3 0,0 0 0,0 0 0,0 0 0,0 0 0,0 0 0,0 0 0,0 0 0,0 0 0,0 0 0,0 0 0,0 0 0,0 0 0,0 0 0,0 0 0,0 0 0,0 0 0,0 0 0,0 0 0,0 0 0,0 0 0,0 0 0,0 0 0,-3-4 0,-1 1 0,-3-4 0,0 0 0,-3 0 0,2 0 0,1 0 0,4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13:03.202"/>
    </inkml:context>
    <inkml:brush xml:id="br0">
      <inkml:brushProperty name="width" value="0.35" units="cm"/>
      <inkml:brushProperty name="height" value="2.1" units="cm"/>
      <inkml:brushProperty name="color" value="#008C3A"/>
      <inkml:brushProperty name="inkEffects" value="pencil"/>
    </inkml:brush>
  </inkml:definitions>
  <inkml:trace contextRef="#ctx0" brushRef="#br0">0 5448 16383,'16'-11'0,"-1"4"0,-11 4 0,0 0 0,5-1 0,-4 0 0,2-2 0,2 2 0,-4 0 0,2-2 0,2 5 0,-4-5 0,5 5 0,-3-5 0,0 2 0,0-3 0,0 3 0,0 1 0,0 0 0,0 2 0,0-5 0,3 2 0,-3 0 0,0-2 0,0 5 0,-4-5 0,4 5 0,0-5 0,0 5 0,0-5 0,0 5 0,0-2 0,0 0 0,3-1 0,-2 0 0,-1-3 0,-1 7 0,1-7 0,1 7 0,2-7 0,-3 3 0,0 1 0,0-1 0,0 1 0,0 3 0,0-4 0,3-2 0,-2 5 0,2-9 0,-3 9 0,0-2 0,0 0 0,0 2 0,3-5 0,-3 5 0,3-5 0,-3 5 0,-3-5 0,9 5 0,-8-5 0,8 5 0,-6-2 0,0 0 0,0 2 0,0-5 0,0 5 0,0-5 0,3 5 0,-2-5 0,2 5 0,-3-5 0,0 5 0,0-5 0,0 5 0,0-2 0,0 0 0,0 2 0,0-2 0,0 0 0,0 2 0,0-5 0,0 5 0,0-5 0,3 5 0,-3-5 0,4 5 0,-4-5 0,-1 5 0,1-6 0,0 7 0,-3-7 0,6 7 0,-6-7 0,6 7 0,-3-7 0,0 7 0,0-7 0,0 7 0,0-4 0,0 1 0,0 2 0,0-5 0,0 5 0,0-5 0,0 5 0,0-5 0,0 5 0,-3-5 0,5 5 0,-7-5 0,7 5 0,-5-5 0,3 5 0,0-2 0,0 0 0,0-1 0,0 0 0,-3-2 0,5 5 0,-8-5 0,9 5 0,-6-5 0,3 5 0,0-5 0,0 2 0,-1 0 0,-2-2 0,6 2 0,-6 0 0,6-2 0,-3 5 0,-3-5 0,6 2 0,-6 0 0,3-2 0,-1 2 0,-2 0 0,3-3 0,0 7 0,0-7 0,0 7 0,-3-7 0,2 3 0,-2 1 0,3-1 0,0 1 0,-3-1 0,5-3 0,-4 3 0,2-2 0,2 2 0,-4-3 0,5 3 0,-6-2 0,2 5 0,-2-5 0,3 2 0,-3-3 0,2 3 0,-2-2 0,0 2 0,2-3 0,-2 3 0,-1-2 0,4 2 0,-3 0 0,3-2 0,-1 2 0,1 0 0,-3-2 0,6 2 0,-6 0 0,3-2 0,-1 2 0,-2 0 0,3 1 0,0-1 0,-3 1 0,5-4 0,-4-1 0,5 5 0,-6-4 0,2 7 0,-2-7 0,3 3 0,-3-3 0,2 3 0,-2-2 0,0 2 0,2-3 0,-2 3 0,0-2 0,2 2 0,-2 0 0,3-2 0,-3 2 0,2 0 0,-2-2 0,0 2 0,2-3 0,-2 3 0,0-2 0,2 2 0,-2 0 0,3-2 0,-3 2 0,2 0 0,-2-2 0,0 2 0,2-3 0,-2 3 0,-1-3 0,4 4 0,-3-4 0,-1-1 0,4 5 0,-4-4 0,1 3 0,3-3 0,-4 3 0,1-2 0,2 2 0,-2 0 0,3-2 0,-3 2 0,2 0 0,-2-2 0,0 2 0,5-3 0,-7 0 0,7 3 0,-5-2 0,0 2 0,2-3 0,-2 3 0,0-2 0,2 2 0,-2 0 0,0-5 0,2 7 0,-5-7 0,5 5 0,-2 0 0,3-2 0,-3 2 0,2 0 0,-2-3 0,0 4 0,-1-4 0,0-1 0,1 5 0,3-7 0,-3 5 0,2-2 0,-2-2 0,0 4 0,2-5 0,-5 3 0,5 3 0,-2-5 0,0 4 0,2-2 0,-2 1 0,-1 2 0,4-3 0,-3 3 0,-1-2 0,4 2 0,-7-3 0,7 0 0,-4 0 0,1 0 0,3 3 0,-4-2 0,1 2 0,2-3 0,-2 0 0,0 0 0,2 3 0,-2-3 0,0 3 0,-1-3 0,0 0 0,1 3 0,3-5 0,0 4 0,-3-5 0,2 6 0,-5-2 0,5 2 0,-2-3 0,0 0 0,2 3 0,-2-2 0,3 2 0,0 0 0,-3-2 0,2 2 0,-2 0 0,3-2 0,-3 2 0,2 0 0,-2-6 0,3 6 0,0-3 0,-3 1 0,2 5 0,-5-9 0,8 6 0,-4-7 0,5 4 0,-6 0 0,2 3 0,-2-2 0,3 5 0,0-5 0,-4 2 0,4 0 0,-4-2 0,1 2 0,6-3 0,-9 0 0,9 3 0,-7-2 0,4 5 0,0-5 0,-3 2 0,2 0 0,-2-2 0,3 2 0,0-3 0,0 3 0,-3-2 0,5 5 0,-4-5 0,2 2 0,-1 0 0,-2-2 0,3 5 0,0-5 0,-3 2 0,-1-3 0,3 3 0,-4-3 0,7 4 0,-5-1 0,3-3 0,-3 3 0,2 1 0,-2-4 0,3 7 0,0-7 0,0 3 0,0-3 0,0 3 0,-3-2 0,5 5 0,-8-5 0,9 5 0,-6-5 0,3 5 0,-1-5 0,1 2 0,0 0 0,0 1 0,0 0 0,-3-1 0,6 0 0,-9-2 0,8 5 0,-5-5 0,3 2 0,0 0 0,0 1 0,0 0 0,0 2 0,0-5 0,0 2 0,0 0 0,0-2 0,0 5 0,0-5 0,0 5 0,0-2 0,0 0 0,0-1 0,0 0 0,0-3 0,0 7 0,0-3 0,0-1 0,0 1 0,0-1 0,0-3 0,0 3 0,0 1 0,0-4 0,0 6 0,-4-5 0,7 5 0,-9-5 0,9 5 0,-7-5 0,4 5 0,0-5 0,-3 2 0,2 0 0,-2-2 0,3 2 0,0 0 0,-3-2 0,2 2 0,-2 0 0,3-2 0,-3 2 0,2 0 0,-2-2 0,3 2 0,0-3 0,0 0 0,0 3 0,-3-2 0,2 2 0,-5-3 0,8 3 0,-7-2 0,7 5 0,-5-6 0,0 4 0,2-4 0,-5 0 0,5 3 0,-2-3 0,3 7 0,0-7 0,-3 3 0,2 0 0,-2-2 0,3 2 0,-4-3 0,4 3 0,-3-2 0,3 2 0,-1 0 0,-2-2 0,3 2 0,-4 0 0,4-2 0,0 2 0,0-3 0,0 0 0,0 3 0,-3-2 0,2 2 0,-2 0 0,3-5 0,0 7 0,-3-7 0,2 5 0,-2 0 0,3-2 0,-3 2 0,2 0 0,-2-3 0,3 4 0,0-4 0,0 3 0,-3-3 0,2 3 0,-2-3 0,3 3 0,-3-2 0,5 2 0,-4-3 0,5 3 0,-6-2 0,2 5 0,-2-5 0,3 2 0,0 0 0,-3-2 0,5 2 0,-5 0 0,3-2 0,3 2 0,-6-3 0,10 0 0,-4 0 0,-2 0 0,1 3 0,-5-2 0,3 5 0,0-5 0,0 2 0,0 0 0,0-2 0,0 2 0,0 0 0,0-3 0,0 4 0,0-1 0,0-3 0,0 7 0,0-7 0,0 3 0,0 1 0,0-4 0,0 7 0,-3-7 0,5 3 0,2-3 0,-3 0 0,8 0 0,-11 0 0,5 3 0,-3-2 0,0 2 0,0 0 0,-1-2 0,1 2 0,0-3 0,0 3 0,0-2 0,0 5 0,-3-5 0,6 2 0,-6 0 0,3-2 0,2 5 0,-7-5 0,10 2 0,-7 0 0,2-2 0,2 5 0,-7-5 0,7 5 0,-5-5 0,3 5 0,0-6 0,0 7 0,-3-7 0,5 4 0,-4-1 0,5 0 0,-3 1 0,0-1 0,0 1 0,-3-4 0,5 3 0,-4 0 0,5-2 0,-3 5 0,-4-5 0,7 5 0,-6-5 0,6 5 0,-3-5 0,-3 2 0,3 0 0,-4-2 0,4 5 0,0-5 0,0 5 0,-3-5 0,2 2 0,-2 0 0,3-2 0,0 5 0,-3-5 0,2 2 0,-2 0 0,3-2 0,0 2 0,0-3 0,0 3 0,-3-2 0,5 2 0,-4-3 0,5 0 0,-3 3 0,-3-3 0,2 4 0,-2-1 0,3-3 0,0 7 0,-3-7 0,2 3 0,-2 1 0,3-4 0,0 6 0,0-5 0,0 5 0,-3-5 0,2 2 0,-2 0 0,3-2 0,0 5 0,-4-5 0,7 5 0,-9-5 0,9 5 0,-7-5 0,4 5 0,0-5 0,0 2 0,0 0 0,0-2 0,0 2 0,0 0 0,0-2 0,0 5 0,-3-5 0,5 2 0,-4 0 0,2-2 0,2 2 0,-4 0 0,5-2 0,-3 2 0,0 0 0,-3-2 0,5 2 0,-4-3 0,5 0 0,-3 3 0,0-3 0,0 3 0,0-3 0,0 4 0,0-4 0,-4 3 0,4 0 0,-3-2 0,3 5 0,0-5 0,-1 2 0,1 0 0,0-2 0,0 2 0,0-3 0,0 3 0,0-2 0,0 5 0,-3-5 0,5 2 0,-4-3 0,5 3 0,-6-2 0,2 5 0,-2-5 0,3 2 0,0 0 0,-3-2 0,2 2 0,-2 0 0,3-2 0,-3 2 0,2 0 0,-2-6 0,0 6 0,2-3 0,-2 0 0,0 3 0,2-3 0,-2 4 0,0-4 0,2 3 0,-2 0 0,3-2 0,0 5 0,-3-5 0,2 2 0,-2 0 0,3-2 0,0 2 0,0 0 0,-4-2 0,4 2 0,-3 0 0,2-2 0,1 5 0,-3-5 0,3 2 0,-4 0 0,4-2 0,0 2 0,0-3 0,0 0 0,0 3 0,-3-2 0,2 2 0,-2 0 0,3-2 0,0 2 0,0-3 0,0 0 0,0 0 0,0-1 0,0 5 0,-3-4 0,2 3 0,-2 1 0,3-4 0,-3 3 0,2-3 0,-2 3 0,0-2 0,2 2 0,-2 0 0,3-2 0,0 2 0,6-6 0,-8 2 0,8 1 0,-12 1 0,5 5 0,1-8 0,7 1 0,-6-3 0,5 4 0,-10 1 0,4 2 0,0 0 0,-3-2 0,2 2 0,-2 0 0,3-3 0,6 0 0,-7 0 0,6 0 0,-11 0 0,5 7 0,-2-10 0,3 9 0,6-15 0,-4 14 0,4-11 0,-6 12 0,-3-5 0,2 2 0,-2 0 0,3 1 0,0-3 0,0 4 0,0-7 0,0 5 0,0 0 0,-3-2 0,5 5 0,-8-5 0,9 5 0,-6-5 0,3 5 0,0-5 0,0 2 0,-1 0 0,-2-2 0,6 5 0,-9-5 0,8 5 0,-5-5 0,3 5 0,0-6 0,0 4 0,0-1 0,0-3 0,0 3 0,0 1 0,0-1 0,0 1 0,0-1 0,0 1 0,0-4 0,0 6 0,-3-5 0,5 2 0,-4 0 0,5-2 0,-3 5 0,0-5 0,0 5 0,0-5 0,0 5 0,0-5 0,0 5 0,0-5 0,3 5 0,-6-5 0,6 5 0,-6-5 0,3 5 0,0-2 0,-1 0 0,1 2 0,0-5 0,0 5 0,-3-5 0,6 5 0,-6-5 0,6 5 0,-3-5 0,0 2 0,0 0 0,0 1 0,0 0 0,0 2 0,0-5 0,0 5 0,0-5 0,0 2 0,0 0 0,0-3 0,3 7 0,-2-3 0,-1-1 0,-1 4 0,-2-7 0,3 7 0,0-4 0,0 1 0,0-1 0,0 1 0,0-4 0,0 6 0,0-5 0,0 5 0,-4-5 0,7 5 0,-6-5 0,6 5 0,-3-5 0,0 5 0,0-5 0,0 5 0,0-2 0,0 0 0,0-1 0,0 0 0,-3-2 0,5 5 0,-4-5 0,5 5 0,-3-5 0,3 2 0,-2 0 0,2 1 0,-3 0 0,0 2 0,0-5 0,0 2 0,0 0 0,0 1 0,0 0 0,0 2 0,0-2 0,0 0 0,0 2 0,0-5 0,0 5 0,0-5 0,0 5 0,0-2 0,-1 0 0,1-1 0,0 0 0,0-3 0,0 7 0,0-7 0,0 7 0,0-7 0,0 7 0,0-4 0,0 1 0,0-1 0,0 1 0,0-1 0,0 1 0,0 2 0,0-5 0,0 5 0,0-5 0,0 5 0,0-5 0,0 5 0,0-5 0,0 5 0,0-2 0,3 0 0,-2-1 0,2 0 0,-3-2 0,3 5 0,-6-5 0,6 5 0,-6-2 0,3 0 0,0 2 0,-1-5 0,1 5 0,0-2 0,0 0 0,0 2 0,0-5 0,0 5 0,0-5 0,0 5 0,0-5 0,0 5 0,0-5 0,0 5 0,0-5 0,0 5 0,0-5 0,0 5 0,0-5 0,0 5 0,-3-5 0,5 5 0,-7-6 0,7 7 0,-5-7 0,3 7 0,0-3 0,0-1 0,0 4 0,0-7 0,0 7 0,-3-7 0,5 3 0,-4 0 0,5-2 0,-3 5 0,0-5 0,0 5 0,-1-5 0,1 5 0,0-5 0,0 5 0,0-5 0,0 5 0,0-2 0,0 0 0,0 2 0,0-5 0,0 5 0,-3-5 0,5 5 0,-4-2 0,5 0 0,0 2 0,-5-5 0,4 2 0,-5 0 0,3 1 0,6 0 0,-4 2 0,7-5 0,-8 5 0,2-5 0,-3 5 0,0-2 0,0 0 0,0 2 0,0-2 0,3 0 0,-3 2 0,3-2 0,-3 3 0,0-3 0,0 2 0,0-5 0,0 5 0,0-2 0,0 3 0,0-3 0,3 2 0,-2-6 0,2 7 0,-3-3 0,0 3 0,0-4 0,0 4 0,0-7 0,0 7 0,0-3 0,0 3 0,0-4 0,0 4 0,0-4 0,0 1 0,0 3 0,3-7 0,-2 7 0,-1-7 0,-1 6 0,-2-5 0,3 5 0,3-5 0,-3 5 0,4-5 0,-5 2 0,1 0 0,4-2 0,-7 2 0,5 0 0,-5-2 0,3 5 0,0-5 0,3-1 0,-2 2 0,2-4 0,-3 8 0,0-5 0,0 5 0,3-8 0,-2 7 0,2-7 0,-3 8 0,-3-5 0,11-1 0,-8 2 0,9-4 0,-9 8 0,-3-6 0,5 4 0,-4-1 0,5-3 0,6 0 0,-7 0 0,7-1 0,-12 2 0,3 5 0,-4-5 0,4 5 0,0-5 0,0 5 0,-3-5 0,6 2 0,-6 0 0,6 1 0,-3 0 0,0-1 0,0 0 0,0-2 0,0 2 0,0 0 0,0-2 0,0 2 0,0 0 0,0-2 0,0 5 0,0-2 0,0 0 0,-3-1 0,5 0 0,-7-2 0,7 5 0,-5-5 0,3 5 0,0-5 0,0 2 0,0 0 0,0-2 0,0 5 0,-4-6 0,7 7 0,-9-7 0,9 7 0,-7-7 0,4 7 0,0-7 0,0 3 0,0 1 0,-3-4 0,6 7 0,-9-7 0,8 6 0,-5-5 0,3 2 0,0 0 0,0-2 0,0 5 0,3-5 0,-5 2 0,4 0 0,-2-2 0,-2 2 0,4 0 0,-5-2 0,3 5 0,0-5 0,0 2 0,0 0 0,0 1 0,0 0 0,0-1 0,0 0 0,-3-2 0,5 2 0,-4 0 0,5-2 0,-3 5 0,3-5 0,-3 2 0,3 0 0,-6-2 0,3 5 0,-4-5 0,4 5 0,0-6 0,0 7 0,0-7 0,0 7 0,-3-7 0,5 7 0,-7-7 0,7 7 0,-5-7 0,3 7 0,0-7 0,0 3 0,0 0 0,0-2 0,0 5 0,-3-5 0,5 5 0,-7-5 0,7 5 0,-5-5 0,3 5 0,0-5 0,0 5 0,0-5 0,0 2 0,0 0 0,0-2 0,0 5 0,0-5 0,3 2 0,1-3 0,2 0 0,-2 0 0,-1 0 0,-3 3 0,0 1 0,0 0 0,-3-1 0,5 0 0,-7-2 0,7 5 0,-5-5 0,3 5 0,0-2 0,0-1 0,0 4 0,0-7 0,0 4 0,0-1 0,-3-3 0,5 7 0,-7-7 0,7 7 0,-2-7 0,1 7 0,2-7 0,-3 3 0,0 0 0,0 1 0,0 0 0,0-1 0,0 0 0,0 1 0,0 0 0,-4-1 0,7-3 0,-6 3 0,6 1 0,-3-3 0,0 4 0,-3-7 0,6 8 0,-9-5 0,8 5 0,-5-5 0,3 5 0,0-5 0,0 5 0,-3-5 0,2 2 0,-2 0 0,3 1 0,0-3 0,0 1 0,0-2 0,-3 1 0,2 5 0,-2-5 0,3 5 0,0-6 0,0 4 0,0-1 0,0-3 0,0 3 0,0 1 0,-3-4 0,5 7 0,-7-7 0,7 6 0,-5-5 0,0 2 0,2-3 0,-2 3 0,3-2 0,0 2 0,-4-3 0,4 3 0,-3-5 0,-1 4 0,4-2 0,-4 1 0,1 2 0,-1-3 0,1 0 0,-1 3 0,4-2 0,-3 2 0,2 0 0,-2-2 0,0 2 0,2-3 0,-2 3 0,3 1 0,0-4 0,0 6 0,-3-9 0,2 7 0,-2-1 0,3-3 0,-3 3 0,2 1 0,-2-4 0,0 3 0,5 0 0,-7-2 0,4 2 0,-3-3 0,1 3 0,3-2 0,-3 2 0,2 0 0,-2-2 0,0 2 0,-1-3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13:20.685"/>
    </inkml:context>
    <inkml:brush xml:id="br0">
      <inkml:brushProperty name="width" value="0.35" units="cm"/>
      <inkml:brushProperty name="height" value="2.1" units="cm"/>
      <inkml:brushProperty name="color" value="#008C3A"/>
      <inkml:brushProperty name="inkEffects" value="pencil"/>
    </inkml:brush>
  </inkml:definitions>
  <inkml:trace contextRef="#ctx0" brushRef="#br0">0 2279 16383,'4'-19'0,"2"6"0,-5 7 0,5 2 0,-5-3 0,5 0 0,-5 0 0,5 3 0,-2-5 0,3 4 0,0-5 0,-3 3 0,2 3 0,-5-6 0,5 9 0,-5-9 0,5 7 0,-2-4 0,0-1 0,2 1 0,-2 0 0,3 0 0,-3 0 0,2 3 0,-2-5 0,0 4 0,2-5 0,-2 3 0,0 0 0,2 0 0,-5 0 0,5 3 0,-2-2 0,0 2 0,-1-3 0,0 0 0,1 0 0,0 0 0,2 0 0,-5 0 0,5 3 0,-2-6 0,0 6 0,2-6 0,-5 3 0,5-1 0,-2 1 0,-1 0 0,4 0 0,-7 0 0,7 0 0,-7 0 0,4 0 0,-1 0 0,-3 0 0,7 0 0,-7 0 0,3 0 0,-3 0 0,0 0 0,4 0 0,-4 0 0,3 0 0,-3 0 0,0 0 0,0 0 0,0 0 0,0 0 0,0 0 0,0 0 0,0-1 0,0 1 0,0 0 0,0 0 0,0 0 0,0 0 0,0 0 0,0 0 0,0 0 0,0 0 0,0 0 0,0 0 0,0 0 0,0 0 0,0 0 0,0 0 0,4 0 0,-4 0 0,3 0 0,-3 0 0,0 0 0,0 0 0,0 0 0,0 0 0,0 0 0,0 0 0,0-1 0,0 1 0,0 0 0,0 0 0,0 0 0,0 0 0,0 0 0,4 0 0,-4 0 0,3 0 0,-3 0 0,0 0 0,0 0 0,0 0 0,3 0 0,-2 0 0,2 0 0,-3 0 0,0 0 0,0 0 0,0 0 0,3 0 0,-2 0 0,2 0 0,-3 0 0,3-1 0,-2 1 0,2 0 0,-3 0 0,0 0 0,0 0 0,0 0 0,0 0 0,0 0 0,0 0 0,0 0 0,0 0 0,0 0 0,0 0 0,3 0 0,-2 0 0,2 0 0,0 0 0,-2 0 0,2 0 0,-3 0 0,3 0 0,-2 0 0,2 0 0,-3 0 0,3 0 0,-2-1 0,2 1 0,-3 0 0,0 0 0,0 0 0,0 0 0,0 0 0,3 0 0,-2 0 0,2 0 0,-3 0 0,0 0 0,3 0 0,-2 0 0,2 0 0,-3 0 0,0 0 0,0 0 0,3 0 0,-2 0 0,2 0 0,-3 0 0,3 0 0,-2 0 0,2 0 0,-3-1 0,0 1 0,0 0 0,3 0 0,-2 0 0,2 0 0,-3 0 0,0 0 0,0 0 0,0 0 0,0 0 0,0 0 0,3 0 0,-2 0 0,2 0 0,-3 0 0,0 0 0,0 0 0,0 0 0,0 0 0,-3 0 0,-1 0 0,-3 3 0,3-3 0,-2 4 0,2-4 0,-3 0 0,0-1 0,3 1 0,-2 4 0,2-4 0,0 3 0,-2-3 0,5 0 0,-5 3 0,2-2 0,0 2 0,-3-3 0,4 0 0,-1 0 0,-3 3 0,3-2 0,1 2 0,-1-3 0,1 0 0,2 0 0,-5 0 0,5 0 0,-5 3 0,2-2 0,0 2 0,-2-3 0,5 0 0,-2 0 0,0 0 0,-1 0 0,0-1 0,-2 1 0,5 0 0,-5 4 0,5-7 0,-2 5 0,0-2 0,2-2 0,-5 7 0,5-7 0,-5 5 0,5-3 0,-5 0 0,5 0 0,-5 3 0,5-5 0,-5 7 0,5-7 0,-2 2 0,3-1 0,-3 1 0,2-3 0,-2 6 0,0-3 0,2-3 0,-2 6 0,3-6 0,0 2 0,-3 1 0,2 0 0,-2 0 0,3 0 0,0 0 0,0 0 0,0 0 0,0 0 0,0 0 0,0 0 0,0 0 0,0 0 0,3 0 0,-2-3 0,2 2 0,-3-2 0,0 3 0,3 0 0,-2 0 0,2 0 0,0 0 0,-2 0 0,5 0 0,-2-1 0,-1 1 0,4 4 0,-3-4 0,-1 3 0,7 0 0,-6 1 0,3 0 0,3 2 0,-6-2 0,6 0 0,-3 2 0,0-2 0,0 3 0,0 0 0,0 0 0,0 3 0,0-2 0,0 2 0,0 0 0,0-2 0,0 5 0,0-5 0,-3 5 0,2-2 0,-2 0 0,3 2 0,-3-2 0,-1 3 0,-3 3 0,0-2 0,0 2 0,0-3 0,0 0 0,0 0 0,0 0 0,0 0 0,0 0 0,0 0 0,0 0 0,0 0 0,-3 0 0,2 0 0,-2 0 0,3 0 0,-3 0 0,2 0 0,-2 0 0,3-1 0,0 1 0,0 0 0,0 0 0,0 0 0,0 0 0,0 0 0,0 0 0,0 0 0,0 0 0,0 0 0,0 0 0,0 0 0,0 0 0,0 0 0,0 0 0,0 0 0,0 0 0,0 0 0,0 0 0,0 0 0,3 0 0,-2 0 0,2 0 0,-3 0 0,0 0 0,3 0 0,-2 0 0,2 0 0,-3 0 0,0 0 0,0 0 0,0 0 0,0 0 0,0 0 0,0 0 0,0-1 0,3 1 0,-2 0 0,2 0 0,0 0 0,-2 0 0,2 0 0,-3 0 0,0 0 0,3 0 0,1 0 0,3-3 0,0-1 0,0-3 0,0 0 0,0-3 0,-4-4 0,1-1 0,-1 1 0,-3 1 0,7 2 0,-7-3 0,3 0 0,1 0 0,-4 0 0,3 0 0,1 0 0,-4 0 0,6 0 0,-5 0 0,5 0 0,-5 0 0,5 0 0,-5-1 0,2 1 0,-3 0 0,3 0 0,-2 0 0,5 0 0,-5 0 0,2 0 0,-3 0 0,0 0 0,3 0 0,-2 0 0,2 0 0,-3 0 0,0 0 0,0 0 0,0 0 0,0 0 0,0 0 0,0 0 0,0 0 0,0-3 0,0 2 0,0-2 0,0 2 0,0 1 0,0 0 0,0 0 0,0 0 0,3 0 0,-2 0 0,2 0 0,-3 0 0,0 0 0,0 0 0,0 0 0,0 0 0,0 0 0,-3 0 0,2 0 0,-2 0 0,0 0 0,2 0 0,-5 0 0,5 0 0,-2 0 0,0 0 0,2 0 0,-2 0 0,0 0 0,2-1 0,-2 1 0,3 0 0,-3 0 0,2 0 0,-2 0 0,3 0 0,-3 0 0,2 0 0,-2 0 0,3 0 0,0 0 0,0 0 0,0 0 0,0 0 0,0 0 0,0 0 0,0 0 0,3 0 0,-2 0 0,2 0 0,0 0 0,-2 0 0,2 0 0,-3 0 0,3-1 0,-2 1 0,5 0 0,-5 0 0,5 0 0,-5 0 0,2 0 0,0 0 0,1 3 0,0-5 0,2 7 0,-5-7 0,5 5 0,-2-3 0,3 0 0,-3 0 0,2 3 0,-2-2 0,3 5 0,0-5 0,0 5 0,-4-5 0,7 5 0,-9-5 0,9 5 0,-7-5 0,4 5 0,0-2 0,0 0 0,0-1 0,0 0 0,-3-3 0,5 7 0,-4-3 0,5 3 0,-3 0 0,0 0 0,0 0 0,0 0 0,0 0 0,0 0 0,0 0 0,0 0 0,0 0 0,0 6 0,-3-2 0,2 3 0,-2 0 0,0-4 0,2 4 0,-2 0 0,0 0 0,2-3 0,-2 6 0,0-3 0,2 1 0,-5 1 0,2-5 0,0 3 0,-2 0 0,2 0 0,-3 0 0,0 0 0,0 0 0,0 0 0,0 0 0,0 0 0,0 0 0,0 0 0,0 0 0,0 0 0,0 0 0,0 0 0,0 0 0,0 3 0,0-2 0,0 2 0,0-3 0,0 0 0,0 0 0,-4 0 0,4 0 0,-3-1 0,3 1 0,-4 0 0,4 0 0,-3 0 0,-1 0 0,4 0 0,-3 0 0,-1 0 0,4 0 0,-7 0 0,7 0 0,-4 0 0,4 0 0,-3 0 0,3 0 0,-7 0 0,6 0 0,-2 0 0,0 0 0,2 0 0,-5 0 0,2-3 0,0 2 0,-2-2 0,5 3 0,-5 0 0,2 0 0,0 0 0,-2-3 0,2 2 0,0-2 0,1 3 0,3 3 0,0-3 0,0 4 0,0-4 0,0-1 0,0 1 0,0 0 0,0 0 0,0 0 0,3 0 0,1 0 0,0 0 0,-1 0 0,3-3 0,-4 2 0,7-2 0,-8 3 0,5-3 0,-2 2 0,3-5 0,0 2 0,0 0 0,0-2 0,0 5 0,-3-2 0,2 0 0,1-1 0,1 0 0,2-2 0,-3 2 0,0-3 0,0 0 0,-1 0 0,1-3 0,0 2 0,0-5 0,0 5 0,0-5 0,0 5 0,0-2 0,0 0 0,0 2 0,0-5 0,0 2 0,0 0 0,0-2 0,0 5 0,-3-5 0,5 5 0,-4-5 0,5 5 0,-3-2 0,0 0 0,0 2 0,0-5 0,0 5 0,-3-6 0,5 7 0,-4-3 0,2-1 0,2 4 0,-4-7 0,5 7 0,-3-4 0,0 4 0,0-3 0,0 3 0,-1-7 0,1 7 0,0-4 0,0 4 0,0 0 0,0 0 0,0 0 0,0-3 0,0 2 0,0-2 0,0 3 0,0 0 0,0 3 0,-3 4 0,2-2 0,-5 4 0,2-5 0,0 3 0,-2 0 0,2 0 0,-3 0 0,0 0 0,0 0 0,3 0 0,-2 0 0,2 0 0,-3 0 0,0 0 0,0 0 0,0 0 0,0 0 0,0 0 0,0 0 0,0 0 0,-3 0 0,2 0 0,-5 0 0,2 0 0,0 0 0,-2-3 0,2 2 0,0-2 0,-2 3 0,2 0 0,-3-1 0,0-2 0,3 3 0,-2-4 0,2 1 0,-3 3 0,3-4 0,-3 1 0,4 2 0,-4-5 0,-1 5 0,5-2 0,-4 0 0,3 2 0,-3-5 0,0 5 0,3-2 0,-2 0 0,2 2 0,-3-5 0,0 5 0,0-5 0,3 5 0,-5-2 0,4 0 0,-2 2 0,-2-2 0,4 0 0,-2 2 0,-2-5 0,7 5 0,-7-5 0,5 5 0,-3-5 0,0 5 0,0-5 0,0 5 0,0-5 0,3 5 0,-6-5 0,9 5 0,-9-5 0,6 5 0,-3-5 0,0 2 0,0 0 0,0-2 0,0 2 0,0 0 0,0-2 0,0 2 0,0-3 0,0 0 0,0 3 0,0-2 0,0 2 0,0-3 0,0 0 0,0 0 0,0 0 0,0 0 0,0 0 0,0 0 0,0 0 0,0 0 0,-1 3 0,1-2 0,0 2 0,0-3 0,0 0 0,0 0 0,0 0 0,0 3 0,0-2 0,0 2 0,0 0 0,0-2 0,0 5 0,0-5 0,0 5 0,0-6 0,3 7 0,-2-3 0,5 3 0,-2-1 0,0 1 0,2 0 0,-5 0 0,5 0 0,-2 0 0,0 0 0,2 0 0,-2 0 0,0 3 0,2-2 0,-2 2 0,3-3 0,0 6 0,-3-7 0,2 6 0,-2-8 0,3 3 0,0 3 0,0-2 0,0 2 0,0-3 0,0 0 0,0 0 0,0 0 0,0 0 0,0 0 0,0 0 0,0 0 0,0 0 0,0 0 0,-4 0 0,4 0 0,-3-1 0,3 1 0,0 0 0,0 0 0,0 0 0,0 0 0,0 0 0,0 0 0,0 0 0,0 0 0,0 0 0,0 0 0,0 0 0,-4 0 0,4 0 0,-3 0 0,3 0 0,0 0 0,0 0 0,0 0 0,0 0 0,0 0 0,0 0 0,-4 0 0,4 0 0,-4 0 0,4 0 0,0 0 0,0 0 0,-3 0 0,3 0 0,-4 0 0,4 0 0,-3 0 0,3 0 0,-4 0 0,4-1 0,-3 1 0,2 0 0,-2 0 0,0 0 0,2 0 0,-2 0 0,0 0 0,2 0 0,-2 0 0,0 0 0,2 0 0,-2 0 0,0 0 0,2 0 0,-2 0 0,3 0 0,-3 0 0,2 0 0,-5 0 0,5 0 0,-2 0 0,0 0 0,2 0 0,-2 0 0,0 0 0,2 0 0,-2 0 0,0 0 0,2 0 0,-2 0 0,3 0 0,0 0 0,0 0 0,0 0 0,-3 0 0,2-1 0,-2 1 0,3 0 0,0 0 0,-3 0 0,2 0 0,-2 0 0,3 0 0,-3 0 0,2 0 0,-2 0 0,3 0 0,0 0 0,0 0 0,0 0 0,0 0 0,0 0 0,-3 0 0,2 0 0,-2 0 0,3 0 0,0 0 0,0 0 0,0 0 0,0 0 0,0 0 0,0 0 0,0 0 0,0 0 0,0 0 0,0 0 0,0 0 0,0 0 0,0 0 0,3 0 0,-2 0 0,5-1 0,-5 1 0,2 0 0,0 0 0,1-3 0,3 2 0,-3-2 0,2 0 0,-2 2 0,0-2 0,2 3 0,-2-3 0,3-1 0,0 0 0,0-2 0,0 5 0,-1-5 0,1 5 0,0-5 0,-3 5 0,6-5 0,-9 5 0,8-5 0,-2 2 0,1-3 0,2 0 0,-3 0 0,0 0 0,0 0 0,6 3 0,-4-2 0,4 2 0,-6-3 0,0 0 0,0 0 0,3 0 0,-2 0 0,2 0 0,-3 0 0,0 0 0,0 0 0,0 0 0,3 0 0,-2 0 0,2 0 0,-3 0 0,0 0 0,0 0 0,6 0 0,-5 0 0,5 0 0,-6 0 0,0 0 0,0 0 0,0 0 0,0 0 0,0 0 0,0 3 0,0-2 0,0 2 0,0-3 0,0 0 0,0 0 0,0 0 0,0 0 0,0 0 0,0 0 0,0 0 0,0 0 0,0 0 0,0 3 0,0-2 0,0 2 0,0-3 0,0 0 0,0 0 0,0 0 0,0 3 0,0-2 0,0 2 0,0-3 0,0 0 0,-1 0 0,1 3 0,0-2 0,0 2 0,0-3 0,0 0 0,0 0 0,0 0 0,0 0 0,0 0 0,0 0 0,0 0 0,0 0 0,0 0 0,0 0 0,0 0 0,0 0 0,0 0 0,0 0 0,0 0 0,0 0 0,0 0 0,0 0 0,0 0 0,0 0 0,0 0 0,0 0 0,0 0 0,0 0 0,0-3 0,0 2 0,0-2 0,0 3 0,0 0 0,0-3 0,0 2 0,-1-2 0,1 3 0,0 0 0,0-3 0,0 2 0,0-2 0,0 0 0,0 2 0,0-5 0,0 5 0,0-5 0,0 5 0,0-2 0,0 0 0,0 2 0,0-2 0,0 0 0,0-1 0,0 0 0,0 1 0,0-1 0,0 4 0,0-7 0,0 7 0,-3-7 0,5 7 0,-4-7 0,5 7 0,-3-4 0,-3 1 0,5 3 0,-4-7 0,5 6 0,-3-5 0,0 5 0,0-2 0,-1 0 0,1 2 0,0-5 0,0 5 0,0-5 0,0 5 0,0-2 0,0 0 0,0 2 0,0-5 0,0 5 0,-3-5 0,5 5 0,-7-5 0,7 5 0,-5-5 0,3 5 0,0-2 0,0 0 0,0-1 0,0 0 0,0-2 0,0 5 0,0-2 0,0 0 0,0 2 0,0-5 0,0 5 0,-3-5 0,5 2 0,-4 0 0,5-2 0,-3 5 0,-4-5 0,7 5 0,-9-5 0,9 5 0,-6-6 0,2 7 0,5-7 0,-7 4 0,5-1 0,-5-3 0,3 7 0,0-7 0,0 7 0,-3-7 0,2 3 0,-2 0 0,3-2 0,0 2 0,0 0 0,-3-2 0,2 2 0,-2 0 0,3-2 0,0 5 0,-3-5 0,2 2 0,-2 0 0,3-2 0,0 5 0,-3-5 0,5 2 0,-4 0 0,2-2 0,2 2 0,-1-3 0,3 0 0,-1 3 0,-6-2 0,2 5 0,-2-5 0,3 2 0,0 0 0,3-6 0,-3 9 0,0-9 0,0 10 0,-7-7 0,10 7 0,-3-10 0,1 6 0,1-3 0,-5 3 0,0 1 0,9-4 0,-8 3 0,5-6 0,-4 9 0,-5-5 0,8 2 0,-4-3 0,5 0 0,-3 3 0,-3-2 0,2 2 0,-2 0 0,3 1 0,0 0 0,-3-1 0,2-3 0,-2 3 0,0-2 0,2 2 0,-5-3 0,8 3 0,-7-2 0,7 5 0,-5-9 0,3 6 0,0-6 0,0 3 0,0 0 0,0-1 0,-4 1 0,4 4 0,-3-4 0,2 3 0,-2-3 0,3 3 0,-4-2 0,1 2 0,6-3 0,-6 3 0,3-2 0,-1 2 0,-2 0 0,3-2 0,-3 2 0,2 0 0,-2-2 0,3 5 0,0-8 0,0 7 0,0-7 0,0 5 0,0-3 0,0 0 0,0 3 0,-3-2 0,2 2 0,-2 0 0,3-2 0,0 2 0,-3-3 0,2 3 0,-2-3 0,0 4 0,2-5 0,-2 5 0,0-4 0,2 3 0,-2 0 0,3-2 0,-3 2 0,2 0 0,-5-5 0,5 7 0,-2-7 0,3 5 0,0 0 0,-4-2 0,4 2 0,-4-3 0,1 0 0,3 3 0,-4-5 0,4 4 0,0-5 0,-3 3 0,6 0 0,-9 0 0,5 0 0,-3 0 0,1 3 0,0-6 0,2 9 0,-5-9 0,5 7 0,-2-5 0,0 1 0,2 0 0,-2 0 0,0 0 0,2 3 0,-2-2 0,0 2 0,-1-3 0,0 0 0,1 0 0,0 0 0,2 3 0,-2-5 0,0 4 0,2-2 0,-5-2 0,5 7 0,-5-7 0,5 5 0,-5-3 0,5 0 0,-5 0 0,5 0 0,-5 0 0,5 3 0,-5-6 0,5 6 0,-5-7 0,5 4 0,-5 0 0,5 0 0,-5 0 0,5 0 0,-5 0 0,2 0 0,0 0 0,1 0 0,-1 0 0,1 0 0,-1 0 0,-3 0 0,7 0 0,-7 0 0,7 3 0,-4-5 0,4 4 0,-3-5 0,-1 3 0,1 3 0,-1-6 0,1 6 0,2-3 0,-2-6 0,3 11 0,-3-11 0,2 9 0,-5-3 0,5 0 0,-2 3 0,0-2 0,5-4 0,-4 1 0,5-4 0,-6 6 0,2 0 0,-2 0 0,6-10 0,-2 8 0,2-7 0,-6 9 0,2 3 0,-2-6 0,0 6 0,5-13 0,-4 12 0,2-8 0,-4 9 0,0-3 0,1 0 0,0 0 0,8-9 0,-10 6 0,11-3 0,-12 7 0,5 2 0,-5-3 0,5 0 0,-2-3 0,3 2 0,-4-2 0,4 6 0,-7-2 0,7 2 0,-7-3 0,7 0 0,-7 0 0,7-1 0,-7 1 0,7 4 0,-4-4 0,1 3 0,-1-3 0,0 0 0,1 3 0,3-5 0,-3 4 0,2-2 0,-2 1 0,0 2 0,2-3 0,-2 0 0,3 0 0,0 3 0,-3-2 0,5-1 0,-4 2 0,2-4 0,-1 8 0,-5-5 0,8 2 0,-7-3 0,7 3 0,-5-2 0,3 5 0,0-6 0,0 7 0,-3-7 0,5 7 0,-7-7 0,7 7 0,-2-4 0,-3 1 0,6 3 0,-6-7 0,3 7 0,0-4 0,0 4 0,0-3 0,-1 2 0,1-2 0,0 0 0,0 2 0,0-5 0,0 5 0,0-2 0,0 0 0,0 2 0,0-5 0,0 5 0,0-2 0,0 0 0,0 2 0,0-5 0,0 5 0,0-2 0,0 0 0,0 2 0,0-2 0,0 3 0,0 0 0,0 0 0,-19 12 0,8-8 0,-12 11 0,9-14 0,4 5 0,-8-2 0,7 3 0,-6-3 0,6 2 0,-3-2 0,0 0 0,3 2 0,-8 1 0,6-3 0,-4 6 0,4-9 0,5 5 0,-8-5 0,4 8 0,-5-8 0,6 9 0,-2-6 0,2-1 0,-3 4 0,3-4 0,1 4 0,-3 0 0,1 0 0,-5-3 0,6 2 0,-2-2 0,2 3 0,-3-3 0,3 2 0,-3-2 0,4 3 0,-5 0 0,1 0 0,0 0 0,3 0 0,-2-3 0,2 2 0,0-2 0,-2 3 0,2-3 0,0 2 0,-2-2 0,2 0 0,-3 2 0,3-2 0,-2 0 0,2 2 0,-3-2 0,0 0 0,3 2 0,-2-2 0,2 0 0,-3-1 0,0 0 0,3 1 0,-2 3 0,2-3 0,-3 2 0,0-5 0,3 5 0,-3-2 0,4 0 0,-4 2 0,-1-2 0,1-1 0,4 4 0,-7-3 0,5-1 0,-2 4 0,1-4 0,2 1 0,-3 3 0,0-7 0,3 7 0,-2-4 0,2 1 0,-3 2 0,0-5 0,3 5 0,-2-2 0,2 0 0,-3 2 0,0-5 0,3 5 0,-2-2 0,2 0 0,-3 2 0,0-2 0,0 0 0,3 2 0,-2-2 0,2 0 0,-3 2 0,-4-2 0,7 3 0,-6-3 0,6 2 0,0-2 0,-5 0 0,1 5 0,-3-4 0,1 2 0,6-1 0,-2-5 0,2 5 0,-3-2 0,0 0 0,3 2 0,-2-2 0,2 3 0,-3 0 0,0 0 0,0-3 0,3 2 0,-2-2 0,2-1 0,-3 4 0,0-3 0,0 3 0,3-1 0,-3-2 0,4 3 0,-4-4 0,3 4 0,-3-3 0,3 2 0,-3-2 0,0 3 0,0 0 0,0 0 0,3 0 0,-2-3 0,2 2 0,0-2 0,-2 3 0,2-3 0,0 2 0,-2-2 0,2 3 0,0 0 0,-2-3 0,2 2 0,0-2 0,-2 3 0,2 0 0,0 0 0,-2-3 0,2 2 0,0-2 0,-2 3 0,2-3 0,0 2 0,-2-2 0,5 3 0,-5 0 0,2-3 0,0 2 0,-3-2 0,7 3 0,-7 0 0,7 0 0,-7-4 0,7 7 0,-7-9 0,3 9 0,-3-7 0,3 4 0,-2 0 0,5 0 0,-5-3 0,2 2 0,0 1 0,-2-2 0,5 4 0,-5-5 0,5 3 0,-8 3 0,7-2 0,-7-1 0,8-1 0,-2-2 0,0 3 0,-1 3 0,-3-5 0,3 4 0,1-5 0,0 3 0,-1 0 0,-3 0 0,3 0 0,-2-3 0,2 2 0,0-2 0,-2 3 0,2-3 0,0 2 0,-3-2 0,7 3 0,-7 0 0,4-4 0,-1 4 0,-3-3 0,3-1 0,-3 4 0,4-3 0,-4-1 0,3 4 0,0-4 0,-2 4 0,2-3 0,-3 3 0,0-7 0,3 6 0,-2-2 0,2 0 0,0 6 0,-2-9 0,2 5 0,-3-3 0,3 1 0,-2 3 0,2-3 0,0 2 0,-2-2 0,2 0 0,-3 2 0,3-2 0,-2 0 0,2 2 0,-3-2 0,0 3 0,0 0 0,0-3 0,3 2 0,-3-2 0,3 0 0,-3 2 0,0-5 0,0 5 0,3-2 0,-2 0 0,2 2 0,-3-5 0,0 5 0,3-2 0,-2 0 0,2 2 0,-3-5 0,0 5 0,0-5 0,3 5 0,-2-2 0,2 0 0,-3 2 0,0-2 0,0-1 0,3 4 0,-5-7 0,7 7 0,-7-7 0,5 7 0,0-4 0,19-8 0,-7 3 0,14-9 0,-18 5 0,2 5 0,-2-5 0,3 5 0,0-5 0,0 2 0,0-3 0,0 3 0,3-5 0,-5 4 0,4-2 0,-5 4 0,0 0 0,5-1 0,-4-3 0,5 0 0,-3 0 0,0 3 0,0 1 0,0-3 0,0 4 0,0-7 0,-3 5 0,2 0 0,-2-2 0,3 5 0,0-6 0,0 4 0,0-1 0,0-3 0,0 3 0,0-3 0,-1 4 0,-2-4 0,3 3 0,-4 0 0,4-2 0,0 5 0,-3-5 0,6 5 0,-9-5 0,8 5 0,-5-5 0,3 5 0,0-5 0,0 2 0,0-3 0,0 3 0,-3-2 0,5 2 0,-4 0 0,2-2 0,-1 2 0,-2 0 0,3-2 0,0 5 0,-3-5 0,2 2 0,-2 0 0,3 1 0,0 0 0,-3-1 0,2-3 0,-2 3 0,3-2 0,-3 2 0,2 0 0,-2-3 0,3 7 0,0-7 0,-3 3 0,2-3 0,-6 0 0,7 4 0,-3-4 0,3 6 0,-1-5 0,-2 2 0,3 0 0,-4-5 0,4 4 0,0-2 0,-3 1 0,-1 2 0,4-3 0,-6 0 0,8 3 0,-5-2 0,0 2 0,2-3 0,-2 3 0,0-2 0,2 2 0,-5-3 0,5 0 0,-2 0 0,0 0 0,2 0 0,-2 3 0,0-3 0,2 4 0,-5-4 0,2-1 0,0 1 0,1 0 0,0 0 0,2 3 0,-5-5 0,5 8 0,-5-9 0,5 6 0,-2-6 0,0 2 0,2 1 0,-5 1 0,5 2 0,-5-3 0,-14 15 0,9-4 0,-15 9 0,19-7 0,-7-5 0,0 5 0,3-2 0,-6 3 0,6 0 0,-3-3 0,-6 11 0,4-9 0,-4 11 0,6-14 0,3 4 0,-2-4 0,2 1 0,-12 12 0,6-10 0,-6 10 0,9-12 0,3 2 0,-2-2 0,2 3 0,-3-3 0,3 2 0,-9 1 0,8 1 0,-9-1 0,11-1 0,-4-2 0,3 3 0,-3-3 0,3 2 0,-5-2 0,4 0 0,-2 2 0,1-2 0,2 3 0,-6 3 0,2-5 0,1 4 0,1-5 0,2 3 0,-3 0 0,0-3 0,0 2 0,0-2 0,0 3 0,0 0 0,3 0 0,-2-4 0,2 4 0,-3-3 0,0-1 0,3 4 0,-3-4 0,4 4 0,-4-3 0,3 2 0,-3-2 0,3 0 0,-3 2 0,3-2 0,-2 3 0,2-3 0,0 2 0,-2-2 0,2 0 0,-3 2 0,3-2 0,-2 3 0,2-3 0,-3 2 0,3-2 0,-2 0 0,2 2 0,0-2 0,-2 3 0,2-3 0,0 2 0,-5-2 0,4 3 0,-2 0 0,1-3 0,2-1 0,-3 3 0,0-4 0,3 7 0,-3-5 0,4 3 0,-4 0 0,-1-3 0,5 2 0,-4-2 0,3 0 0,-3 2 0,3-2 0,-2-1 0,2 4 0,-3-7 0,0 7 0,0-3 0,0 3 0,0-4 0,3 4 0,-2-4 0,2 1 0,-3 3 0,0-7 0,3 6 0,-5-2 0,4 0 0,-2 2 0,-2-2 0,4 0 0,-2 2 0,1-2 0,2 0 0,-3 2 0,0-5 0,3 5 0,-3-2 0,3 0 0,-3 2 0,0-2 0,0 0 0,3 2 0,-5-2 0,4 3 0,-5-3 0,6 2 0,-2-5 0,2 5 0,-3-5 0,0 5 0,0-2 0,0 0 0,0 2 0,0-5 0,3 5 0,-5-5 0,7 5 0,-7-5 0,5 5 0,-3-2 0,0 0 0,3 2 0,-6-5 0,9 5 0,-9-5 0,6 5 0,-3-5 0,0 5 0,4-2 0,-4 0 0,3 2 0,-3-6 0,0 7 0,0-7 0,0 7 0,0-7 0,0 7 0,0-3 0,0-1 0,0 4 0,0-4 0,0 1 0,3 3 0,-5-7 0,7 6 0,-7-5 0,5 5 0,-3-5 0,0 5 0,0-5 0,3 5 0,-6-2 0,6 0 0,-7 2 0,4-5 0,4 5 0,-7-5 0,9 5 0,-9-5 0,6 5 0,-3-5 0,0 2 0,0 0 0,0 1 0,0 0 0,3 2 0,-5-5 0,7 5 0,-7-5 0,5 5 0,-3-5 0,0 5 0,0-2 0,0 0 0,0-1 0,0 0 0,0-2 0,0 5 0,0-5 0,0 5 0,-1-5 0,1 5 0,0-5 0,0 2 0,0 0 0,0-2 0,0 5 0,0-5 0,-3 5 0,2-5 0,-2 2 0,6 0 0,-2-2 0,-1 2 0,2 0 0,-4-2 0,2 2 0,2 0 0,-4-2 0,2 2 0,-1 0 0,-2-2 0,3 2 0,0-3 0,0 3 0,-1-2 0,1 2 0,0-3 0,0 3 0,0-3 0,0 4 0,0-4 0,0 3 0,0-3 0,0 4 0,0-4 0,0 0 0,0 3 0,0-3 0,0 4 0,0-4 0,0 0 0,0 0 0,0 0 0,0 3 0,0-3 0,0 3 0,-3-3 0,2 0 0,1 4 0,-3-4 0,6 3 0,-7-3 0,4 0 0,0 0 0,0 0 0,0 4 0,0-4 0,0 3 0,0-3 0,0 0 0,0 0 0,0 0 0,0 0 0,0 0 0,0 0 0,0 0 0,0 0 0,0 4 0,0-4 0,0 3 0,0-3 0,0 0 0,0 0 0,0 0 0,0 0 0,0 4 0,-1-4 0,1 3 0,0-3 0,0 0 0,0 0 0,0 0 0,0 0 0,0 0 0,-3 0 0,2 0 0,-2 0 0,3 0 0,0 0 0,-3 0 0,2 0 0,-2 0 0,3 0 0,0 0 0,0 0 0,0 0 0,0 0 0,0 0 0,0 0 0,-1 0 0,1 0 0,0 0 0,0 0 0,0 0 0,0 0 0,0 0 0,0 0 0,0 0 0,0 0 0,0 0 0,0 0 0,0-3 0,0 2 0,0-5 0,3 2 0,-2 0 0,2-2 0,0 2 0,-2-3 0,2 3 0,0-2 0,-2 2 0,2 0 0,18-2 0,-9 5 0,17-2 0,-11 6 0,-4-2 0,3 2 0,-3-3 0,3 3 0,-2-2 0,2 2 0,-3-3 0,0 3 0,0-2 0,0 2 0,0-3 0,0 3 0,0-2 0,0 2 0,0-3 0,0 3 0,0-2 0,0 5 0,0-5 0,0 2 0,0 0 0,0-2 0,0 2 0,0 0 0,0-2 0,0 2 0,0 0 0,0-2 0,0 2 0,0 0 0,0-2 0,0 2 0,-1 0 0,1-2 0,0 2 0,0-3 0,0 3 0,0-2 0,0 2 0,0-3 0,0 3 0,0-2 0,0 2 0,0-3 0,0 0 0,0 3 0,0-2 0,0 2 0,0-3 0,0 0 0,0 0 0,0 0 0,0 0 0,0 0 0,0 0 0,0 0 0,0 0 0,0 0 0,0 3 0,0-2 0,0 2 0,0-3 0,6 0 0,-5 0 0,6 0 0,-4 0 0,-3 0 0,3 0 0,-3 0 0,0 0 0,0 0 0,0 0 0,0 0 0,0 0 0,0 0 0,0 0 0,0 0 0,0-4 0,0 4 0,0-3 0,0 3 0,0 0 0,0 0 0,0-4 0,3 4 0,-2-3 0,-1-1 0,-1 4 0,1-7 0,1 7 0,2-4 0,-3 4 0,0-3 0,0 3 0,0-4 0,0 1 0,0 3 0,0-7 0,0 6 0,-1-2 0,1 0 0,0 2 0,0-2 0,0 3 0,0-3 0,0 2 0,0-2 0,0 0 0,0 2 0,0-5 0,0 5 0,0-2 0,0 3 0,0-3 0,0 2 0,0-5 0,0 5 0,0-2 0,0 3 0,0-3 0,0 2 0,0-2 0,3 0 0,-2 2 0,2-5 0,-3 5 0,0-2 0,0 3 0,0-3 0,0 2 0,0-5 0,0 5 0,0-2 0,0 3 0,-1 0 0,1-3 0,0 2 0,0-2 0,3 0 0,-2 2 0,-1-5 0,-1 5 0,1-2 0,1 3 0,-1-3 0,2 2 0,-7-5 0,7 5 0,-2-2 0,1 0 0,2 2 0,-6-5 0,2 5 0,1-5 0,1 5 0,2-6 0,-3 7 0,0-7 0,0 7 0,0-7 0,0 7 0,0-7 0,0 7 0,-3-7 0,5 3 0,-4-3 0,5 3 0,-7-2 0,4 5 0,-3-5 0,2 2 0,1 0 0,0-2 0,0 2 0,0 0 0,-3-2 0,2 2 0,-2-3 0,3 3 0,-3-2 0,5 2 0,-4 0 0,2-2 0,2 2 0,-7-3 0,7 3 0,-5-2 0,3 2 0,0-3 0,0 3 0,-3-2 0,2 2 0,-2 0 0,3-3 0,0 4 0,0-1 0,-3-3 0,5 4 0,-7-5 0,7 5 0,-5-4 0,3 3 0,0 0 0,-3-2 0,2 2 0,-2 0 0,3-2 0,0 2 0,0 0 0,-4-2 0,4 2 0,-3 0 0,2-2 0,-2 2 0,3 0 0,-4-2 0,4 2 0,-3-3 0,2 3 0,-2-2 0,0 2 0,2-3 0,-2 3 0,0-2 0,2 2 0,-2-3 0,0 0 0,2 0 0,-2 3 0,0-3 0,2 4 0,-2-4 0,0-1 0,2 5 0,-5-7 0,5 9 0,-5-9 0,5 6 0,-2 0 0,0-5 0,2 4 0,-5-5 0,5 6 0,-5-2 0,5 2 0,-5-3 0,5 0 0,-2 0 0,0 0 0,2 3 0,-2-2 0,0 2 0,-1-3 0,3 0 0,-4 0 0,7 0 0,-8 0 0,5 3 0,-2-3 0,0 4 0,2-4 0,-2 3 0,-1-3 0,4 3 0,-7-3 0,7 0 0,-3 3 0,3-2 0,-4 2 0,4 0 0,-4-2 0,1 2 0,3-3 0,-4 3 0,1-2 0,2 2 0,-2 0 0,3-2 0,-3 2 0,2 0 0,-2-2 0,3 2 0,-3-3 0,2 3 0,-2-5 0,3 7 0,0-7 0,0 5 0,-3-3 0,2 3 0,-2-2 0,3 2 0,0-3 0,0 0 0,0 0 0,0-1 0,0 1 0,0 0 0,0 0 0,0 0 0,0 0 0,0 0 0,0 3 0,-3-2 0,2 2 0,-2-3 0,3 0 0,0 0 0,0 0 0,0 0 0,-4 0 0,4 3 0,-4-5 0,4 4 0,0-5 0,0 6 0,-3-2 0,2 2 0,-2 0 0,3-6 0,0 9 0,-3-9 0,2 7 0,1-4 0,-2-1 0,4 1 0,-5 0 0,0 0 0,2 3 0,-2-2 0,0 2 0,2-3 0,-5 0 0,5 3 0,-2-2 0,3 2 0,-3-3 0,2 3 0,-2-2 0,0 2 0,-1-3 0,0 0 0,1 3 0,0-5 0,2 7 0,-5-7 0,5 5 0,-2-3 0,0 0 0,2 3 0,-2-2 0,0 2 0,2-3 0,-2 3 0,0-3 0,2 3 0,-2 1 0,3-7 0,0 5 0,0-5 0,0 3 0,-1-3 0,1 5 0,-3-4 0,3 5 0,-7-3 0,6 0 0,-2 3 0,10-8 0,-9 6 0,7-4 0,-11 4 0,5 5 0,-2-8 0,6 1 0,-2 0 0,-1-1 0,-1 8 0,-5-6 0,8 0 0,-4 3 0,2-6 0,-1 10 0,-5-7 0,8 3 0,-7-3 0,7 3 0,-5-2 0,0 2 0,2-3 0,-2 3 0,0-2 0,5 2 0,-4-3 0,5 0 0,-3 3 0,-3-2 0,2 2 0,-2 0 0,3-2 0,-4 2 0,4 0 0,-3-2 0,2 5 0,1-8 0,0 7 0,0-7 0,0 5 0,0 0 0,-3-2 0,2 2 0,-2 0 0,3-2 0,0 2 0,0-3 0,0 3 0,-3-3 0,5 3 0,-4-3 0,5 4 0,-6-4 0,2 7 0,-2-7 0,3 3 0,0-3 0,0 0 0,-3 0 0,2 3 0,-2-2 0,3 2 0,-3-3 0,2 3 0,-2-2 0,3 5 0,0-5 0,-3 2 0,2 0 0,-2-2 0,0 2 0,5 0 0,-8-2 0,9 5 0,-6-5 0,3 5 0,0-5 0,-1 2 0,1 0 0,0-2 0,0 5 0,-3-5 0,6 2 0,-6 0 0,6-3 0,-3 7 0,-3-7 0,5 4 0,-4-1 0,5-3 0,-3 7 0,-3-7 0,5 7 0,-7-7 0,7 6 0,-5-5 0,3 5 0,0-5 0,0 5 0,-3-5 0,5 2 0,-4 0 0,5-2 0,-3 5 0,0-2 0,0 0 0,0 2 0,0-5 0,0 5 0,0-2 0,0 3 0,0 0 0,0-3 0,0 2 0,-1-2 0,1 3 0,0-3 0,0 2 0,0-2 0,0 3 0,0 0 0,0 0 0,0 0 0,0-3 0,0 2 0,0-2 0,0 3 0,0 0 0,0 0 0,0 0 0,3 0 0,-5-3 0,4 2 0,-2-2 0,4 3 0,0-3 0,-1 2 0,-3-2 0,0 3 0,0 0 0,0 0 0,0 0 0,0-3 0,0 2 0,0-2 0,0 3 0,0-3 0,0 2 0,-1-2 0,1 3 0,0-3 0,0 2 0,0-2 0,0 3 0,0-3 0,0 2 0,0-2 0,0 3 0,0-3 0,0 2 0,0-2 0,0 3 0,0-3 0,0 2 0,0-2 0,0 3 0,0 0 0,0 0 0,0 0 0,0-3 0,0 2 0,3-2 0,-2 3 0,2 0 0,-3-4 0,0 4 0,0-3 0,0 3 0,0 0 0,0 0 0,0-4 0,0 4 0,0-3 0,-1 3 0,1 0 0,0 0 0,0-4 0,0 4 0,0-4 0,0 4 0,0-3 0,0 3 0,0-4 0,0 4 0,0 0 0,0 0 0,0-3 0,0 3 0,0-4 0,0 4 0,0 0 0,0-3 0,0 3 0,0-4 0,0 4 0,0-3 0,0 2 0,0-2 0,0 3 0,0 0 0,0 0 0,0-3 0,0 2 0,0-2 0,0 3 0,0 0 0,0-3 0,0 2 0,0-2 0,-1 3 0,1 0 0,0 0 0,0 0 0,0 0 0,0 0 0,0 0 0,0 0 0,0 0 0,0 0 0,0 0 0,0 0 0,0 0 0,0 0 0,0 0 0,0 0 0,0 0 0,0 0 0,0 0 0,0 0 0,0 0 0,0 0 0,0 0 0,0 0 0,0 0 0,0 0 0,0 0 0,0 0 0,0 3 0,0-2 0,0 2 0,0-3 0,0 0 0,0 0 0,0 0 0,9 3 0,-7-2 0,7 2 0,-9-3 0,0 0 0,0 3 0,0-2 0,10 2 0,-8-3 0,4 3 0,-7-2 0,-2 2 0,6-3 0,1 0 0,0 3 0,-1-2 0,-3 2 0,0-3 0,0 0 0,0 3 0,0-2 0,0 2 0,0-3 0,0 0 0,0 0 0,0 0 0,0 3 0,0-2 0,0 2 0,0-3 0,-1 0 0,1 3 0,0-2 0,0 2 0,0-3 0,0 0 0,0 3 0,0-2 0,0 2 0,0-3 0,0 0 0,0 0 0,0 3 0,0-2 0,0 2 0,0 0 0,0-2 0,0 2 0,0-3 0,0 3 0,0-2 0,0 2 0,0-3 0,0 0 0,0 0 0,0 3 0,0-2 0,0 2 0,0-3 0,0 3 0,0-2 0,0 2 0,0-3 0,0 0 0,0 3 0,-1-2 0,1 2 0,0-3 0,0 0 0,0 0 0,0 0 0,0 3 0,0-2 0,0 2 0,0-3 0,0 0 0,0 0 0,0 3 0,0-2 0,0 2 0,0-3 0,0 0 0,0 3 0,0-2 0,0 2 0,0 0 0,0-2 0,0 2 0,0-3 0,0 3 0,0-2 0,0 2 0,0-3 0,0 3 0,0-2 0,0 5 0,0-5 0,0 2 0,0-3 0,0 3 0,0-2 0,-1 2 0,1 0 0,0-3 0,0 4 0,0-4 0,0 3 0,0-3 0,0 4 0,0-1 0,0-3 0,0 4 0,0-4 0,0 0 0,0 3 0,3-3 0,-2 4 0,2-4 0,-3 0 0,0 3 0,0-3 0,0 3 0,0 1 0,0-4 0,0 3 0,0-3 0,0 4 0,0-4 0,0 7 0,0-7 0,-3 6 0,5-5 0,-4 5 0,5-5 0,-3 2 0,-4 0 0,7-2 0,-6 2 0,3 0 0,3-2 0,-9 5 0,8-5 0,-2 2 0,1-3 0,-1 3 0,2-2 0,-7 5 0,7-5 0,-2 2 0,-2 0 0,4-2 0,-2 2 0,-2 0 0,4-2 0,-5 5 0,3-5 0,0 2 0,0 0 0,0-2 0,0 5 0,0-5 0,-3 5 0,5-5 0,-4 2 0,5 0 0,-3-2 0,0 2 0,0 0 0,0 1 0,0 0 0,0-1 0,0 0 0,0-2 0,-1 5 0,1-5 0,0 5 0,0-5 0,0 2 0,0 0 0,0-2 0,0 2 0,0 0 0,0-2 0,0 5 0,0-5 0,0 2 0,0 0 0,0-2 0,0 5 0,0-5 0,0 2 0,0-3 0,0 3 0,0-2 0,0 2 0,0-3 0,0 0 0,0 0 0,0 0 0,0 0 0,0 0 0,0 3 0,0-2 0,0 2 0,0-3 0,0 3 0,0-2 0,0 2 0,0-3 0,-1 0 0,1 3 0,0-2 0,0 5 0,0-6 0,0 4 0,0-4 0,0 0 0,0 3 0,0-3 0,0 4 0,0-1 0,0-3 0,0 4 0,0-1 0,0-3 0,0 7 0,0-7 0,0 3 0,0-3 0,0 0 0,0 4 0,0-4 0,0 7 0,0-7 0,0 3 0,0-3 0,0 4 0,0-4 0,0 6 0,0-5 0,-3 5 0,5-5 0,-5 5 0,7-5 0,-4 2 0,-4 0 0,4 1 0,0 0 0,-3 2 0,5-5 0,-5 5 0,0-2 0,6 0 0,-9 2 0,5-2 0,-3 3 0,1-3 0,3 2 0,-3-2 0,-1 3 0,0 0 0,1 0 0,0 0 0,2-3 0,-5 5 0,5-7 0,-5 7 0,5-5 0,-5 3 0,2 0 0,0 0 0,-2 0 0,2 0 0,-3 0 0,3 0 0,-2 0 0,2 0 0,0 0 0,-2 0 0,2-1 0,-3 1 0,0 0 0,3 0 0,-2 0 0,2 3 0,-3-2 0,0 2 0,3-3 0,-2 0 0,2 0 0,-3 0 0,0 0 0,0 0 0,3 3 0,-2-2 0,2 2 0,-3-3 0,0 0 0,3 0 0,-2 0 0,2 0 0,-3 0 0,0 0 0,0 0 0,0 0 0,3 0 0,-2 0 0,2 0 0,-3 0 0,0 0 0,0 0 0,0 0 0,3 0 0,-2-1 0,2 1 0,-3 7 0,3-6 0,-2 5 0,2-6 0,-3 0 0,0 0 0,0 0 0,0 0 0,3 6 0,-2-4 0,2 4 0,-3-6 0,0 0 0,0 0 0,3 0 0,-2 0 0,2 3 0,-3-2 0,0 2 0,0-3 0,0 0 0,0 0 0,0 0 0,0 6 0,0-5 0,0 6 0,0-7 0,0-1 0,0 1 0,0 7 0,0-6 0,0 5 0,0-6 0,0 0 0,0 0 0,0 0 0,0 0 0,0 0 0,0 0 0,0 0 0,0 0 0,0 3 0,0-2 0,0 2 0,0-3 0,0 0 0,0 0 0,0 0 0,0 0 0,0 0 0,0 0 0,0 0 0,0 0 0,0 0 0,0 0 0,0 0 0,0 0 0,0 0 0,0 0 0,0 0 0,0-1 0,-3 1 0,2 0 0,-2 0 0,3 0 0,0 0 0,0 3 0,0-2 0,0 2 0,-3-3 0,2 0 0,-2 0 0,3 0 0,0 0 0,0 0 0,0 0 0,0 0 0,0 0 0,-3 0 0,2 0 0,-2 0 0,3 0 0,0 0 0,0 0 0,-4 0 0,4 0 0,-3 0 0,3 0 0,0 0 0,0 0 0,0 0 0,0 0 0,-4 0 0,4 0 0,-3 0 0,3-1 0,0 1 0,-4 0 0,4 0 0,-4 0 0,4 0 0,-3 0 0,3 0 0,-4 0 0,4 0 0,0 0 0,-3 0 0,3 3 0,-7-2 0,7 2 0,-4-3 0,4 0 0,0 0 0,-3 0 0,2 0 0,-2 0 0,0 0 0,2 0 0,-5 0 0,5 0 0,-5 0 0,5 0 0,-2 0 0,0 0 0,2 0 0,-5 0 0,2 3 0,0-3 0,-2 4 0,5-5 0,-5-2 0,5 6 0,-5-9 0,5 8 0,-5-5 0,5 3 0,-2 0 0,0 0 0,2 0 0,-5 0 0,5 0 0,-5-3 0,5 5 0,-5-4 0,5 5 0,-2-3 0,0 0 0,-1 0 0,0 3 0,-2-5 0,5 4 0,-2-5 0,3 3 0,-3 0 0,2 0 0,-5 0 0,5 0 0,-6-3 0,7 5 0,-7-4 0,7 8 0,-7-6 0,7 4 0,-4-4 0,1 0 0,3-1 0,-7 1 0,7 0 0,-4 0 0,1 0 0,2 0 0,-2 0 0,0 0 0,2 0 0,-2 0 0,0 0 0,2 0 0,-2 0 0,3 0 0,-3 0 0,-1 0 0,0 0 0,1 0 0,0 3 0,-1 1 0,0 0 0,1-1 0,0-3 0,2 0 0,-2 0 0,3 0 0,-3 0 0,2 0 0,-5 0 0,5 0 0,-2 0 0,0 0 0,2 0 0,-5 0 0,5-1 0,-5-2 0,5 6 0,-2-6 0,0 6 0,2-3 0,-2 0 0,0 0 0,2 0 0,-5 0 0,5 0 0,-2 0 0,3 0 0,-3 0 0,2 0 0,-2 0 0,3 0 0,-3 0 0,2 0 0,-2 0 0,3 0 0,-3 0 0,2 0 0,-2 0 0,3 0 0,0 0 0,-3 0 0,2 0 0,-2 0 0,3 0 0,0 0 0,0 0 0,0 0 0,0 0 0,0 0 0,0-1 0,0 1 0,0 0 0,0 0 0,0 0 0,0 0 0,0 0 0,0 0 0,0 0 0,0 3 0,0-2 0,0 2 0,0-3 0,0 0 0,0 3 0,0-2 0,0 2 0,0-3 0,0 0 0,0 6 0,0-4 0,0 7 0,0-8 0,0 8 0,0-8 0,0 6 0,0-7 0,3-4 0,-3 7 0,4-6 0,-4 6 0,3-3 0,-3 0 0,4 0 0,-4 0 0,0 0 0,3 0 0,-3 0 0,4 0 0,-4 0 0,3 0 0,-3 0 0,4 0 0,-4 0 0,3 0 0,-3 0 0,3 0 0,1 0 0,-4 0 0,7 0 0,-7 0 0,3 0 0,1 0 0,-4 0 0,6 0 0,-2 0 0,3 0 0,-3 0 0,-1 0 0,0 0 0,1-3 0,3 5 0,-3-5 0,2 3 0,-2 3 0,3-6 0,-3 6 0,2-6 0,-5 3 0,5-4 0,-5 4 0,5 0 0,-5 0 0,5-3 0,-2 2 0,0-2 0,-1 3 0,0 0 0,-2 0 0,5 0 0,-5 0 0,5-3 0,-2 5 0,0-4 0,-1 5 0,0-3 0,1 0 0,0 0 0,2-3 0,-5 5 0,5-7 0,-5 7 0,5-5 0,-5 3 0,5 0 0,-2 0 0,0 0 0,2-3 0,-2 2 0,0-2 0,2 3 0,-5 0 0,5-4 0,-2 4 0,-1-3 0,4 3 0,-3-4 0,-1 4 0,4-4 0,-4 1 0,4 3 0,-3-4 0,3 1 0,-4 2 0,1-2 0,2 3 0,-2-3 0,0 2 0,2-2 0,-2 0 0,3-1 0,0 3 0,0-4 0,-3 7 0,5-8 0,-7 5 0,7-5 0,-5 5 0,3-5 0,0 5 0,-3-2 0,2 0 0,-2 2 0,3-5 0,0 5 0,0-5 0,-3 5 0,5-2 0,-4 0 0,5-1 0,-3 0 0,0-2 0,0 5 0,0-5 0,-3 5 0,5-5 0,-5 2 0,7-3 0,-4 3 0,-1-2 0,1 2 0,0-3 0,0 0 0,0 3 0,0-2 0,0 2 0,0-3 0,0 0 0,0 0 0,0 0 0,0 0 0,0 0 0,0 0 0,0 0 0,0 0 0,0 0 0,0 0 0,0 0 0,0 0 0,0 0 0,3 0 0,-2 0 0,2 0 0,-3 0 0,0 0 0,3 0 0,-6-3 0,6 2 0,-3-5 0,1 5 0,2-2 0,-7 0 0,4-1 0,-3-3 0,2 0 0,-2 0 0,3 0 0,-7-1 0,7 5 0,-4-4 0,1 3 0,2-3 0,-5 0 0,5 3 0,-2-2 0,0 2 0,2-3 0,-5 0 0,5 3 0,-2-2 0,0 2 0,2-3 0,-5 0 0,5 3 0,-11 20 0,3-12 0,-5 18 0,4-18 0,0 0 0,-1 5 0,-3-8 0,3 9 0,-5 0 0,4-2 0,-5 2 0,6-3 0,-5-4 0,7 4 0,-7 0 0,5 0 0,-3 0 0,3 0 0,-3-3 0,4 2 0,-1-2 0,-3 3 0,3-3 0,1 2 0,-4-2 0,3 0 0,-3 2 0,0-2 0,0 0 0,3 2 0,-5-5 0,4 2 0,-5-3 0,3 0 0,0 0 0,0 0 0,0 3 0,0-2 0,0 2 0,0-3 0,0-3 0,0 2 0,0-2 0,0 3 0,0 0 0,0-3 0,0 2 0,0-2 0,-1 0 0,1 2 0,0-5 0,0 5 0,0-5 0,0 5 0,0-2 0,0 0 0,0-1 0,0-3 0,0 3 0,0-2 0,-3 2 0,5-3 0,-4 3 0,8-3 0,-8 4 0,4-1 0,-2-3 0,1 3 0,2 1 0,-3-4 0,0 3 0,0-3 0,0 0 0,0 3 0,3-2 0,-6-1 0,6-1 0,-7 1 0,8 1 0,-4 5 0,3-5 0,-3 2 0,0-3 0,0 3 0,0-2 0,3 2 0,-2 0 0,2-2 0,0 2 0,-5-3 0,4 0 0,-2 0 0,1 3 0,2-2 0,-3 5 0,0-5 0,3 2 0,-2 0 0,2-3 0,-3 4 0,3-4 0,-2 3 0,2-3 0,0 3 0,-3-3 0,4 3 0,-1-2 0,-3 2 0,4 0 0,-5-5 0,5 4 0,-4-5 0,7 3 0,-7 3 0,3-5 0,-3 4 0,3-5 0,1 3 0,0 3 0,-1-5 0,0 4 0,-2-5 0,5 3 0,-2 0 0,0 0 0,2 0 0,-5 0 0,5 0 0,-5 3 0,5-6 0,-2 6 0,3-7 0,-3 4 0,2 0 0,-2 0 0,0 0 0,2 0 0,-2 0 0,3 0 0,-3 0 0,2 0 0,-2 0 0,0 0 0,2 0 0,-2 0 0,3 0 0,-3 0 0,2 0 0,-2 0 0,0 0 0,2 0 0,-2 0 0,3 0 0,0 0 0,-3-1 0,2 1 0,-2 0 0,3 0 0,0 0 0,0 0 0,0 0 0,0 0 0,0 0 0,0-3 0,-3 5 0,2-4 0,-2 2 0,3-1 0,0-2 0,0 3 0,0 0 0,0 0 0,0 0 0,0 0 0,0 0 0,0 0 0,0 0 0,0 0 0,0-1 0,0 1 0,0 0 0,0 0 0,3 0 0,-2 0 0,2 0 0,-3 0 0,3 0 0,-2 0 0,5 0 0,-5-3 0,5 2 0,-5-2 0,2 3 0,0 3 0,-3-5 0,4 4 0,-1-5 0,-3 3 0,4 0 0,-1 0 0,-3 0 0,4 0 0,-1 0 0,-3-1 0,7 1 0,-4 0 0,4-3 0,-3 2 0,-1-2 0,1 6 0,-4-5 0,6 4 0,-5-5 0,5 6 0,-5-2 0,5 2 0,-5-3 0,2 0 0,0 0 0,1 0 0,0 0 0,2 0 0,-5 0 0,5 0 0,-5 0 0,5 0 0,-5 0 0,5 3 0,-2-6 0,0 6 0,-1-7 0,0 4 0,-2 0 0,5 0 0,-5 0 0,5 0 0,-5 0 0,2 0 0,3-6 0,-1 4 0,2-4 0,-1 9 0,-5-2 0,5-1 0,-5-1 0,2-2 0,0 3 0,-2 0 0,5-7 0,-5 6 0,2-5 0,0 6 0,-2-1 0,5 1 0,-5 0 0,2-3 0,-3 2 0,3-5 0,-2 5 0,2-2 0,-3 3 0,3 0 0,-2 0 0,2 0 0,-3 0 0,0 0 0,0 0 0,3-3 0,-2 2 0,2-2 0,-3 3 0,0 0 0,3 0 0,-2 0 0,2 0 0,-3 0 0,0-1 0,3 1 0,-2 0 0,2 0 0,-3 0 0,3 0 0,-2 0 0,2 0 0,-3 0 0,0 0 0,0 0 0,0 0 0,3-3 0,-3 2 0,4-2 0,-4 3 0,0 0 0,0 0 0,0 0 0,0 0 0,3 0 0,-3 0 0,4 0 0,-4 0 0,0-1 0,0-2 0,0 3 0,0-4 0,0 4 0,0 0 0,0 0 0,0 0 0,0-3 0,0 2 0,0-2 0,0 3 0,0 0 0,0 0 0,0 0 0,0 0 0,0 0 0,0 0 0,0 0 0,0 0 0,0 0 0,0 0 0,0 0 0,0 0 0,0 0 0,0-4 0,0 4 0,-4-4 0,4 4 0,-3 0 0,3 0 0,0 0 0,-4-3 0,4 2 0,-4-2 0,4 3 0,0 0 0,0 0 0,0 0 0,0 0 0,0 0 0,0 0 0,0 0 0,-3 0 0,3 0 0,-4 0 0,4 0 0,0 0 0,0 0 0,-3-1 0,3 1 0,-4 0 0,4 0 0,0 0 0,0 0 0,0 0 0,-3 0 0,2 0 0,-2 0 0,3 0 0,-3-3 0,2 2 0,-2-2 0,3 3 0,0 0 0,0 0 0,-3 0 0,2 0 0,-2 0 0,3 0 0,-3 0 0,2 0 0,-2 0 0,3 0 0,0-1 0,0 1 0,0 0 0,0 0 0,-3 0 0,2 0 0,-2 0 0,3 0 0,0 0 0,-3-3 0,2 2 0,-2-2 0,3 3 0,0 0 0,0 0 0,-3 0 0,2 0 0,-2 0 0,3 0 0,0-3 0,0 2 0,-3-2 0,2 3 0,-2-1 0,3 1 0,0 0 0,0 0 0,0 0 0,0 0 0,0 0 0,0 0 0,-3 0 0,2 0 0,-2 0 0,3 0 0,0 0 0,0 0 0,0 0 0,0 0 0,0 0 0,0 0 0,0 0 0,0 0 0,0 0 0,0 0 0,0 0 0,0 0 0,0 0 0,0 0 0,0-1 0,0 1 0,0 0 0,0 0 0,0 0 0,0 0 0,0 0 0,0 0 0,0 0 0,0 0 0,0 0 0,0 0 0,0 0 0,0 0 0,0 0 0,0 0 0,0 0 0,0 0 0,0 0 0,0 0 0,0 0 0,-3 0 0,2 0 0,-2 0 0,3 0 0,0-1 0,0 1 0,0 0 0,0 0 0,0 0 0,0 0 0,0 0 0,0 0 0,0 0 0,0 0 0,0 0 0,0 0 0,-3 0 0,2 0 0,-2 0 0,3 0 0,0 0 0,0 0 0,-3 0 0,2 0 0,-2 0 0,3 0 0,-3 0 0,2 0 0,-2 0 0,3 0 0,0-1 0,0 1 0,9 22 0,-6-10 0,6 17 0,-6-18 0,-2 2 0,2 1 0,0-2 0,-2 4 0,5-2 0,-5 1 0,2 2 0,0-3 0,-2 0 0,2 0 0,-3 0 0,3 0 0,-2 0 0,2 0 0,0 0 0,-2 0 0,2 0 0,-3 0 0,0 0 0,3 0 0,-2 0 0,2 0 0,-3 0 0,0 0 0,3-1 0,-3 1 0,4 4 0,-1-4 0,-3 3 0,4-3 0,-4 0 0,0 0 0,0 0 0,0 0 0,3 0 0,-3 0 0,4 0 0,-4 0 0,0 0 0,0 0 0,0 3 0,0-2 0,0 2 0,0-3 0,0 0 0,3 0 0,-3 0 0,3 0 0,-3 0 0,0 0 0,0 0 0,0 0 0,0 0 0,0 0 0,0 0 0,0 3 0,0-3 0,0 3 0,0-3 0,0 0 0,0 0 0,0 0 0,0 0 0,0 0 0,0 0 0,0 0 0,0 0 0,0 0 0,0 0 0,0 0 0,0 3 0,-3-2 0,3 2 0,-4-3 0,4 0 0,-3 0 0,3 0 0,-4 0 0,4 0 0,0 0 0,0 0 0,-3 0 0,3 0 0,-4 0 0,1 3 0,2-2 0,-2 2 0,0-3 0,2 0 0,-2 0 0,0-1 0,2 1 0,-2 0 0,3 0 0,0 0 0,0 0 0,-3 0 0,2 0 0,-2 3 0,0-2 0,2 2 0,-2-3 0,0 0 0,2 0 0,-2 0 0,3 0 0,0 0 0,-3 0 0,2 0 0,-2 0 0,0 0 0,2 0 0,-2 0 0,3 3 0,-3-2 0,2 5 0,-2-5 0,3 2 0,-3-3 0,2 0 0,-5 0 0,5 0 0,-2 0 0,3-1 0,0 1 0,-3 0 0,2 0 0,-2 0 0,3 0 0,-3 0 0,2 0 0,-2 0 0,0 0 0,2 0 0,-2 0 0,3 0 0,-3 0 0,2 0 0,-5 0 0,5 0 0,-2 0 0,0 0 0,2 0 0,-2 0 0,0 0 0,2 0 0,-5 0 0,5 0 0,-5 0 0,5 3 0,-6-5 0,7 4 0,-7-5 0,7 3 0,-3 0 0,-1 0 0,4 0 0,-4 0 0,1 0 0,-1-1 0,1 1 0,-1 0 0,1 0 0,2 0 0,-5 0 0,5 0 0,-2 0 0,0 0 0,-1 0 0,0 0 0,1 0 0,0 0 0,2 0 0,-2 0 0,3 0 0,-3 0 0,2 0 0,-5 0 0,5 0 0,-2 3 0,0-5 0,2 4 0,-5-2 0,5 1 0,-2 2 0,0-3 0,2 0 0,-2 0 0,3 0 0,-3 3 0,-1-3 0,0 4 0,1-4 0,3-1 0,-3 1 0,2 0 0,-5 0 0,5 0 0,-2 0 0,3 0 0,0 0 0,0 0 0,-3 3 0,2-2 0,-5 5 0,5-5 0,-5 5 0,5-5 0,-2 2 0,0-3 0,2 0 0,-2 0 0,3 0 0,-3 3 0,2-2 0,-2 2 0,0 0 0,2-2 0,-2 2 0,3-3 0,0 0 0,-4 0 0,4 0 0,-3 3 0,3-3 0,0 3 0,-4-3 0,4 0 0,-3 0 0,3 3 0,0-2 0,0 12 0,-4-11 0,4 7 0,-4-9 0,4 0 0,0 0 0,-3 3 0,3-2 0,-4 2 0,4 0 0,0-2 0,-3 2 0,3-3 0,-4 3 0,1-2 0,3 5 0,-4-2 0,4-1 0,0 1 0,-3-5 0,2 1 0,-2 4 0,3-4 0,-3 3 0,2-3 0,-2 3 0,3 1 0,-3 0 0,2-1 0,-2-3 0,0 3 0,2-2 0,-2 2 0,3-3 0,-3 3 0,2-2 0,-2 2 0,3-3 0,0 0 0,-3 0 0,2 0 0,-2 0 0,3 0 0,-3 0 0,2 0 0,-5 6 0,5-5 0,-2 6 0,3-8 0,0 1 0,0 0 0,0 0 0,0 0 0,0 0 0,-3 0 0,2 0 0,-2 0 0,3 0 0,0 0 0,0 3 0,0-2 0,0 2 0,0-3 0,0 0 0,0 0 0,0 0 0,0 0 0,0 0 0,0 0 0,0 0 0,0 0 0,0 0 0,0 0 0,0 0 0,0 0 0,0 0 0,0 0 0,0 0 0,0 0 0,0 0 0,0 0 0,0 0 0,0 0 0,3-1 0,-2 1 0,2 0 0,-3 0 0,0 0 0,3 3 0,-2-2 0,5 2 0,-5-3 0,2 0 0,-3 0 0,3 0 0,-2 0 0,2 0 0,0 0 0,-2 0 0,5 0 0,-5 0 0,2 0 0,0 0 0,-2 0 0,2 0 0,0 0 0,-2 0 0,5 0 0,-5 0 0,2 0 0,0 0 0,1-3 0,0 8 0,2-10 0,-5 11 0,2-9 0,0 3 0,-2-1 0,5 1 0,-5 0 0,5-3 0,-2 6 0,-1-6 0,4 6 0,-3-6 0,-1 2 0,4 1 0,-4 1 0,4 2 0,-3-3 0,3-3 0,-4 2 0,1-2 0,2 3 0,-2-3 0,0 2 0,2-2 0,-5 3 0,5 0 0,-2-3 0,3 2 0,-3-2 0,2 0 0,-2 2 0,0-2 0,2 3 0,-2-3 0,0 2 0,2-2 0,-2 3 0,0 0 0,2-3 0,-2 5 0,3-8 0,0 9 0,-3-6 0,2-1 0,-2 4 0,0-3 0,2 3 0,-2-4 0,3 4 0,-3-4 0,2 1 0,-2 3 0,3-7 0,0 7 0,-3-4 0,2 1 0,-2 2 0,3-5 0,0 5 0,-4-2 0,4 0 0,-3 2 0,3-5 0,-1 5 0,1-5 0,-3 5 0,6-5 0,-6 2 0,3 0 0,-1 1 0,-2 0 0,6 2 0,-2-5 0,-1 5 0,-1-5 0,4 5 0,-1-5 0,4 2 0,-9 0 0,2-2 0,1 5 0,1-5 0,2 2 0,0 0 0,-2 1 0,2 0 0,-3-1 0,0 0 0,0-2 0,0 2 0,0-3 0,0 3 0,0-2 0,0 2 0,3-3 0,-6 3 0,6-2 0,-3 2 0,0 0 0,3-2 0,-3 2 0,0-3 0,0 0 0,0 3 0,0-2 0,0 5 0,0-5 0,0 2 0,0-3 0,0 0 0,0 3 0,0-2 0,0 2 0,0-3 0,0 3 0,0-2 0,0 2 0,0-3 0,0 0 0,0 0 0,0 0 0,0 0 0,0 0 0,0 0 0,0 0 0,0 0 0,0 0 0,0 0 0,0 0 0,0 0 0,0 0 0,0 0 0,-1-3 0,1-1 0,0 0 0,-3-2 0,6 2 0,-6 0 0,3-3 0,-1 4 0,-2-5 0,3 1 0,0 0 0,-3 0 0,-1 0 0,0 0 0,1 0 0,0 0 0,2 0 0,-5 0 0,5-3 0,-5 2 0,2-2 0,-3 3 0,0 0 0,3 0 0,-2 0 0,2 0 0,-3 0 0,0 0 0,3 0 0,-2-10 0,2 8 0,0-8 0,-2 10 0,2 0 0,-3 0 0,0 0 0,0 0 0,0 0 0,0 0 0,0 0 0,3-6 0,-2 4 0,2-4 0,-3 6 0,0 0 0,0 0 0,0 0 0,0 0 0,0 0 0,0 0 0,0-4 0,0 4 0,0-4 0,0 4 0,0 0 0,0 0 0,0 0 0,0 0 0,0 0 0,0 0 0,0 0 0,0 0 0,0 0 0,0 0 0,0 0 0,0 0 0,-3 0 0,2 0 0,-2 0 0,3 0 0,0 0 0,-3 0 0,2 0 0,-2 0 0,3 0 0,-3 0 0,2 0 0,-5 0 0,5-1 0,-2 1 0,0 0 0,2 0 0,-5 0 0,5 0 0,-5 0 0,5 0 0,-5 0 0,5 0 0,-5 0 0,5 0 0,-5 3 0,2-5 0,-3 4 0,3-5 0,1 3 0,-1 0 0,0 0 0,-3 0 0,4 0 0,-4 0 0,3 0 0,0 0 0,-2 0 0,5-1 0,-5 5 0,2-7 0,0 5 0,-2-2 0,2-2 0,-3 4 0,3-5 0,-2 3 0,5 0 0,-5 0 0,5 0 0,-5 3 0,2-5 0,0 4 0,1-5 0,-3 3 0,4 0 0,-7 0 0,8 0 0,-2 0 0,0 0 0,2 0 0,-5 0 0,5 0 0,-2 0 0,0-1 0,2 1 0,-2 0 0,3 0 0,0 0 0,0 0 0,0 0 0,-3 0 0,2 0 0,-2 0 0,3 0 0,0 0 0,-3 0 0,2 0 0,-2 0 0,-1 0 0,4 0 0,-3 0 0,3 0 0,-4 0 0,4 0 0,-7 0 0,7 0 0,-7 0 0,7 0 0,-4-1 0,1 1 0,3 0 0,-7 0 0,7 0 0,-7 0 0,6 0 0,-5 0 0,5 0 0,-5-3 0,2 2 0,0-2 0,-2 6 0,5-2 0,-5-1 0,5-1 0,-5-2 0,5 3 0,-5 0 0,5 0 0,-2 0 0,0 0 0,2 0 0,-5 0 0,5 0 0,-2-1 0,0 1 0,2 0 0,-2 0 0,0 0 0,2 0 0,-2 0 0,3 0 0,0 0 0,0 0 0,0 0 0,0 0 0,0 0 0,0 0 0,0 0 0,3 0 0,-2 0 0,2 0 0,-3 0 0,3 0 0,-2 0 0,5 0 0,-5 0 0,5 3 0,-2-3 0,0 4 0,2-5 0,-2 5 0,0-4 0,5 7 0,-8-7 0,9 7 0,-3-4 0,0 1 0,4 2 0,-4-2 0,-1 3 0,1-3 0,0 2 0,0-2 0,0 3 0,0 0 0,0 0 0,0-3 0,0 2 0,0-2 0,0 3 0,0 0 0,0 0 0,0 0 0,0 0 0,0 0 0,0 0 0,0 0 0,0 0 0,0 3 0,0-2 0,0 5 0,0-2 0,0 0 0,-3 2 0,5-2 0,-4 0 0,2 2 0,-1-2 0,-2 0 0,3 2 0,-3-2 0,-1 3 0,0 0 0,1-3 0,-1 5 0,4-7 0,-7 7 0,7-5 0,-7 3 0,4 0 0,-1 0 0,-3 0 0,4 0 0,-4 0 0,0 0 0,0 0 0,0 0 0,0 0 0,-4 0 0,4 0 0,-4 0 0,1-1 0,3 1 0,-4 0 0,4 0 0,0 0 0,0 0 0,0 0 0,0 0 0,4 0 0,-4 0 0,7 0 0,-7 0 0,3 0 0,-3 0 0,3 0 0,-2 0 0,5 0 0,-5 0 0,5 0 0,-5 0 0,5 0 0,-5 0 0,5-3 0,-2 2 0,0-2 0,2 3 0,-2-3 0,3-1 0,3-3 0,-5-3 0,4 2 0,-5-5 0,3 5 0,0-5 0,-3 2 0,2 0 0,-2-6 0,3 9 0,-3-9 0,2 7 0,-5-5 0,5 1 0,-2 0 0,0 0 0,-1 0 0,-3 0 0,3 0 0,-2 0 0,2 0 0,0 0 0,-2 0 0,2 0 0,-3 0 0,0 0 0,3 0 0,-2 0 0,2 0 0,-3 0 0,0 0 0,3 0 0,-2 0 0,5 0 0,-5 0 0,2 0 0,-3 0 0,0-1 0,0 1 0,3 0 0,-2 0 0,2 0 0,0 0 0,-2 0 0,5 0 0,-2 3 0,-1-2 0,4 2 0,-3 0 0,2 1 0,1 0 0,0 2 0,0-5 0,0 5 0,0-2 0,0 3 0,0-3 0,0 2 0,0-2 0,0 9 0,-3-1 0,-1 5 0,-3-3 0,0 0 0,3 0 0,-2 0 0,2 0 0,-3 0 0,0 0 0,0 3 0,0-2 0,0 2 0,0-3 0,0 0 0,-3 0 0,-1 3 0,0-3 0,1 3 0,3-3 0,-3 0 0,2 0 0,-5 0 0,5 0 0,-2 0 0,0 0 0,2 0 0,-5 0 0,5 0 0,-2 0 0,0 0 0,2 0 0,-5 0 0,5 0 0,-2 0 0,0 0 0,2 0 0,-2 0 0,3 0 0,0 0 0,0 0 0,-3 0 0,2 0 0,-2 0 0,3 0 0,0 0 0,0 0 0,0 0 0,0 0 0,0 0 0,0 0 0,0-1 0,0 1 0,3 0 0,1 0 0,0 0 0,2-3 0,-2 2 0,0-2 0,2 3 0,-2-3 0,-1 2 0,4-2 0,-3 0 0,3 2 0,0-5 0,-4 5 0,7-5 0,-9 5 0,9-5 0,-7 5 0,4-5 0,0 5 0,0-5 0,0 5 0,0-5 0,0 2 0,0 0 0,0-2 0,0 2 0,0 0 0,0-2 0,0 2 0,0-3 0,0 0 0,0 0 0,0 0 0,0 3 0,0-2 0,0 2 0,0-3 0,0 0 0,0 0 0,0-3 0,0 2 0,0-2 0,0 0 0,0 2 0,0-2 0,0 0 0,0-1 0,0 0 0,0-2 0,-1 5 0,-2-5 0,6 2 0,-6 0 0,3-2 0,-1 2 0,-5-3 0,5 0 0,-5 0 0,5 3 0,-2-3 0,0 3 0,2-3 0,-2 3 0,0-2 0,2 2 0,-2 0 0,0-5 0,2 7 0,-2-4 0,3 0 0,0 4 0,0-4 0,0 6 0,0 0 0,0 6 0,-3-1 0,-1 5 0,0-3 0,-2 0 0,2 0 0,-3 0 0,0 0 0,3 0 0,-2 0 0,2 0 0,-3 0 0,0 0 0,0 0 0,0 0 0,0 0 0,0 0 0,0 3 0,0-3 0,0 4 0,0-4 0,0-1 0,-3 5 0,2-4 0,-2 3 0,0-6 0,2 6 0,-5-6 0,5 6 0,-5-3 0,5 0 0,-5-3 0,2 2 0,-3-5 0,0 2 0,0 0 0,0-2 0,-1 2 0,1-3 0,0 0 0,0 0 0,0 0 0,0 3 0,0-2 0,0 2 0,0-3 0,0 0 0,0 0 0,0 0 0,0 0 0,0 0 0,0 0 0,0 0 0,0 0 0,0 0 0,0 0 0,0 0 0,0 0 0,3 9 0,1-3 0,3 7 0,-3-6 0,2 0 0,-2 0 0,3 0 0,0 0 0,0 0 0,0 0 0,0 0 0,0 0 0,3 0 0,-3 0 0,4 0 0,-4 0 0,0 0 0,0 0 0,3 0 0,-3 0 0,4-1 0,-4 1 0,3 0 0,-3 0 0,4 0 0,-4 0 0,0 0 0,3 0 0,-3 0 0,3 0 0,-3 0 0,0 0 0,4 0 0,-4 0 0,3 0 0,-3 0 0,0 0 0,4 0 0,-4 0 0,3 0 0,-3 0 0,0 0 0,0 0 0,0 0 0,0 0 0,0 0 0,0 0 0,0 0 0,0 0 0,0 0 0,0 0 0,4 0 0,-4 0 0,3 0 0,-3 0 0,0-1 0,0 1 0,0 0 0,0 0 0,0 0 0,0 0 0,0 0 0,4 0 0,-4 0 0,3 0 0,-3 0 0,0 0 0,0 0 0,0 0 0,0 0 0,0 0 0,0 0 0,0 0 0,0 0 0,0 0 0,0 0 0,0 0 0,0 0 0,0 0 0,0 0 0,0 0 0,-3 0 0,2 0 0,-2 0 0,0 3 0,2-2 0,-2 2 0,0-3 0,2 0 0,-2 0 0,0-1 0,-1 8 0,-3-6 0,3 5 0,-2-6 0,5 0 0,-5-3 0,-1 12 0,2-10 0,-4 7 0,8-7 0,-2-2 0,0 3 0,-1 0 0,-6 3 0,5-2 0,-4 2 0,5-3 0,-3 0 0,3 0 0,-2-3 0,-1 5 0,2-4 0,-5 2 0,10-1 0,-7-2 0,3 3 0,-3-3 0,4 2 0,-10 4 0,8-5 0,-6 8 0,5-13 0,5 7 0,-8-4 0,7 4 0,-7-3 0,5 6 0,0-6 0,-2 3 0,2-1 0,-3-2 0,0 3 0,0 0 0,3 0 0,-2-3 0,2 2 0,-3-2 0,0 3 0,0 0 0,0 0 0,0-3 0,3 2 0,-3-2 0,4 0 0,-4 2 0,3-2 0,-3 0 0,3 2 0,-3-2 0,0 3 0,0-3 0,3 2 0,-5-2 0,4 3 0,-5 0 0,3-3 0,0 2 0,0-2 0,0 3 0,0 0 0,0 0 0,0-3 0,0 2 0,3-2 0,-2-1 0,2 4 0,0-3 0,-2 3 0,2-4 0,0 4 0,-2-4 0,2 4 0,-3 0 0,0 0 0,3 0 0,-3-3 0,3 2 0,1-2 0,-4 3 0,3 0 0,0 0 0,-2 0 0,2 0 0,0 0 0,-2-3 0,2 5 0,-3-4 0,3 5 0,-2-6 0,5 2 0,-5-2 0,2 3 0,-3 0 0,3 0 0,-2-3 0,2 2 0,0-2 0,-2 3 0,2 0 0,0 0 0,-2 0 0,5 0 0,-2 0 0,0 0 0,-1-4 0,0 7 0,-2-6 0,5 7 0,-2-5 0,0-2 0,2 6 0,-2-6 0,0 3 0,2 3 0,-2-6 0,-1 6 0,4-3 0,-3 0 0,3 0 0,0 0 0,-4 0 0,4 0 0,-3 0 0,3 0 0,0 0 0,0 0 0,0 0 0,0 0 0,-4 0 0,4 0 0,-4 0 0,4 0 0,0 0 0,0 3 0,0-2 0,0 2 0,0-3 0,4 0 0,-4 0 0,3 0 0,-3 0 0,4 0 0,-4 0 0,3-1 0,1 1 0,-4 0 0,6 0 0,-5 0 0,5 0 0,-2 0 0,0 0 0,-1 0 0,0 0 0,1-3 0,0 5 0,2-7 0,-5 7 0,5-5 0,-5 3 0,5 0 0,-2-3 0,0 2 0,-1 1 0,0-2 0,-2 4 0,5-5 0,-5 3 0,2 0 0,0 0 0,-2 0 0,2 0 0,0 0 0,-2 0 0,5 0 0,-5 0 0,5 0 0,-5 0 0,2 0 0,0 0 0,-2 0 0,5 0 0,-5-1 0,5 1 0,-5 0 0,5 0 0,-5 0 0,5 0 0,-5 0 0,2 0 0,0 0 0,1 0 0,0 0 0,2 0 0,-5 0 0,5 0 0,-5 0 0,2 0 0,0 0 0,-2 0 0,5 0 0,-5 0 0,5 0 0,-5 0 0,5 0 0,-5 0 0,5 0 0,-6 0 0,7 0 0,-3 0 0,-1 0 0,4 0 0,-7 0 0,7 0 0,-4 0 0,8 12 0,-4-9 0,3 12 0,-3-14 0,-3 5 0,2-5 0,-2 2 0,0 0 0,2-5 0,-5 4 0,5-2 0,1 13 0,-2-6 0,4 5 0,-5-12 0,3 0 0,-3 0 0,2 0 0,-5 0 0,14 18 0,-11-13 0,11 13 0,-14-18 0,5 0 0,-5 0 0,2 0 0,0 0 0,-2 0 0,5 0 0,-2 0 0,0 0 0,-1 0 0,0 0 0,-2 0 0,5 0 0,-5 0 0,5 0 0,-5 0 0,5 0 0,-2 0 0,3 0 0,-3 0 0,2-3 0,-2 2 0,-1-2 0,4 3 0,-7 0 0,7-3 0,-4 5 0,1-4 0,3 5 0,-7-3 0,7-3 0,-7 5 0,7-4 0,-4 1 0,1 1 0,2-3 0,-2 3 0,0-1 0,-1 1 0,0 0 0,1 0 0,0 0 0,2-3 0,-2 6 0,3-6 0,-3 6 0,2-3 0,-2 0 0,3 0 0,0 0 0,-3 0 0,2 0 0,-2-3 0,0 2 0,2-2 0,-2 3 0,0 0 0,2-3 0,-2 2 0,3-2 0,-3 3 0,2 0 0,-2 0 0,0 0 0,2-3 0,-5 5 0,5-7 0,-5 7 0,5-5 0,-5 3 0,5 0 0,-2 0 0,3-3 0,-3 2 0,2 1 0,-5 0 0,2 3 0,0-6 0,-3 6 0,7-6 0,-7 6 0,7-3 0,-7 0 0,7 0 0,-7 0 0,3 0 0,1 0 0,-4 0 0,3 0 0,1 0 0,-4 0 0,7 0 0,-7 0 0,7 0 0,-7 0 0,6 0 0,-5 0 0,5 0 0,-5 0 0,5-3 0,-5 5 0,5-4 0,-5 5 0,5-3 0,-5 0 0,5 0 0,-5 0 0,5 0 0,-2 0 0,0 0 0,2 0 0,-5 0 0,5-4 0,-2 7 0,0-6 0,2 6 0,-2-3 0,0 0 0,2 0 0,-2 0 0,3 0 0,0 3 0,-3-2 0,2 2 0,-5-3 0,5 0 0,-2 0 0,0 0 0,2 0 0,-5 0 0,5 0 0,-5 0 0,5-3 0,-5 5 0,5-1 0,-5 3 0,5-4 0,-5-1 0,5-2 0,-5 3 0,5 0 0,-5 0 0,5-3 0,-5 5 0,5-8 0,-6 9 0,7-6 0,-7 3 0,7-1 0,-7 1 0,7-3 0,-4 6 0,1-6 0,3 6 0,-4-3 0,1 0 0,-1 0 0,1 0 0,-1 0 0,1 0 0,2 0 0,-2-3 0,0 2 0,-1 1 0,0-2 0,-2 4 0,5-5 0,-5 3 0,2 0 0,-3 0 0,3 0 0,-2 0 0,5 0 0,-5 0 0,2 0 0,-3 0 0,0 0 0,0 0 0,3 0 0,-2 0 0,5 0 0,-5 0 0,2 0 0,0 0 0,-2 0 0,5-1 0,-5 1 0,2 0 0,0 0 0,-2 0 0,5 0 0,-5 0 0,5-3 0,-5 5 0,5-4 0,-2 5 0,0-3 0,-1 0 0,-3 0 0,3 0 0,1 0 0,0 0 0,-1 0 0,0 0 0,-2 0 0,5 0 0,-5 0 0,5 0 0,-5 0 0,2 0 0,0 0 0,-2 0 0,5 0 0,-5 0 0,2 0 0,-3 0 0,3 0 0,-2 0 0,2 0 0,0 0 0,-2 0 0,5-1 0,-5 1 0,5 0 0,-5 0 0,2 0 0,-3 3 0,3-2 0,-2 2 0,5-3 0,-6 0 0,4 0 0,-1 0 0,-3 0 0,4 0 0,-4 0 0,3 0 0,-3 0 0,7 3 0,-7-2 0,3 2 0,1-3 0,-4 0 0,3 0 0,1 0 0,-4 0 0,3 0 0,1 0 0,-4 0 0,3 3 0,-3-3 0,0 4 0,0-4 0,4 0 0,-4-1 0,3 1 0,-3 0 0,3 0 0,1 10 0,0-8 0,-1 7 0,-3-9 0,0 0 0,3 0 0,-2 0 0,2 0 0,-3 0 0,3 9 0,-2-6 0,2 6 0,-3-9 0,0 0 0,0 0 0,3 0 0,-2 0 0,2 0 0,-3 0 0,0 12 0,0-9 0,0 10 0,0-14 0,0 1 0,0 0 0,0 0 0,0 0 0,0 0 0,0 10 0,0-8 0,0 7 0,0-9 0,0 0 0,0 0 0,0 0 0,-3 0 0,2 0 0,-2 3 0,3-2 0,0 2 0,0-3 0,-3 0 0,2 0 0,-2 0 0,3 0 0,0 0 0,0 0 0,0 0 0,0 0 0,0 0 0,0 0 0,0 0 0,0 0 0,0 3 0,0-3 0,3 0 0,-2 3 0,2-6 0,-3 6 0,0-3 0,0 0 0,0 0 0,0 0 0,0 0 0,0 0 0,0 0 0,0 0 0,0 0 0,0 0 0,0 0 0,0 0 0,0 0 0,3 0 0,7-16 0,-4 6 0,3-13 0,-9 9 0,3 0 0,-2 0 0,2 0 0,-3 0 0,3-1 0,-2 1 0,2 0 0,-3 0 0,0 0 0,0 0 0,0 0 0,3 0 0,-2 0 0,2 0 0,-3 0 0,3 0 0,-2 0 0,2 0 0,-3 0 0,0 0 0,3 0 0,-2 0 0,2 0 0,-3 0 0,0 0 0,3 0 0,-2 0 0,2 0 0,-3 0 0,0-4 0,3 4 0,-2-4 0,2 4 0,-3 0 0,0 0 0,0 0 0,0 0 0,0 0 0,0 0 0,3 0 0,-2 0 0,2 0 0,-3 0 0,0 0 0,0 0 0,0 0 0,0 0 0,0 0 0,0 0 0,0 0 0,0 0 0,0 0 0,0 0 0,0 0 0,0-1 0,0 1 0,0 0 0,0 0 0,0 0 0,-3 0 0,2 0 0,-2 0 0,3-3 0,0 2 0,0-2 0,0 3 0,0 0 0,0 0 0,-3 0 0,2 0 0,-2 0 0,3 0 0,0 0 0,0 0 0,0 0 0,0 0 0,0 0 0,0 0 0,-3 0 0,2-1 0,-2 1 0,3 0 0,0 0 0,-3 0 0,2 0 0,-2 0 0,3 0 0,0 0 0,0 0 0,0-3 0,0 2 0,-3-2 0,2 3 0,-2 0 0,3 0 0,-4-3 0,4 2 0,-3-2 0,3 3 0,-4 0 0,4 0 0,-7-4 0,7 4 0,-4-7 0,1 7 0,3-4 0,-4 4 0,1 0 0,3 0 0,-7 0 0,6 0 0,-2 0 0,0 0 0,2 0 0,-2 0 0,0 0 0,2 0 0,-5-3 0,5 2 0,-5-2 0,5 3 0,-2 0 0,0 0 0,2 0 0,-2 0 0,0 0 0,2 0 0,-5 0 0,5-1 0,-2 1 0,0 0 0,2 0 0,-5 0 0,5 0 0,-5 0 0,5 0 0,-2 0 0,0 0 0,2 0 0,-5 0 0,5 0 0,-5 3 0,5-5 0,-2 4 0,0-2 0,2-2 0,-5 7 0,5-7 0,-5 5 0,5-3 0,-5 0 0,5 0 0,-5-4 0,2 4 0,0-4 0,-3 8 0,7-4 0,-7 3 0,7-3 0,-7 0 0,7 0 0,-7 0 0,0-9 0,3 6 0,-6-6 0,6 9 0,0 0 0,-2 0 0,5 0 0,-5 3 0,-4-15 0,4 12 0,-6-12 0,11 12 0,-5-1 0,5 1 0,-5 0 0,5 0 0,-5 0 0,2-3 0,-6-10 0,2 10 0,1-12 0,1 20 0,2-7 0,0 5 0,-2-3 0,5 0 0,-5 0 0,2 0 0,0 0 0,-3 0 0,-6-19 0,7 14 0,-10-10 0,12 15 0,0 3 0,-2-3 0,5 0 0,-5 0 0,5 0 0,-5 0 0,-1-12 0,2 8 0,-4-5 0,8 10 0,-5 2 0,5-3 0,-5 0 0,5 0 0,-5 0 0,5 0 0,-8-10 0,4 11 0,-2-10 0,1 12 0,5-3 0,-5 0 0,5 0 0,-5 0 0,5-3 0,-5 2 0,5-2 0,-5 3 0,5 0 0,-2 0 0,0 0 0,2 0 0,-6 0 0,7 0 0,-7 0 0,7 0 0,-7 0 0,7 0 0,-3 0 0,-1 0 0,4 0 0,-7 0 0,7 0 0,-7-1 0,7 1 0,-4 0 0,-2 0 0,5 0 0,-6 0 0,7 0 0,-3 0 0,2 0 0,-5 0 0,5 0 0,-5 0 0,5 0 0,-5 0 0,5 0 0,-5 0 0,5 0 0,-2 0 0,0 0 0,-1 0 0,0 0 0,-2 0 0,2 3 0,0-3 0,1 0 0,0 0 0,2-4 0,-5 8 0,5-4 0,-5 3 0,5-3 0,-8 0 0,7 0 0,-4 0 0,3 0 0,-1 0 0,0 0 0,-2 3 0,2-5 0,0 4 0,-3-2 0,4 1 0,-1 2 0,-3-3 0,7 0 0,-7 3 0,3-2 0,1 2 0,-4-3 0,3 0 0,-3 0 0,3 0 0,-2 3 0,2-3 0,0 4 0,-2-5 0,2 5 0,-3-4 0,3 3 0,-2 1 0,2-4 0,-3 3 0,3-3 0,-2 3 0,2-2 0,-3 5 0,0-2 0,0 0 0,3-1 0,-5 0 0,7-2 0,-7 5 0,5-5 0,-3 5 0,0-5 0,0 5 0,0-5 0,-1 5 0,5-5 0,-7 5 0,5-2 0,-2 0 0,-2 2 0,4-5 0,-5 5 0,3-2 0,0 0 0,0 2 0,0-2 0,0 0 0,0 2 0,0-5 0,0 5 0,0-5 0,0 2 0,-3 0 0,2-2 0,-2 5 0,3-5 0,-3 2 0,2-3 0,-2 0 0,-1-1 0,4 1 0,-7 0 0,7 0 0,-4 0 0,8 3 0,-1 1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13:27.913"/>
    </inkml:context>
    <inkml:brush xml:id="br0">
      <inkml:brushProperty name="width" value="0.35" units="cm"/>
      <inkml:brushProperty name="height" value="2.1" units="cm"/>
      <inkml:brushProperty name="color" value="#008C3A"/>
      <inkml:brushProperty name="inkEffects" value="pencil"/>
    </inkml:brush>
  </inkml:definitions>
  <inkml:trace contextRef="#ctx0" brushRef="#br0">602 174 16383,'0'-19'0,"0"3"0,0 9 0,-3 3 0,2-5 0,-5 4 0,5-5 0,-5 6 0,5-2 0,-5 2 0,2-3 0,-3 3 0,3-3 0,-6 4 0,6-1 0,-3-3 0,-3 7 0,6-4 0,-7 1 0,4 3 0,0-4 0,0 1 0,0 3 0,0-4 0,0 4 0,0 0 0,0-3 0,0 3 0,0-4 0,0 4 0,-3-3 0,2 2 0,-2-2 0,3 3 0,0 0 0,0-3 0,0 2 0,0-2 0,0 3 0,0 0 0,-1 0 0,1 0 0,0 0 0,0 0 0,0 0 0,0-3 0,0 2 0,0-2 0,0 3 0,0 0 0,0 0 0,-3 0 0,-1 0 0,0 0 0,1 0 0,3 0 0,-3 0 0,2 0 0,-2 0 0,3 0 0,0 0 0,0 0 0,0 0 0,0 0 0,0 0 0,0 0 0,-1 0 0,1 3 0,0-2 0,0 2 0,-3-3 0,2 3 0,-2-2 0,3 2 0,0-3 0,0 3 0,0-2 0,0 5 0,0-5 0,3 5 0,-5-5 0,7 5 0,-7-5 0,8 8 0,-5-4 0,5 5 0,-2-3 0,3 0 0,3 0 0,-2 0 0,5 0 0,-5 0 0,5 0 0,-5 0 0,5 0 0,-5 0 0,5-3 0,-2 5 0,0-4 0,2 2 0,-2-1 0,-1-2 0,4 3 0,-3-4 0,-1 4 0,4-3 0,-4-1 0,4 4 0,0-4 0,-3 4 0,2-3 0,-2 2 0,0-2 0,2 3 0,-2-3 0,3 2 0,-3-2 0,2 0 0,-2 2 0,3-2 0,0 0 0,-3 2 0,5-2 0,-7 3 0,10 0 0,-7-3 0,2 2 0,-1-2 0,-2 0 0,3 2 0,0-5 0,-3 5 0,5-2 0,-4 0 0,2 2 0,2-2 0,-4 0 0,2 2 0,-1-2 0,-2 0 0,3 2 0,0-5 0,-3 5 0,5-5 0,-8 5 0,9-2 0,-6 0 0,2 2 0,1-2 0,0 0 0,-3 2 0,3-2 0,-4 0 0,4 2 0,0-6 0,0 7 0,0-3 0,0 3 0,0 0 0,0-4 0,-3 4 0,2-4 0,-2 1 0,3 6 0,0-9 0,-3 8 0,5-5 0,-7 3 0,7-3 0,-5 2 0,0-2 0,2 3 0,-2-3 0,0 2 0,2-2 0,-5 3 0,5 0 0,-2 0 0,3-3 0,-3 2 0,2-2 0,-5 3 0,5 0 0,-2 0 0,0 0 0,2-3 0,-5 5 0,5-7 0,-5 7 0,5-5 0,-5 3 0,5 0 0,-6 0 0,7 0 0,-7 0 0,4 0 0,-1 0 0,-3 0 0,4 0 0,-1 0 0,-3 0 0,3-1 0,-3 1 0,4 0 0,-4 0 0,3 0 0,-3 0 0,4 0 0,-4 0 0,3 0 0,-3 0 0,0 0 0,0 0 0,0 0 0,4 0 0,-4 0 0,3 0 0,-3 0 0,0 0 0,0 0 0,0 0 0,0 0 0,0 0 0,0 0 0,0 0 0,0 0 0,0 0 0,0 0 0,0 0 0,0 0 0,0 0 0,0 0 0,0 0 0,0 0 0,0 0 0,0 0 0,0-1 0,0 1 0,0 0 0,0 0 0,0 0 0,0 0 0,0 0 0,0 0 0,0 0 0,0 0 0,0 0 0,0 0 0,0 0 0,0 0 0,0 0 0,0 0 0,0 0 0,0 0 0,0 0 0,0 0 0,0 0 0,4 0 0,-4 0 0,3 0 0,0 0 0,-2 3 0,5-2 0,-5 2 0,5-3 0,-5 0 0,2 0 0,0 0 0,-2 0 0,8 0 0,-7 0 0,4-1 0,-3 1 0,1-3 0,3 3 0,-3-4 0,2 1 0,-2 2 0,3-5 0,0 2 0,0-3 0,0 0 0,0 0 0,0 0 0,0 0 0,0 0 0,0 0 0,0 0 0,0-3 0,0 2 0,0-2 0,0 0 0,0 2 0,0-5 0,0 5 0,0-5 0,0 5 0,-4-5 0,7 5 0,-9-5 0,9 5 0,-7-5 0,4 2 0,0 0 0,-3-2 0,6 2 0,-6-3 0,6 0 0,-3 0 0,0 0 0,0 0 0,0 0 0,0 0 0,-3 0 0,2 3 0,-2-2 0,3 2 0,-3-3 0,2 0 0,-5-1 0,5 5 0,-2-7 0,3 6 0,-3-7 0,2 4 0,-2 0 0,0 0 0,2 0 0,-5 0 0,5 0 0,-2 0 0,0 0 0,2 0 0,-5 0 0,5 0 0,-5 0 0,5 0 0,-2 3 0,0-5 0,2 7 0,-5-7 0,2 2 0,0 2 0,-2-5 0,2 3 0,-3 0 0,3-4 0,-3 4 0,4 0 0,-4 0 0,0 0 0,0 0 0,0 0 0,0 0 0,0 0 0,0 0 0,0 0 0,0 0 0,0-3 0,0 2 0,0-2 0,0 3 0,0 0 0,0 0 0,0 0 0,0 0 0,0 0 0,0 0 0,0 0 0,0-1 0,0 1 0,0 0 0,0 0 0,0 0 0,0 0 0,0 0 0,0 0 0,0 0 0,0 0 0,0 0 0,-4 0 0,4 0 0,-3 0 0,3 0 0,0 0 0,-4 0 0,4 0 0,-3 0 0,3 0 0,-4 0 0,4 0 0,-4 0 0,4 0 0,-3 0 0,3 0 0,-7-1 0,7 1 0,-4 0 0,1 0 0,2 0 0,-5 0 0,5 0 0,-5 0 0,2-3 0,0 2 0,-2 1 0,5 1 0,-2 2 0,0-3 0,-1 0 0,0 0 0,-2 3 0,-4-12 0,4 10 0,-6-7 0,11 7 0,-2 2 0,-3-3 0,1 0 0,-11-10 0,7 11 0,-1-10 0,4 12 0,2-3 0,-3 3 0,3-2 0,-6 2 0,9-3 0,-9 3 0,3-5 0,-1 7 0,-2-7 0,3 5 0,0 0 0,3-2 0,-5 2 0,4-3 0,-5 3 0,3-2 0,0 2 0,-3 0 0,2-2 0,1 2 0,1 0 0,2 1 0,-3 0 0,0 2 0,0-5 0,0 2 0,0 0 0,0 1 0,0-1 0,-1 4 0,1-7 0,0 7 0,3-7 0,-5 7 0,4-7 0,-5 7 0,3-7 0,0 3 0,0 0 0,0 1 0,0 0 0,0 2 0,0-5 0,0 5 0,0-5 0,0 5 0,0-2 0,0 0 0,0 2 0,0-5 0,0 5 0,3-5 0,-6 5 0,6-5 0,-6 5 0,2-2 0,-2 0 0,2-1 0,-2 0 0,3 1 0,0 3 0,0-3 0,0-1 0,0 0 0,0 1 0,0 3 0,-3-3 0,2 2 0,-2-5 0,3 5 0,0-5 0,0 5 0,0-2 0,0 3 0,0-3 0,0 2 0,0-2 0,0 3 0,0-3 0,0 2 0,-1-2 0,1 0 0,0 2 0,0-2 0,0 0 0,0 2 0,0-2 0,0 3 0,0-4 0,0 4 0,0-3 0,0-1 0,0 4 0,0-3 0,0 3 0,0-4 0,0 4 0,0-3 0,0 3 0,0 0 0,0 0 0,0 0 0,0-4 0,0 4 0,0-4 0,-1 4 0,1 0 0,0 0 0,0 0 0,0 0 0,0 0 0,0 0 0,0 0 0,0 0 0,0 0 0,0 0 0,0 0 0,0 0 0,0 0 0,0 4 0,0 3 0,3 0 0,-2 0 0,5-1 0,-5 1 0,5 1 0,-2 2 0,0-6 0,2 5 0,-2-4 0,0 5 0,2-3 0,-2 0 0,3 0 0,0 0 0,0 0 0,0 0 0,0 0 0,0 0 0,0 0 0,3 0 0,-2 0 0,2 0 0,-3 0 0,0 0 0,3 0 0,-2 0 0,5 0 0,-5 0 0,5-3 0,-5 5 0,2-5 0,0 3 0,1 3 0,-1-6 0,4 3 0,-7 3 0,7-9 0,-7 8 0,7-5 0,-7 3 0,10 0 0,-9 0 0,9 0 0,-7-3 0,1 2 0,2-2 0,-2 0 0,3 5 0,0-7 0,-3 7 0,2-5 0,-2 3 0,3-3 0,0 2 0,0-5 0,-3 5 0,2-2 0,-2 0 0,3 2 0,0-2 0,0 0 0,0 2 0,0-2 0,0 0 0,0 2 0,0-2 0,0 0 0,0-1 0,0 0 0,-3 1 0,5 0 0,-4 2 0,2-2 0,-1 0 0,-2 2 0,3-5 0,0 5 0,0-6 0,0 7 0,-1-7 0,-2 7 0,3-3 0,-4-1 0,4 1 0,0-1 0,0 0 0,0 4 0,0-3 0,-3 3 0,2-4 0,-2 1 0,3 2 0,-3-2 0,2 0 0,-2 6 0,0-6 0,2 3 0,-5 2 0,5-7 0,-5 7 0,5-5 0,-2 0 0,0 5 0,2-7 0,-5 7 0,5-5 0,-5 3 0,5 0 0,-2 0 0,0 0 0,2-3 0,-2 8 0,3-6 0,-3 7 0,2-6 0,-5 0 0,5-3 0,-5 5 0,5-4 0,-5 5 0,2-3 0,0 0 0,1 3 0,0-3 0,2 3 0,-5-3 0,5-3 0,-5 6 0,5-6 0,-6 6 0,7-6 0,-7 5 0,7-4 0,-7 5 0,7-6 0,-7 2 0,7 1 0,-7 1 0,3 2 0,1-3 0,-4 0 0,3 0 0,1 0 0,-4 0 0,3 0 0,1 0 0,-4 0 0,3 0 0,0 0 0,-2 0 0,2 0 0,-3 0 0,0 0 0,3 0 0,-2 0 0,2 0 0,-3 0 0,0 0 0,3 6 0,-2-5 0,2 5 0,-3-6 0,0 0 0,0 0 0,0 0 0,0 6 0,0-4 0,0 4 0,0-6 0,0 0 0,0 0 0,-3 6 0,2-4 0,-2 4 0,3-6 0,0 0 0,0 0 0,0 6 0,0-4 0,0 4 0,0-6 0,3-3 0,-2 5 0,5-5 0,-5 7 0,2-4 0,0 0 0,1-1 0,0 1 0,-1 0 0,0 0 0,1-3 0,3 6 0,-3-6 0,2 6 0,-2-3 0,3 0 0,0 0 0,-3 0 0,2-3 0,-2 2 0,3-5 0,0 5 0,0-5 0,-3 5 0,5-2 0,-4 0 0,5-1 0,-3 0 0,0 1 0,0 0 0,0 2 0,0-5 0,0 2 0,0 0 0,0-2 0,-1 2 0,5 0 0,-4-2 0,3 5 0,-3-5 0,0 5 0,0-5 0,0 2 0,0-3 0,3 3 0,-2-2 0,2 2 0,-3-3 0,0 3 0,0-2 0,0 2 0,0-3 0,0 0 0,0 0 0,0 3 0,0-2 0,0 2 0,0-3 0,0 0 0,9 0 0,-7 0 0,8 0 0,-13-3 0,2 2 0,1-2 0,0 0 0,10-4 0,-9 2 0,5-5 0,-6 7 0,0-1 0,-3-3 0,5 3 0,-7-3 0,7 0 0,-5 3 0,0-2 0,2 2 0,-5-3 0,5 0 0,-2 0 0,3 0 0,-3 0 0,-1 0 0,0 0 0,1 0 0,0 0 0,2 0 0,-5 0 0,5 0 0,-5 0 0,5 0 0,-5 0 0,2 0 0,0 0 0,-2 0 0,5-4 0,-5 4 0,5-3 0,-5 2 0,5 1 0,-5 0 0,2 0 0,-3 0 0,3 0 0,-2 0 0,2 0 0,0 0 0,-2 0 0,2 0 0,-3 0 0,0 0 0,3 0 0,-2 0 0,2 0 0,-3 0 0,0 0 0,0 0 0,3 0 0,-2-3 0,2 2 0,-3-2 0,0 3 0,0 0 0,0-1 0,0 1 0,0 0 0,0 0 0,0 0 0,0 0 0,0 0 0,0 0 0,3 0 0,-2 0 0,2 0 0,-3 0 0,0 0 0,0 0 0,0 0 0,0 0 0,-3 0 0,2 0 0,-2 0 0,3 0 0,0 0 0,-3 0 0,2 0 0,-2 0 0,3 0 0,-4-1 0,4 1 0,-7 0 0,4 0 0,-1 0 0,0 0 0,1 0 0,3 0 0,-4 0 0,1 0 0,3 0 0,-7 0 0,3 3 0,0-2 0,-2-1 0,2-1 0,0-2 0,-2 3 0,2 3 0,0-2 0,-2 2 0,5-3 0,-5 0 0,5 0 0,-5 3 0,2-3 0,0 4 0,-2-4 0,2 3 0,0-3 0,-2 3 0,5-3 0,-5 0 0,2 0 0,-3 3 0,3-2 0,-2 2 0,2-3 0,-3 0 0,3 0 0,-2 3 0,2-2 0,0 2 0,1-3 0,-4 0 0,3 0 0,-7 0 0,8 0 0,-4 0 0,3 3 0,0-2 0,-2 2 0,5-3 0,-5 0 0,2 0 0,0 0 0,-2 3 0,2-6 0,0 6 0,-2-3 0,2 0 0,0 3 0,1-3 0,0 0 0,-1 3 0,-3-5 0,3 4 0,-2-5 0,2 6 0,0-2 0,-2 2 0,5-3 0,-5 0 0,2 0 0,0 0 0,-2 3 0,2-2 0,0 2 0,-2-3 0,5 0 0,-5 3 0,2-2 0,-3 2 0,3-3 0,-3 3 0,3-6 0,-3 9 0,-3-15 0,2 14 0,1-11 0,1 12 0,5-5 0,-8 2 0,4-3 0,-2 0 0,-8-6 0,8 7 0,-9-6 0,9 8 0,0 0 0,0-2 0,0 2 0,0 0 0,0-2 0,-13-4 0,13 1 0,-12-1 0,15 7 0,-3 0 0,0 2 0,0-2 0,0 0 0,0-1 0,0 0 0,-15-9 0,11 11 0,-12-11 0,16 13 0,0-7 0,0 7 0,0-4 0,-3 1 0,-1-1 0,0 0 0,1 1 0,6 0 0,-3 2 0,0-5 0,0 5 0,-4-2 0,4 0 0,0 2 0,0-2 0,0 0 0,0 2 0,0-2 0,0 0 0,0 2 0,0-2 0,0 3 0,0 0 0,0-3 0,0 2 0,0-2 0,0 3 0,0 0 0,0 0 0,0 0 0,0 0 0,0 0 0,0 0 0,0 0 0,-1 0 0,1 0 0,0 0 0,0 0 0,0 0 0,0 3 0,0-2 0,0 2 0,0-3 0,0 0 0,0 3 0,0-2 0,0 2 0,0 0 0,0-2 0,0 2 0,0 0 0,0-2 0,0 5 0,0-5 0,3 5 0,-6-2 0,6 0 0,-3 2 0,0-2 0,4 0 0,-5 5 0,1-4 0,4 5 0,-1-3 0,1-3 0,-1 2 0,0 1 0,1 1 0,3 2 0,0-3 0,0 0 0,0 0 0,3-1 0,-2 1 0,5 0 0,-2 0 0,0 0 0,2-3 0,-2 6 0,0-6 0,2 3 0,-2 2 0,3-4 0,-3 5 0,2-6 0,-5 2 0,5-2 0,-2 3 0,0 0 0,2-3 0,-2 2 0,0-2 0,-1 3 0,3 0 0,-1 0 0,2 0 0,-1-3 0,-2 2 0,0-2 0,2 3 0,-2-3 0,0 2 0,2-2 0,-2 0 0,3 5 0,0-8 0,0 9 0,-3-6 0,2 0 0,-2 5 0,3-8 0,-4 9 0,19 6 0,-14-6 0,14 9 0,-15-15 0,-3 2 0,2-2 0,-2 0 0,3 5 0,0-4 0,0 2 0,-3-1 0,2-5 0,-2 5 0,3-2 0,-3 3 0,2-3 0,-2 2 0,0-2 0,5 3 0,-4 0 0,5 0 0,-3 0 0,-3 0 0,2-3 0,-2 2 0,3-2 0,0 3 0,-3 0 0,2-3 0,-2 2 0,0-2 0,2 3 0,-2 0 0,3 0 0,0-3 0,-3 2 0,2-2 0,-2 3 0,3 0 0,0 0 0,-4 0 0,4-1 0,-4 1 0,4 0 0,0 0 0,0 0 0,-3 0 0,2 0 0,-2 0 0,0 0 0,2 0 0,-2-3 0,0 2 0,2-2 0,-2 3 0,0 3 0,2-5 0,-5 4 0,5-5 0,-5 3 0,5 0 0,-5 0 0,5-3 0,-5 5 0,5-4 0,-5 5 0,5-3 0,-5 0 0,2 0 0,0 0 0,-2 0 0,5 0 0,-5 0 0,2 0 0,-3 0 0,3 0 0,-2 0 0,2 0 0,-3-1 0,0 1 0,0 0 0,3 0 0,-2 0 0,2 0 0,0 0 0,-2 0 0,2 0 0,0 0 0,-2 0 0,2 0 0,0 0 0,-2 0 0,2 0 0,0 0 0,-2 0 0,2 0 0,3 0 0,-4 0 0,4 0 0,-3 0 0,-2 0 0,5 0 0,-5 0 0,5 0 0,-5 0 0,2 0 0,0 0 0,-2 0 0,2 0 0,0 0 0,-3 0 0,7 0 0,-7 0 0,4 0 0,-4-1 0,3 1 0,-3 4 0,4-4 0,-1 0 0,-3-1 0,7 1 0,-7 1 0,7-1 0,-7-1 0,7-2 0,-7 3 0,7 0 0,-4 0 0,1 0 0,2-3 0,-2 2 0,6 1 0,-2 1 0,2-1 0,-6-1 0,2-5 0,-2 5 0,3-5 0,0 5 0,0-5 0,-3 5 0,5-5 0,-4 5 0,5-5 0,-3 2 0,0 0 0,0-2 0,0 2 0,0-3 0,0 0 0,0 0 0,0 3 0,0-2 0,0 2 0,0-3 0,0 0 0,0 0 0,0 0 0,0 0 0,0 0 0,0 0 0,-1 0 0,1 0 0,0 0 0,0 0 0,0 0 0,0 0 0,0 0 0,0 0 0,0 0 0,0 0 0,0-3 0,0 2 0,0-2 0,0 0 0,0 2 0,0-5 0,0 5 0,-3-5 0,2 2 0,-2 0 0,0-6 0,2 9 0,-5-9 0,5 3 0,-5-1 0,2-2 0,-3 3 0,3 0 0,-2 0 0,2 0 0,-3 0 0,0 0 0,0 0 0,0 0 0,3 0 0,-2 0 0,2-3 0,-3 2 0,0-2 0,3 3 0,-2 0 0,2 0 0,-3 0 0,0 0 0,0 0 0,3-1 0,-2 1 0,2 0 0,-3 0 0,0 0 0,3 0 0,-2 0 0,2 0 0,-3 0 0,0 0 0,0 0 0,0 0 0,0 0 0,0 0 0,0 0 0,3 0 0,-2 0 0,2 0 0,-3 0 0,0 0 0,0 0 0,0 0 0,0 0 0,0 0 0,0 0 0,0-4 0,0 4 0,0-4 0,0 4 0,0 0 0,0 0 0,0 0 0,0 0 0,0 0 0,0 0 0,0 0 0,0 0 0,0 0 0,-3 0 0,2 0 0,-2 0 0,0 0 0,2 0 0,-2 0 0,3 0 0,-3 0 0,2 0 0,-9-7 0,9 6 0,-5-6 0,2 11 0,4-4 0,-7 0 0,7-1 0,-7-2 0,7 3 0,-7 0 0,-3-9 0,2 3 0,-6-4 0,7 7 0,3 3 0,-2 3 0,2-2 0,0 2 0,-2-3 0,2 0 0,-3 3 0,3-2 0,-12-8 0,10 5 0,-10-8 0,12 10 0,-2 0 0,2 3 0,-3-2 0,0 2 0,0-3 0,0 0 0,-1 0 0,-11-9 0,9 6 0,-10-6 0,10 9 0,5 0 0,-4 3 0,8-2 0,-8 2 0,7-3 0,-7 3 0,5-2 0,-3 2 0,0-3 0,0 0 0,0 3 0,3-3 0,-2 4 0,2-1 0,-3-6 0,0 9 0,3-9 0,-2 6 0,2 0 0,-3-5 0,0 4 0,3-5 0,-3 6 0,3-2 0,1 2 0,-4-3 0,6 0 0,-5 3 0,2-5 0,-3 4 0,3-5 0,-2 3 0,5 0 0,-5 3 0,2-2 0,0 2 0,-2-3 0,5 0 0,-5 3 0,2-3 0,0 4 0,-2-4 0,2 3 0,0-3 0,-5 3 0,4 1 0,-2-4 0,1 3 0,2 0 0,-3-2 0,0 2 0,0 0 0,0-2 0,0 2 0,0 0 0,0-2 0,-1 5 0,5-5 0,-7 5 0,9-5 0,-9 5 0,3-2 0,-1 3 0,-2 0 0,3 0 0,3 6 0,-2-1 0,2 11 0,0-7 0,1 4 0,0-6 0,2 0 0,-2 0 0,3 0 0,-3 9 0,2-7 0,-5 8 0,5-10 0,-2 0 0,3 0 0,0-1 0,-6 11 0,1-11 0,-2 9 0,4-11 0,3 0 0,0-1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13:24.491"/>
    </inkml:context>
    <inkml:brush xml:id="br0">
      <inkml:brushProperty name="width" value="0.35" units="cm"/>
      <inkml:brushProperty name="height" value="2.1" units="cm"/>
      <inkml:brushProperty name="color" value="#008C3A"/>
      <inkml:brushProperty name="inkEffects" value="pencil"/>
    </inkml:brush>
  </inkml:definitions>
  <inkml:trace contextRef="#ctx0" brushRef="#br0">1227 223 16383,'-11'-16'0,"1"4"0,6 8 0,-3 4 0,4-10 0,-5 9 0,1-6 0,0 7 0,0 0 0,0-3 0,0 3 0,0-4 0,0 1 0,0-1 0,0 0 0,0 1 0,0 0 0,0 2 0,0-2 0,0 0 0,0 2 0,0-2 0,0 0 0,0 2 0,0-5 0,0 5 0,0-2 0,-4 0 0,4 2 0,-3-2 0,2 3 0,1 0 0,0 0 0,0 0 0,0 0 0,0-3 0,0 2 0,0-2 0,0 3 0,0 0 0,0 0 0,0 0 0,0 0 0,0 0 0,0 0 0,0 0 0,0 0 0,0 0 0,0 0 0,0 0 0,0 0 0,0 0 0,0 0 0,0 0 0,0 0 0,-1 0 0,1 0 0,0 0 0,0 0 0,0 0 0,0 0 0,0 0 0,0 3 0,0-2 0,0 5 0,0-5 0,0 5 0,0-2 0,3 3 0,-2-3 0,2 2 0,0-2 0,-2 3 0,2-3 0,0 2 0,-2-2 0,2 0 0,-3 5 0,3-4 0,-2 2 0,2 2 0,-3-8 0,3 9 0,-3-6 0,7 3 0,-7 0 0,4 0 0,-1 0 0,-3 0 0,3-4 0,1 4 0,-4-4 0,6 4 0,-5 0 0,5 0 0,-5 0 0,5 0 0,-5-3 0,2 5 0,0-4 0,1 5 0,0-3 0,-1 0 0,0 0 0,-2 0 0,5 0 0,-5-3 0,5 5 0,-5-7 0,5 7 0,-5-5 0,5 3 0,-2 0 0,0 0 0,-1-3 0,-3 5 0,3-4 0,-2 2 0,2 2 0,0-4 0,-2 2 0,2-1 0,0-2 0,-2 3 0,5 0 0,-5-4 0,2 7 0,-3-6 0,3 6 0,1-3 0,-1-3 0,0 3 0,-3-1 0,4 2 0,-4-1 0,7-1 0,-7-2 0,6 3 0,-5 0 0,2-3 0,0 2 0,-2-2 0,2 0 0,-3 2 0,3-2 0,-2 0 0,2 2 0,-3-2 0,0 3 0,3 0 0,-2-3 0,5 5 0,-2-4 0,3 5 0,0-3 0,0 0 0,0 0 0,3 0 0,4-3 0,-2 2 0,4-5 0,-5 2 0,3-3 0,0 3 0,0-2 0,0 2 0,0-3 0,0 0 0,0 3 0,0-2 0,0 2 0,0-3 0,0 0 0,-1 3 0,1-2 0,0 2 0,0-3 0,0 0 0,0 0 0,0-3 0,-3-5 0,2 4 0,-5-6 0,2 6 0,-3-3 0,3 0 0,-2 0 0,5 0 0,-5 0 0,5 3 0,-2-5 0,3 4 0,-3-5 0,2 6 0,-5-2 0,5 2 0,-5-3 0,5 0 0,-2 3 0,0-2 0,2 2 0,-2 0 0,3-5 0,-3 4 0,2-2 0,-2 1 0,0 2 0,-1-3 0,0 0 0,1 0 0,0 0 0,2 0 0,-2-1 0,0 1 0,2 4 0,-5-7 0,5 9 0,-5-9 0,5 6 0,-2-3 0,0 0 0,2 3 0,-2-2 0,0 2 0,2-3 0,-2 3 0,-1-2 0,4 2 0,-3 0 0,2 1 0,1 0 0,0 2 0,0-5 0,0 5 0,0-2 0,0 0 0,0 2 0,0-2 0,0 3 0,0-3 0,0 2 0,0-5 0,0 5 0,0-2 0,0 3 0,0 0 0,0-3 0,0 2 0,0-2 0,0 0 0,0 2 0,0-2 0,0 0 0,0 2 0,0-2 0,0 0 0,0 2 0,0-2 0,0-1 0,0 4 0,0-3 0,0-1 0,0 4 0,0-3 0,0-1 0,-1 4 0,1-7 0,0 7 0,0-7 0,0 7 0,0-7 0,0 7 0,0-4 0,0 1 0,0-1 0,0 0 0,-3-2 0,5 2 0,-4 0 0,5-2 0,-3 5 0,-3-5 0,5 2 0,-4 0 0,2-2 0,-1 2 0,-2 0 0,3-2 0,0 2 0,0 0 0,-3-2 0,5 2 0,-4 0 0,2-2 0,-1 2 0,-5-3 0,2 0 0,-3 0 0,0 0 0,-7 0 0,6 0 0,-8 3 0,5-3 0,0 4 0,-3-5 0,4 5 0,-5-4 0,1 7 0,4-7 0,-4 3 0,3 0 0,-3 1 0,0 0 0,0 2 0,0-5 0,0 5 0,0-5 0,0 5 0,0-2 0,0 0 0,0 2 0,0-2 0,0 3 0,0-3 0,0 2 0,0-2 0,0 3 0,0-3 0,0 2 0,0-2 0,0 3 0,0 0 0,-1 0 0,1 0 0,0-3 0,0 2 0,0-2 0,0 3 0,0 0 0,0 0 0,0-3 0,0 2 0,0-2 0,0 3 0,0-3 0,0 2 0,0-2 0,0 3 0,0 0 0,0 0 0,-10-3 0,8 2 0,-7-2 0,9 3 0,-4 0 0,4 0 0,-3 0 0,2 0 0,1 0 0,0 0 0,0-3 0,0 2 0,-15-5 0,8 5 0,-10-2 0,14 3 0,3 0 0,0 0 0,0 0 0,0-3 0,0 2 0,-13-2 0,10 3 0,-9 0 0,12 0 0,-1 0 0,1 0 0,0 0 0,0 0 0,0 0 0,0 0 0,0 0 0,0 0 0,0 3 0,0-2 0,0 5 0,0-5 0,3 5 0,-2-2 0,2 0 0,-3 2 0,3-2 0,-2 0 0,5 5 0,-5-8 0,5 9 0,-5-6 0,5 3 0,-5-1 0,2 1 0,0 0 0,-2 0 0,5 0 0,-5-3 0,5 6 0,-6-9 0,7 8 0,-7-5 0,7 3 0,-7 0 0,3 0 0,1 0 0,-1 0 0,1 0 0,-1 0 0,0 0 0,-2 0 0,5 0 0,-5 0 0,5 0 0,-5 0 0,5 0 0,-5 0 0,5 0 0,-2 0 0,0 0 0,2 0 0,-5 0 0,5 0 0,-2 0 0,0 0 0,2 0 0,-2 0 0,0 0 0,2 0 0,-5-1 0,5 1 0,-2 0 0,0 0 0,2 3 0,-5-5 0,5 4 0,-2-5 0,0 3 0,2 0 0,-5 0 0,5 0 0,-2 0 0,3 0 0,-3 0 0,-1 3 0,0-2 0,-2 2 0,5-3 0,-2 0 0,0 0 0,2 0 0,-2 0 0,0 0 0,-1 0 0,0 0 0,1 0 0,3 0 0,-4 0 0,4 0 0,-7 0 0,7 0 0,-3 0 0,-1 0 0,4 0 0,-7-1 0,7 1 0,-4 0 0,1 0 0,3 0 0,-4 0 0,1 0 0,3 0 0,-4 0 0,4 0 0,0 0 0,0 0 0,0 0 0,0 0 0,10-3 0,-5-1 0,8-3 0,-6 0 0,0 0 0,0 0 0,0 0 0,0 0 0,0 0 0,0 0 0,0 0 0,0-3 0,0 2 0,0-2 0,0 3 0,0 0 0,0 0 0,0-3 0,0 2 0,3-2 0,-2 3 0,2-3 0,0 2 0,-2-2 0,2 3 0,-3 0 0,0 0 0,0-3 0,-1 2 0,1-2 0,0 3 0,0 0 0,0 0 0,0-3 0,0 2 0,0-2 0,3 3 0,-2 0 0,2 0 0,-3-3 0,0 2 0,0-2 0,0 3 0,0 0 0,0 0 0,0 0 0,0-3 0,0 2 0,0-2 0,0 3 0,3-3 0,-2 2 0,5-2 0,-5 3 0,2-3 0,0 2 0,-2-2 0,2 3 0,-3-3 0,0 2 0,-1-2 0,1 3 0,0 0 0,0-3 0,0 2 0,0-5 0,0 5 0,0-2 0,0 3 0,0-3 0,0 2 0,0-6 0,0 7 0,0-7 0,0 7 0,0-3 0,0-1 0,0 4 0,0-7 0,0 7 0,-3-7 0,2 3 0,-2 0 0,3-2 0,-3 2 0,2 0 0,-2-2 0,0 2 0,2-3 0,-2 0 0,0 0 0,2 0 0,-5 0 0,5 3 0,-5-5 0,5 7 0,-5-7 0,5 5 0,-5-3 0,5 0 0,-2 0 0,-1 0 0,1 0 0,-1 0 0,1 0 0,-1 0 0,4 3 0,-7-6 0,7 9 0,-7-9 0,7 6 0,-7-3 0,7 0 0,-7 0 0,7 3 0,-4-5 0,1 4 0,2-2 0,-5-2 0,5 7 0,-5-7 0,5 5 0,-5-3 0,5 0 0,-5 0 0,5 3 0,-2-5 0,0 4 0,2-2 0,-5-3 0,2 6 0,0-3 0,-2-3 0,2 6 0,-3-6 0,0 2 0,0 1 0,-3 0 0,-1 0 0,0 0 0,-2 3 0,2-2 0,0 2 0,-2-3 0,2 0 0,-3 0 0,0 0 0,0 3 0,3-2 0,-2 2 0,2 0 0,-3-2 0,0 2 0,0 0 0,3-2 0,-6 5 0,9-5 0,-9 5 0,6-5 0,-3 5 0,0-5 0,0 5 0,3-5 0,-5 5 0,4-2 0,-5 0 0,3 2 0,0-2 0,0 0 0,0 2 0,0-2 0,-3 3 0,2 0 0,-2-4 0,3 4 0,0-3 0,0 3 0,0 0 0,0 0 0,0 0 0,0 0 0,0 0 0,-1 0 0,1 0 0,0 0 0,0 0 0,0 0 0,0 0 0,0 0 0,0 0 0,0 0 0,0 0 0,0 0 0,0 0 0,0 0 0,0 0 0,0 0 0,0 0 0,0 0 0,0 0 0,0 0 0,0 0 0,0 0 0,0 0 0,0 0 0,0 0 0,0 0 0,0 0 0,-1 0 0,1 0 0,0 0 0,0 0 0,0 0 0,0 0 0,0 0 0,0 3 0,0-3 0,0 4 0,0-4 0,0 0 0,0 0 0,0 3 0,0-3 0,0 4 0,0-4 0,0 3 0,0-3 0,0 7 0,0-7 0,0 7 0,0-7 0,3 7 0,-6-7 0,9 7 0,-12-1 0,9 2 0,-4 2 0,2-6 0,5 2 0,-8 4 0,8-1 0,-9 1 0,9-4 0,-2-2 0,0 3 0,-1 9 0,-3-6 0,3 6 0,1-9 0,0-3 0,2 5 0,-5-4 0,5 5 0,-8 6 0,7-7 0,-4 8 0,3-10 0,2 0 0,-2 0 0,0-1 0,-1 5 0,0-4 0,-2 0 0,5-1 0,-5-2 0,5 3 0,-2 0 0,0 0 0,2 0 0,-5 0 0,5 0 0,-5 0 0,2 0 0,0 0 0,-3 0 0,4 0 0,-1 0 0,-3 0 0,7 0 0,-7 0 0,3-3 0,1 2 0,-4-2 0,3 3 0,-3 0 0,3 0 0,-2-3 0,2 2 0,0-2 0,-2 3 0,2-3 0,0 2 0,-5-2 0,4 3 0,-5 0 0,3 0 0,0 0 0,0-4 0,3 4 0,-2-4 0,2 1 0,-3 3 0,0-7 0,3 7 0,-2-4 0,2 1 0,0 6 0,-3-9 0,7 8 0,-3-2 0,6-2 0,1 4 0,-1-5 0,4 0 0,-4 2 0,4-5 0,0 5 0,0-5 0,0 2 0,0-3 0,0 0 0,0 0 0,0 0 0,0 3 0,0-2 0,0 2 0,0-3 0,0 0 0,0 0 0,0 0 0,0 0 0,0 0 0,0 0 0,0 0 0,0 0 0,0 0 0,0 0 0,0 0 0,0-3 0,0 2 0,0-2 0,0 0 0,0 2 0,0-2 0,0 0 0,0 2 0,0-2 0,0 0 0,0 2 0,0-5 0,-1 5 0,1-2 0,0 0 0,0 2 0,0-5 0,0 5 0,0-2 0,0 3 0,0-3 0,0 2 0,0-2 0,0 0 0,0 2 0,0-5 0,0 5 0,0-2 0,0 0 0,0 2 0,0-2 0,0 0 0,0 2 0,0-6 0,0 7 0,0-3 0,0-1 0,0 1 0,0-1 0,0 1 0,0-1 0,0 4 0,0-7 0,0 3 0,0-3 0,0 3 0,0-2 0,0 5 0,-1-5 0,1 5 0,0-5 0,0 5 0,0-5 0,0 5 0,0-5 0,0 5 0,3-5 0,-5 2 0,4 0 0,-5-2 0,3 5 0,0-5 0,0 2 0,0 0 0,0 1 0,0 0 0,-3-1 0,5-3 0,-4 3 0,5-2 0,-6 2 0,2 0 0,-2-2 0,3 2 0,0 0 0,0-2 0,0 5 0,-3-5 0,2 2 0,-2 0 0,3-3 0,0 4 0,0-5 0,0 5 0,0-4 0,0 3 0,-1 1 0,1-4 0,0 6 0,-3-5 0,6 5 0,-6-5 0,6 5 0,-3-2 0,-3 0 0,5 2 0,-4-2 0,5 3 0,-3 0 0,0 0 0,0-3 0,0 2 0,0-2 0,0 3 0,0 0 0,0 0 0,0 0 0,0 0 0,0 0 0,0 0 0,0 0 0,0 0 0,0 0 0,0 0 0,0 0 0,0-3 0,0 2 0,0-2 0,0 3 0,0 0 0,0 0 0,-1-3 0,1 2 0,0-2 0,0 3 0,0 0 0,0-3 0,0 2 0,0-2 0,0 3 0,0-3 0,0 2 0,0-2 0,0 3 0,0 0 0,3-3 0,-2 2 0,2-2 0,-3 3 0,0 0 0,0 0 0,0-3 0,9 2 0,-7-5 0,8 5 0,-10-2 0,0 3 0,3-3 0,-2 2 0,-2-5 0,1 5 0,-3-5 0,6 2 0,-3 0 0,0-2 0,0 2 0,-7-3 0,7 0 0,-7 0 0,3 0 0,-3 0 0,0-1 0,0 1 0,0 0 0,0 0 0,-3 0 0,2 0 0,-5 0 0,2 0 0,-3 0 0,3 0 0,-2 3 0,2-2 0,-3 2 0,0-3 0,0 3 0,3-2 0,-5 2 0,4 0 0,-2-2 0,-2 2 0,4 0 0,-5-2 0,3 5 0,0-5 0,0 5 0,0-5 0,-4 5 0,4-5 0,-4 5 0,4-5 0,0 5 0,0-2 0,0 3 0,0-4 0,0 4 0,-3-7 0,2 7 0,-2-3 0,3-1 0,0 4 0,-3-7 0,2 7 0,-2-4 0,3 4 0,0 0 0,0-3 0,-3 3 0,2-7 0,-2 7 0,3-4 0,0 4 0,0 0 0,0-3 0,0 2 0,0-2 0,0 3 0,-1 0 0,1 0 0,0-3 0,0 2 0,0-2 0,0 3 0,0 0 0,0 0 0,0 0 0,0 0 0,0 0 0,0 0 0,0 0 0,-3-3 0,2 2 0,-2-2 0,3 3 0,0 0 0,0 0 0,0 0 0,0 0 0,-3 0 0,2 0 0,-2-3 0,3 2 0,0-2 0,0 3 0,-4 0 0,4 0 0,-4 0 0,4 0 0,0 0 0,0 0 0,0 0 0,0 0 0,0 0 0,0 0 0,0 0 0,0 0 0,0 0 0,0 0 0,0 0 0,0 0 0,0 0 0,0 0 0,0 0 0,0 0 0,0 0 0,0 0 0,0 0 0,0 0 0,-1 0 0,1 0 0,0 0 0,0 0 0,0 3 0,0-2 0,0 2 0,0 0 0,0 1 0,3 3 0,-2-3 0,2 2 0,0-2 0,-2 3 0,2-3 0,0 2 0,-2-2 0,2 0 0,-3 5 0,0-7 0,3 7 0,-2-5 0,5 3 0,-5 0 0,2-3 0,0 2 0,-2-2 0,2 0 0,-3 5 0,0-4 0,0 5 0,3-3 0,-3-3 0,3 2 0,1-2 0,-4 3 0,3 0 0,-3-1 0,3 1 0,-2-3 0,2 3 0,0-4 0,-2 4 0,2 0 0,-3 0 0,3 0 0,-2-3 0,2 2 0,0-2 0,-2 3 0,2 0 0,0 0 0,-2-3 0,2 5 0,0-4 0,-2 2 0,2-1 0,0-2 0,-2 3 0,2 0 0,0 0 0,-2-3 0,2 2 0,-3-2 0,3 3 0,-3-3 0,4 2 0,-1-2 0,-3 3 0,3 0 0,-3-3 0,4 2 0,-4-2 0,3 0 0,-3 5 0,3-4 0,-2 1 0,2 1 0,0-3 0,-5 3 0,4 3 0,-5-3 0,3 3 0,0-3 0,0-3 0,3 2 0,-2-2 0,5 3 0,-5 0 0,2 0 0,0 0 0,1 0 0,0 0 0,2 0 0,-2 0 0,3 0 0,0 0 0,0 0 0,3 0 0,1 0 0,3-3 0,0-1 0,0 0 0,0-2 0,0 2 0,0-3 0,0 3 0,0-2 0,0 2 0,-1-3 0,5 0 0,-4 0 0,6 0 0,11 0 0,-10 0 0,8 0 0,-12-3 0,-2 2 0,2-2 0,0 3 0,-2 0 0,2 0 0,0 0 0,1-3 0,-3 2 0,-2-2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10:42.434"/>
    </inkml:context>
    <inkml:brush xml:id="br0">
      <inkml:brushProperty name="width" value="0.2" units="cm"/>
      <inkml:brushProperty name="height" value="1.2" units="cm"/>
      <inkml:brushProperty name="color" value="#008C3A"/>
      <inkml:brushProperty name="inkEffects" value="pencil"/>
    </inkml:brush>
  </inkml:definitions>
  <inkml:trace contextRef="#ctx0" brushRef="#br0">151 331 16383,'0'-15'0,"0"-1"0,0 8 0,0-2 0,0 3 0,3 3 0,-3-2 0,4 2 0,-4-3 0,0 0 0,3 3 0,-3-2 0,4 2 0,-4-3 0,0 0 0,0-1 0,3 5 0,-3-4 0,4 3 0,-4-3 0,3 3 0,-3-2 0,7 2 0,-7-3 0,3 0 0,1 0 0,-1 0 0,1 0 0,-1 0 0,0 3 0,1-2 0,0 2 0,2 0 0,-5-2 0,5 5 0,-5-5 0,5 5 0,-5-5 0,5 5 0,-5-5 0,5 5 0,-5-5 0,5 5 0,-5-5 0,5 5 0,-2-5 0,3 5 0,-3-5 0,2 5 0,-5-5 0,5 5 0,-2-2 0,3-1 0,0 4 0,0-7 0,0 7 0,0-3 0,-3-1 0,2 4 0,-2-4 0,3 4 0,-3-3 0,2 3 0,-2-4 0,3 4 0,0 0 0,-3-3 0,2 3 0,-2-4 0,3 4 0,0 0 0,0 0 0,0 0 0,0-3 0,-1 2 0,1-2 0,0 3 0,0 0 0,0 0 0,0 0 0,0 0 0,0 0 0,0 0 0,0 0 0,0 0 0,0 0 0,0 0 0,0 0 0,0 0 0,0 0 0,0 0 0,0 0 0,0 0 0,-3-3 0,2 2 0,-2-2 0,3 3 0,0 0 0,0 0 0,0 0 0,0 0 0,0 0 0,0 0 0,0 0 0,0 0 0,0 0 0,0 0 0,0 0 0,0 0 0,0 0 0,0 0 0,-1 0 0,1 0 0,0 3 0,0-2 0,0 2 0,0-3 0,0 0 0,0 0 0,-3 3 0,2-2 0,-2 2 0,0 0 0,-1 1 0,0 0 0,-2 2 0,2-2 0,-3 3 0,0 0 0,0 0 0,-3-3 0,2 2 0,-2-2 0,0 0 0,2 2 0,-5-5 0,5 5 0,-2-2 0,0 0 0,2 2 0,-5-5 0,2 2 0,0 0 0,-2-2 0,5 5 0,-5-5 0,5 5 0,-5-5 0,2 5 0,-3-5 0,3 5 0,-2-5 0,5 5 0,-5-5 0,2 5 0,-3-5 0,0 5 0,0-5 0,3 5 0,-3-5 0,7 5 0,-7-5 0,3 2 0,1 0 0,-4-3 0,3 4 0,0-1 0,-2-3 0,2 4 0,-3-1 0,0-3 0,0 7 0,0-7 0,0 4 0,0-4 0,0 0 0,0 0 0,0 0 0,0 0 0,0 3 0,0-3 0,0 3 0,0-3 0,0 0 0,0 0 0,0 0 0,0 0 0,0 0 0,-1 0 0,1 0 0,0 0 0,0 0 0,0 0 0,0 0 0,0 0 0,0 0 0,0 0 0,0 0 0,0 0 0,0 0 0,0 0 0,0 0 0,0 0 0,0 0 0,3 4 0,-2-4 0,2 3 0,-3-3 0,0 4 0,0-4 0,3 7 0,-2-7 0,2 3 0,-3 0 0,0-2 0,0 2 0,3 0 0,-6 1 0,6 0 0,-4 2 0,2-5 0,2 5 0,-3-2 0,0 0 0,3 2 0,-2-5 0,5 5 0,-5-5 0,2 5 0,-3-5 0,3 5 0,-2-5 0,5 5 0,-5-5 0,2 5 0,-3-5 0,3 5 0,-2-5 0,5 5 0,-5-5 0,2 2 0,0 0 0,-2-2 0,2 2 0,0 0 0,-2-2 0,2 2 0,0 0 0,-3-2 0,4 5 0,-4-5 0,3 5 0,-3-5 0,7 5 0,-7-5 0,7 5 0,-4-2 0,1 0 0,2 2 0,-2-2 0,0 0 0,2 2 0,-2-2 0,0 0 0,2 2 0,-5-2 0,5 3 0,-5-4 0,5 4 0,-5-3 0,5 3 0,-5-4 0,2 4 0,0-4 0,-2 1 0,2 3 0,0-4 0,-2 1 0,2-1 0,0 0 0,7 1 0,2 0 0,5 2 0,-3-5 0,0 5 0,0-5 0,-3 5 0,2-5 0,-2 2 0,3 0 0,0-2 0,-3 2 0,-1-3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10:45.285"/>
    </inkml:context>
    <inkml:brush xml:id="br0">
      <inkml:brushProperty name="width" value="0.2" units="cm"/>
      <inkml:brushProperty name="height" value="1.2" units="cm"/>
      <inkml:brushProperty name="color" value="#008C3A"/>
      <inkml:brushProperty name="inkEffects" value="pencil"/>
    </inkml:brush>
  </inkml:definitions>
  <inkml:trace contextRef="#ctx0" brushRef="#br0">920 0 16383,'3'12'0,"-2"0"0,5-11 0,-5 5 0,5-5 0,-2 2 0,0 0 0,2-2 0,-2 5 0,3-5 0,0 2 0,0-3 0,-4 3 0,4-2 0,-4 2 0,4-3 0,-3 3 0,3-2 0,-4 2 0,4 0 0,0-2 0,0 2 0,-3 0 0,2-2 0,-2 2 0,3 0 0,0-2 0,-3 5 0,2-5 0,-2 2 0,3 0 0,0-2 0,-3 5 0,2-5 0,-2 2 0,3 0 0,0 1 0,0 0 0,0-1 0,-3 0 0,5-2 0,-4 5 0,5-5 0,-3 5 0,0-2 0,0 0 0,0 2 0,0-5 0,0 5 0,0-5 0,0 5 0,0-5 0,0 5 0,0-2 0,-1 0 0,1 2 0,0-5 0,0 2 0,-3 0 0,2-2 0,-2 5 0,3-5 0,-3 5 0,2-6 0,-2 7 0,3-7 0,0 7 0,0-3 0,0 3 0,0-4 0,0 4 0,0-4 0,0 4 0,0 0 0,0 0 0,0-3 0,-3 2 0,2-2 0,-2 3 0,0 0 0,2-3 0,-5 2 0,5-2 0,-5 3 0,2 0 0,0-3 0,-2 2 0,2-2 0,0 0 0,-2 2 0,2-2 0,0 3 0,-2 0 0,2 0 0,0 0 0,-2 0 0,2 0 0,-3 0 0,0 0 0,0 0 0,0 0 0,0 0 0,0 0 0,0 0 0,3 0 0,-2 0 0,2 0 0,-3 0 0,0 0 0,0 0 0,0-1 0,0 1 0,0 0 0,0 0 0,0 0 0,0 0 0,0 0 0,0 0 0,0 3 0,0-2 0,0 2 0,0-3 0,0 0 0,3 0 0,-2 0 0,2 3 0,-3-2 0,0 2 0,0-3 0,0 0 0,0 0 0,0 3 0,0-2 0,0 2 0,0 0 0,0-2 0,0 5 0,0-6 0,0 4 0,0-4 0,0 0 0,-3-1 0,2 5 0,-2-4 0,3 3 0,0-3 0,0 0 0,-4 0 0,4 0 0,-3 3 0,3-2 0,0 2 0,0-3 0,-4 0 0,4 0 0,-3 0 0,3 0 0,0 3 0,-4-2 0,4 2 0,-4-3 0,1 0 0,3 0 0,-4 3 0,1-2 0,3 2 0,-7 0 0,6-2 0,-2 2 0,3-3 0,-3 3 0,2-3 0,-5 3 0,5-3 0,-2 0 0,0 0 0,2 0 0,-5 0 0,5 0 0,-5 0 0,5 0 0,-2 0 0,0 3 0,-1 1 0,0 0 0,1-1 0,0-3 0,2 0 0,-5 0 0,5 0 0,-2 0 0,0 0 0,2 0 0,-5 0 0,5 0 0,-2 0 0,0-3 0,2 2 0,-5 1 0,5 1 0,-2 2 0,0-3 0,2 0 0,-5 0 0,5-1 0,-2 1 0,0 0 0,2 0 0,-2 0 0,0 0 0,-1 7 0,0-6 0,1 5 0,0-9 0,2 2 0,-2-2 0,3 3 0,0 0 0,-4-3 0,4 2 0,-3-2 0,-1 3 0,4 0 0,-3 0 0,3 0 0,0 0 0,-4-3 0,4 2 0,-3-2 0,3 3 0,-4 0 0,4 0 0,-4 0 0,4 0 0,0 0 0,0 0 0,-3 0 0,3 0 0,-4 0 0,4 0 0,0 0 0,0-1 0,-3 1 0,3 0 0,-4 0 0,4 0 0,0 0 0,0 0 0,0 0 0,0 0 0,-3 0 0,2 0 0,-2 0 0,3 0 0,0 0 0,0 0 0,0 0 0,0 0 0,0 0 0,0 0 0,-3 0 0,2 0 0,-2 0 0,3 3 0,0-2 0,0 2 0,0-3 0,0 0 0,0 0 0,0 3 0,0-2 0,0 2 0,0-3 0,0 0 0,0 0 0,0-1 0,0 1 0,0 0 0,0 0 0,0 0 0,0 0 0,0 0 0,0 0 0,0 0 0,0 0 0,0 0 0,0 0 0,0 3 0,0-2 0,0 2 0,0-3 0,3-3 0,-2 2 0,2-2 0,-3 3 0,0 0 0,0 0 0,0 0 0,0 0 0,0 6 0,0-4 0,0 4 0,0-6 0,0 0 0,0 0 0,0 0 0,0 0 0,0 0 0,0 9 0,0-7 0,0 7 0,0-9 0,0 0 0,0 0 0,-3 0 0,2 0 0,-2 0 0,3 13 0,0-10 0,-3 9 0,2-12 0,-2 0 0,3 0 0,0 0 0,0 0 0,0 0 0,-3 3 0,2-2 0,-2 2 0,3-3 0,0 0 0,-3 0 0,2 0 0,-2 0 0,3 0 0,0 0 0,0 0 0,0-1 0,-3 1 0,2 4 0,-2-4 0,3 3 0,-3-3 0,2 0 0,-2 0 0,3 0 0,-3 0 0,2 0 0,-2 0 0,3 0 0,0 0 0,-3-3 0,2 2 0,-2-2 0,3 3 0,-3-3 0,2 2 0,-2-2 0,3 3 0,0 0 0,-3-3 0,2 2 0,-2-2 0,3 3 0,-3-3 0,2 2 0,-2-2 0,3 3 0,-3 0 0,2 0 0,-2 0 0,0-3 0,2 2 0,-5-2 0,5 3 0,-2 0 0,0 0 0,2-1 0,-5-2 0,5 3 0,-5-7 0,5 7 0,-2-4 0,-1 4 0,4 0 0,-7-3 0,7 2 0,-7-2 0,7 3 0,-7 0 0,7 0 0,-7-3 0,7 2 0,-7-5 0,3 5 0,0-2 0,1 3 0,0-3 0,2 2 0,-5-2 0,2 3 0,-3 0 0,3 0 0,-2-3 0,5 2 0,-5-2 0,5 3 0,-5 0 0,2-3 0,0 2 0,-2-2 0,2 3 0,-3 0 0,0 0 0,3 0 0,-2-3 0,5 2 0,-5-5 0,5 5 0,-5-6 0,5 7 0,-5-3 0,2 3 0,-3 0 0,0-1 0,0 1 0,0 0 0,0 0 0,-1-3 0,1 2 0,0-2 0,3 3 0,-2-3 0,2 2 0,-3-5 0,0 5 0,0-2 0,0 0 0,0-1 0,3 0 0,-2-2 0,-7 8 0,3-7 0,-6 7 0,9-8 0,0 2 0,0-3 0,0 0 0,0 3 0,-13-2 0,10 2 0,-10-3 0,13 0 0,0 0 0,0 0 0,0 0 0,0 0 0,0 0 0,0 0 0,-3-3 0,2 2 0,-2-2 0,3 3 0,0 0 0,-3-3 0,2 2 0,-2-2 0,0 3 0,2 0 0,-2-3 0,3 2 0,0-2 0,0 0 0,-7 2 0,6-5 0,-6 5 0,7-2 0,0 3 0,-3-3 0,2 2 0,-2-2 0,3 0 0,-3 2 0,-1-2 0,0 0 0,1 2 0,3-2 0,-3 0 0,2 2 0,-2-5 0,3 5 0,0-2 0,0 3 0,0-3 0,0 2 0,0-2 0,0 0 0,0 2 0,0-2 0,0 3 0,0 0 0,0-4 0,0 4 0,-4-3 0,4-1 0,-4 4 0,4-3 0,3-1 0,-2 4 0,2-4 0,-3 4 0,0-3 0,0 3 0,0-7 0,0 7 0,0-7 0,0 3 0,0 0 0,3-2 0,-2 2 0,2-3 0,-3 3 0,3-2 0,-2 2 0,2-3 0,-3 3 0,3-2 0,-2 5 0,5-5 0,-2 2 0,0 0 0,2-2 0,-5 5 0,5-5 0,-6 2 0,7-3 0,-7 3 0,7-2 0,-7 2 0,7-3 0,-7 3 0,7-2 0,-4 2 0,1 0 0,3-3 0,-4 4 0,1-1 0,-1-9 0,0 8 0,-2-9 0,5 7 0,-5 0 0,2-6 0,-3 4 0,3-4 0,1 6 0,0 3 0,2-2 0,-2 2 0,3-3 0,-3 0 0,2 0 0,-2 0 0,3 0 0,0 0 0,-3 0 0,2 0 0,-2 0 0,3 0 0,0 0 0,0 0 0,0-1 0,0 1 0,0 0 0,0 0 0,0 0 0,0 0 0,3 0 0,-2 0 0,2 0 0,0 0 0,-2 0 0,2 0 0,0 3 0,-2-2 0,2 2 0,0-3 0,-2 0 0,5 0 0,-5 0 0,5 3 0,-5-2 0,5 2 0,-2-3 0,0 0 0,2 3 0,-5-3 0,5 7 0,-5-7 0,5 7 0,-5-7 0,5 7 0,-5-7 0,5 7 0,-5-7 0,5 7 0,-2-7 0,0 3 0,2 0 0,-6-2 0,7 5 0,-3-5 0,-1 2 0,4 0 0,-3-2 0,2 2 0,1-3 0,0 0 0,0 3 0,-3-2 0,2 5 0,-5-5 0,5 5 0,-5-5 0,5 5 0,-2-2 0,0 0 0,2 2 0,-5-5 0,5 2 0,4-6 0,-4 2 0,6 1 0,-8 1 0,3 5 0,-3-5 0,2 5 0,-5-5 0,5 5 0,-5-6 0,5 7 0,-5-7 0,11 4 0,-9-5 0,9 5 0,-11-4 0,5 7 0,-2-7 0,3 6 0,-3-5 0,2 5 0,1-8 0,1 4 0,2-5 0,-3 6 0,0-2 0,3-1 0,-3-1 0,3 1 0,-6 1 0,3 2 0,-4-3 0,4 0 0,3-3 0,-2 2 0,-1-2 0,-1 6 0,-5-2 0,5 5 0,-5-5 0,2 2 0,0 0 0,1-6 0,3 6 0,-3-7 0,2 8 0,-5-4 0,2 3 0,0 0 0,-2-2 0,5 5 0,-5-5 0,5 2 0,-5-3 0,5 0 0,-5 0 0,5 0 0,-5 0 0,2 0 0,0 0 0,1 0 0,0 0 0,-1 0 0,-3 0 0,3 3 0,-2-2 0,2 2 0,-3-3 0,3 0 0,-2 0 0,2 0 0,-3 0 0,3 3 0,-2-3 0,2 3 0,-3-3 0,0 0 0,3 3 0,-2-2 0,2 2 0,-3-3 0,3 0 0,-2 0 0,5 0 0,-5 0 0,2 0 0,0 0 0,-2 0 0,5 3 0,-5-2 0,2 2 0,-3-3 0,0 0 0,0 0 0,3 0 0,-2 0 0,2 0 0,0 0 0,-2 0 0,2 0 0,0 0 0,1 0 0,-1-1 0,4 1 0,-7 0 0,7-6 0,-3 4 0,-1-4 0,1 6 0,-1 0 0,-3 0 0,3 0 0,1 3 0,-4-2 0,7-1 0,-4-7 0,1 2 0,2-1 0,-5 6 0,5 0 0,-5 0 0,2 0 0,0 3 0,-2-3 0,5 4 0,-2-11 0,0 6 0,2-3 0,-5 5 0,2 2 0,0-3 0,-2 0 0,5 3 0,-5-2 0,2 2 0,3-6 0,-4 2 0,4-2 0,-3 6 0,-2-2 0,2 2 0,0-3 0,-2 0 0,8-3 0,-7 2 0,7-2 0,-8 3 0,5 0 0,-5 0 0,5 3 0,-5-3 0,5 0 0,-2 0 0,0-4 0,2 7 0,-5-2 0,2 2 0,0 0 0,1-8 0,0 6 0,2-4 0,-5 4 0,2 2 0,0-3 0,-2 0 0,2 0 0,-3 0 0,3 3 0,-2-2 0,2 2 0,-3-3 0,3 0 0,-2 0 0,5 0 0,-5 0 0,2 0 0,0 3 0,-2-3 0,2 4 0,-3-5 0,3 5 0,-3-4 0,7 3 0,-7-3 0,7 0 0,-7 0 0,7 0 0,-3 0 0,-1 0 0,0 0 0,1 3 0,-4-2 0,7 2 0,-7-3 0,7 3 0,-7-2 0,6 2 0,-5-3 0,2 0 0,0 0 0,-2 0 0,5 0 0,-5 0 0,2 0 0,0 3 0,-2-3 0,2 4 0,0-4 0,-2-1 0,2 1 0,0 4 0,-2-4 0,2 3 0,-3-3 0,3 3 0,-2-2 0,2 2 0,-3-6 0,0 2 0,0-2 0,0 3 0,3-3 0,-2 2 0,2-2 0,-3 3 0,0-3 0,0 2 0,0-2 0,-3 6 0,2-2 0,-2 2 0,3-7 0,-3 7 0,2-6 0,-2 6 0,3-6 0,0 2 0,0-2 0,0 3 0,0 0 0,0 0 0,0 0 0,0 0 0,0 0 0,0 0 0,3-6 0,-2 4 0,2-4 0,0 6 0,-2 0 0,2 0 0,-3-7 0,3 9 0,-2-8 0,2 10 0,-3-5 0,0 1 0,0 0 0,0-6 0,3 5 0,-2-6 0,2 7 0,-3 0 0,0 0 0,0 0 0,0 0 0,0 0 0,-3 3 0,2-2 0,-2 2 0,0 0 0,2-2 0,-2 2 0,3-3 0,0 0 0,0 0 0,0 0 0,0 0 0,0 0 0,0 0 0,0 0 0,0-1 0,-3 5 0,-1-1 0,0 1 0,-2 3 0,5-7 0,-5 6 0,5-5 0,-2 2 0,0 0 0,-1 1 0,0 0 0,1-1 0,0 0 0,2-2 0,-2 2 0,-1 0 0,4-2 0,-3 2 0,3-3 0,0 0 0,-4 3 0,4-2 0,-3 2 0,3-3 0,0 0 0,0 0 0,0 0 0,0 0 0,0 0 0,0 0 0,0 0 0,3 3 0,-3-3 0,4 4 0,-4-5 0,3 5 0,-3-4 0,-3 7 0,2 9 0,-6-3 0,7 10 0,0-9 0,4 0 0,-4-3 0,3-1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10:46.991"/>
    </inkml:context>
    <inkml:brush xml:id="br0">
      <inkml:brushProperty name="width" value="0.2" units="cm"/>
      <inkml:brushProperty name="height" value="1.2" units="cm"/>
      <inkml:brushProperty name="color" value="#008C3A"/>
      <inkml:brushProperty name="inkEffects" value="pencil"/>
    </inkml:brush>
  </inkml:definitions>
  <inkml:trace contextRef="#ctx0" brushRef="#br0">430 155 16383,'0'-14'0,"-4"3"0,4 5 0,-4 2 0,1 0 0,3-2 0,-7 5 0,7-5 0,-7 5 0,3-5 0,-3 5 0,3-5 0,-2 5 0,2-5 0,-3 5 0,3-5 0,-2 5 0,2-2 0,-3 0 0,0 2 0,0-2 0,3 0 0,-2-1 0,2 0 0,-3 1 0,0 0 0,0 2 0,0-2 0,3 0 0,-2 2 0,2-2 0,-3 3 0,3-3 0,-6 2 0,6-2 0,-6 0 0,3 2 0,0-2 0,-4-1 0,4 4 0,-4-3 0,4 3 0,0-4 0,0 4 0,0-3 0,0 3 0,-3 0 0,5-4 0,-4 4 0,5-3 0,-3 3 0,0 0 0,0 0 0,0 0 0,0 0 0,0 0 0,0 0 0,0 0 0,0 0 0,0 0 0,0 0 0,0 3 0,0-3 0,0 3 0,-1 1 0,1-4 0,4 7 0,-4-7 0,6 7 0,-5-7 0,5 6 0,-2-2 0,0 0 0,2 2 0,-2-2 0,3 3 0,0 0 0,0 0 0,0 0 0,0 0 0,0 0 0,0 0 0,0 0 0,0 0 0,0 0 0,0 0 0,3-3 0,-2 2 0,2-2 0,-3 3 0,0 0 0,0 0 0,3-3 0,-2 2 0,2-2 0,0 3 0,-2 0 0,2 0 0,0 0 0,-2 0 0,5 0 0,-5 0 0,5 0 0,-5 0 0,5 0 0,-2 0 0,0-1 0,2-2 0,-5 3 0,5-4 0,-5 4 0,5-3 0,-5 2 0,5-2 0,-2 3 0,0 0 0,2 0 0,-2 0 0,3 0 0,-3 0 0,2-3 0,-5 2 0,5-2 0,-2 3 0,3-3 0,-3 2 0,2-2 0,-2 3 0,0 0 0,2-3 0,-2 2 0,3-2 0,0 3 0,0 0 0,0 0 0,-1 0 0,-2 0 0,3-3 0,-7 2 0,7-5 0,-7 5 0,7-5 0,-7 5 0,6-5 0,-2 5 0,0-2 0,2 0 0,-2 2 0,3-2 0,-3 3 0,2-4 0,-5 4 0,5-7 0,-5 7 0,5-7 0,-5 7 0,5-4 0,-5 4 0,5-3 0,-2 2 0,0-2 0,2 0 0,-5 2 0,5-2 0,-5 3 0,5 0 0,-5 0 0,5 0 0,-5 0 0,5-3 0,-5 2 0,5-2 0,-5 3 0,2 0 0,0 0 0,1 0 0,0 0 0,-1 0 0,0 0 0,-2 0 0,2 0 0,0 0 0,-2 0 0,5 0 0,-5 0 0,2 0 0,-3 0 0,0 0 0,3-3 0,-2 2 0,2-2 0,-3 3 0,0 0 0,0 0 0,0-1 0,3-2 0,-2 3 0,2-4 0,-3 4 0,0 0 0,0 0 0,0 0 0,0 0 0,0 0 0,0 0 0,0 0 0,0 0 0,0 0 0,0 0 0,0 0 0,0 0 0,0 0 0,0 0 0,0 0 0,0 0 0,0 0 0,0 0 0,0 0 0,0 0 0,0 0 0,0 0 0,0 0 0,0 0 0,0 0 0,0 0 0,0 0 0,0 0 0,0 0 0,0 0 0,0 0 0,0 0 0,0-1 0,3-2 0,-2 3 0,2-4 0,-3 4 0,3 0 0,-2 0 0,5 0 0,-5 0 0,2 0 0,0-3 0,-2 2 0,5-5 0,-6 5 0,7-5 0,-7 5 0,7-5 0,-7 5 0,7-5 0,-7 5 0,7-5 0,-7 5 0,7-5 0,-4 2 0,4-3 0,0 0 0,3 0 0,-2 0 0,2 0 0,-3 0 0,0 0 0,0-3 0,3 2 0,-5-5 0,4 5 0,-5-2 0,0 0 0,2 2 0,-2-2 0,0 0 0,2 2 0,4-8 0,-4 4 0,6-2 0,-11 1 0,5 5 0,-2-5 0,3 2 0,-3-3 0,5-3 0,-7 2 0,7 1 0,-8 0 0,2 3 0,0 1 0,-2-4 0,5 3 0,-5-3 0,2 0 0,-3 0 0,3-6 0,1 4 0,-1-4 0,1 6 0,-4 0 0,3 0 0,-3 0 0,4 0 0,-4 0 0,0-10 0,0 5 0,0-5 0,0 7 0,0 3 0,0 0 0,0-1 0,0 1 0,0 0 0,0-12 0,0 9 0,0-10 0,0 13 0,0 0 0,0 0 0,0 0 0,0 0 0,0 0 0,-4-10 0,4 8 0,-7-7 0,7 9 0,-4 0 0,1 0 0,3 0 0,-4-1 0,1 1 0,3 0 0,-4 0 0,4 0 0,-3 3 0,2-2 0,-2 2 0,0 0 0,2-2 0,-2 2 0,0-3 0,2 0 0,-2 0 0,0 3 0,2-2 0,-2 2 0,0-3 0,2 0 0,-2 0 0,0 3 0,2-2 0,-2 2 0,3-3 0,-3 3 0,2-2 0,-5 2 0,5-3 0,-2 0 0,0 3 0,2-3 0,-2 4 0,3-5 0,0 1 0,-3 4 0,2-4 0,-2 3 0,0-3 0,2 0 0,-2 0 0,0 0 0,2 0 0,-2 0 0,0 3 0,2-2 0,-2 2 0,0-3 0,2 0 0,-5 3 0,5-2 0,-2 2 0,0-3 0,2 0 0,-2 0 0,3 0 0,-3 3 0,2-2 0,-2 2 0,3-3 0,0 0 0,-3 3 0,2-3 0,-2 3 0,3-3 0,0 0 0,0 0 0,0 0 0,-3 3 0,2-2 0,-2 2 0,3-3 0,0 0 0,0 0 0,-3 3 0,2-2 0,-2 2 0,-1 0 0,4-2 0,-3 2 0,-1 0 0,4-2 0,-7 5 0,7-5 0,-7 5 0,7-5 0,-7 5 0,7-5 0,-7 5 0,7-5 0,-7 5 0,3-5 0,-3 2 0,0 0 0,3-2 0,-2 5 0,5-6 0,-5 7 0,5-7 0,-5 7 0,5-7 0,-5 7 0,5-7 0,-5 7 0,2-4 0,0 1 0,-2 3 0,2-4 0,0 4 0,1 0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13:31.590"/>
    </inkml:context>
    <inkml:brush xml:id="br0">
      <inkml:brushProperty name="width" value="0.35" units="cm"/>
      <inkml:brushProperty name="height" value="2.1" units="cm"/>
      <inkml:brushProperty name="color" value="#008C3A"/>
      <inkml:brushProperty name="inkEffects" value="pencil"/>
    </inkml:brush>
  </inkml:definitions>
  <inkml:trace contextRef="#ctx0" brushRef="#br0">1506 294 16383,'-3'-22'0,"2"5"0,-5 7 0,5 3 0,-5 3 0,2-2 0,-3 5 0,0-6 0,3 4 0,-2-1 0,2-3 0,-3 7 0,0-7 0,3 3 0,-3 1 0,4-4 0,-1 3 0,-3-3 0,3 3 0,-3-2 0,0 5 0,3-5 0,-2 2 0,2 0 0,-3-2 0,0 5 0,3-5 0,-2 2 0,2 0 0,-3-2 0,0 5 0,3-5 0,-5 5 0,7-5 0,-10 2 0,7 0 0,-5-2 0,3 2 0,0 0 0,0-2 0,0 2 0,0 0 0,0-2 0,0 5 0,0-2 0,-1 0 0,1 2 0,0-2 0,0 0 0,0 2 0,0-2 0,0 3 0,0-3 0,0 2 0,0-2 0,-3 3 0,5-4 0,-4 4 0,2-3 0,-1 3 0,-2 0 0,3 0 0,0 0 0,-3 0 0,2 0 0,-2 0 0,3 0 0,0 0 0,0 0 0,0 0 0,-1 0 0,1 0 0,0 0 0,0 0 0,0 0 0,0 3 0,0-3 0,0 4 0,0-4 0,0 0 0,0 3 0,0-3 0,0 4 0,0-4 0,0 0 0,0 3 0,0-3 0,0 3 0,-3 1 0,2-4 0,1 7 0,1-7 0,2 3 0,-3 1 0,0-4 0,-1 6 0,5-2 0,-4 0 0,3 2 0,1-2 0,-4 3 0,6 0 0,-5-3 0,5 5 0,-5-7 0,5 7 0,-2-2 0,3 1 0,0 2 0,0-3 0,-3 0 0,2 0 0,-2 0 0,3 0 0,0 0 0,0 0 0,0 0 0,0 0 0,0 0 0,0 0 0,0 0 0,0 0 0,0 0 0,3 3 0,-2-3 0,2 4 0,-3-4 0,0 0 0,0-1 0,0 1 0,0 0 0,0 0 0,0 0 0,3 0 0,-2 0 0,2 0 0,-3 0 0,0 0 0,0 0 0,0 0 0,0 0 0,3 0 0,-2 0 0,2 3 0,-3-2 0,3 2 0,-2-3 0,2 0 0,-3 0 0,0 0 0,0 0 0,0 0 0,3 0 0,-2 0 0,2 0 0,-3 0 0,0 0 0,0 0 0,0 0 0,3 0 0,-2 0 0,2 0 0,-3 0 0,0-1 0,0 1 0,0 0 0,0 0 0,3 0 0,-2 3 0,2-2 0,-3 2 0,0-3 0,0 0 0,0 0 0,0 0 0,0 0 0,0 0 0,3 0 0,-2 0 0,2 0 0,-3 0 0,0 0 0,0 0 0,0 0 0,0 0 0,0 0 0,0 0 0,0 0 0,0 0 0,0 0 0,0 0 0,0 0 0,0 0 0,0 0 0,0 0 0,0 0 0,0 0 0,0-1 0,0 1 0,0 0 0,0 0 0,0 0 0,0 0 0,0 0 0,0 0 0,0 0 0,0 0 0,-3 0 0,2 0 0,-2 0 0,3 0 0,0 0 0,-3 0 0,2 0 0,-2 0 0,3 0 0,-3 0 0,2 0 0,-2 0 0,3 0 0,-3 0 0,2 0 0,-2 0 0,0 0 0,2 0 0,-2 0 0,3 0 0,0 0 0,-3 0 0,2 0 0,-2 0 0,3 0 0,0 0 0,-3-1 0,2 1 0,-2 0 0,0 0 0,2 0 0,-5 0 0,5 0 0,-2 0 0,0 0 0,2 0 0,-2 0 0,3 0 0,-4 0 0,4 0 0,-3 0 0,-1 0 0,4 0 0,-3 0 0,3 0 0,-4 0 0,4 0 0,-4 0 0,1 0 0,3 0 0,-4 0 0,4 0 0,0 0 0,0 0 0,-3 0 0,3 0 0,-4 0 0,1 0 0,2 0 0,-5 0 0,5 0 0,-2 0 0,3-1 0,0 1 0,-3 0 0,2 0 0,-2 0 0,3 0 0,-3 0 0,2 0 0,-5 0 0,5 0 0,-2 0 0,3 0 0,0 0 0,-3 0 0,2 0 0,-2 0 0,0 0 0,2 0 0,-2 0 0,0 0 0,2 0 0,-2 0 0,0 0 0,-1 0 0,0 0 0,1 0 0,3 0 0,0 0 0,-3 0 0,2 0 0,-5 0 0,2 0 0,-3 0 0,3 0 0,1 0 0,0 0 0,2-1 0,-5 1 0,2 0 0,0 0 0,-2 0 0,2 0 0,0 0 0,-2 0 0,5 0 0,-6-3 0,4 5 0,-1-4 0,-3 5 0,7-3 0,-7-3 0,7 5 0,-7-7 0,7 7 0,-7-5 0,7 3 0,-4 0 0,1 0 0,2 0 0,-2 0 0,0 0 0,2 0 0,-2 0 0,0 0 0,2 0 0,-2 0 0,3 0 0,-3 0 0,2 0 0,-2 0 0,0 0 0,2 0 0,-2 0 0,3-1 0,-3 1 0,2 0 0,-2 0 0,0 0 0,2 0 0,-2 0 0,0 0 0,2 0 0,-5 0 0,5 0 0,-2 0 0,0 0 0,-1 0 0,0 0 0,1 0 0,0 0 0,-1 0 0,0 0 0,-2 0 0,2 0 0,0 0 0,-2-3 0,2 8 0,-3-6 0,-3 7 0,5-6 0,-4 0 0,8 0 0,-5-3 0,2 2 0,0-2 0,-6 3 0,9 0 0,-9 0 0,6-4 0,1 4 0,-4-4 0,3 4 0,-3 0 0,0-3 0,3 2 0,-2-2 0,2 0 0,-3 2 0,3-2 0,-2 0 0,2 2 0,0-2 0,-5 3 0,4 0 0,-2 0 0,1-3 0,2-1 0,-3 3 0,0-1 0,0 5 0,0-6 0,3 2 0,-2-2 0,2 0 0,-3 2 0,3-2 0,1 3 0,-4-3 0,6 2 0,-9-2 0,10 3 0,-7-3 0,3 2 0,1-2 0,-7 3 0,9 0 0,-9-3 0,6 2 0,0-2 0,1 3 0,0 0 0,-1-4 0,-3 4 0,3-3 0,-2 3 0,2 0 0,0-1 0,-2-2 0,5 6 0,-5-6 0,5 6 0,-5-6 0,5 2 0,-5-2 0,5 3 0,-2 0 0,0 0 0,2 0 0,-2 0 0,3 0 0,-3 0 0,2 0 0,-2 0 0,3 0 0,0 0 0,-3 0 0,2 0 0,-2 0 0,3 0 0,0 0 0,0 0 0,0 0 0,3 0 0,-2 0 0,2 0 0,0 0 0,1-3 0,3 2 0,-3-2 0,2 3 0,-2-4 0,-1 4 0,4-3 0,-3-1 0,3 4 0,0-3 0,-1 2 0,1 1 0,0-3 0,-3 3 0,6-4 0,-3 4 0,4 0 0,-1 0 0,-3-3 0,0 2 0,0-2 0,0 3 0,0-3 0,0 2 0,0-5 0,0 5 0,3 1 0,-2-2 0,2 4 0,-3-8 0,0 5 0,0-2 0,0 0 0,-3 2 0,5-2 0,8 9 0,-4-4 0,7 1 0,-17-4 0,4-5 0,-3 5 0,2-5 0,1 5 0,0-2 0,0 0 0,0 2 0,10 1 0,-8 1 0,7-1 0,-12-1 0,2-6 0,-2 7 0,3-7 0,0 7 0,0-7 0,0 7 0,0-7 0,0 4 0,0-1 0,0-3 0,0 3 0,0-3 0,0 0 0,0 4 0,0-4 0,0 3 0,0-3 0,0 0 0,0 0 0,0 0 0,0 0 0,0 0 0,0 0 0,0-3 0,-1 3 0,1-7 0,-3 3 0,3 0 0,-4-2 0,1 2 0,2-3 0,-2 3 0,0-2 0,2 2 0,-5-3 0,5 0 0,-5 0 0,5 3 0,-5-5 0,5 4 0,-2-5 0,3 0 0,-3 2 0,2 1 0,-5 1 0,5 2 0,-5-3 0,5 0 0,-2 0 0,0 0 0,2 0 0,-2 3 0,0-3 0,2 3 0,-5-3 0,5 0 0,-2 0 0,3 0 0,-3 0 0,2 0 0,-5 0 0,5 3 0,-2-5 0,3 7 0,-3-7 0,2 5 0,-5-3 0,5 0 0,-2 0 0,3 3 0,0-5 0,0 4 0,0-2 0,-4 1 0,4 2 0,-7-3 0,10 0 0,-6 0 0,6 3 0,-6-3 0,3 3 0,-4 1 0,4-7 0,0 9 0,-3-9 0,2 6 0,-2-3 0,3 0 0,0 0 0,-3 0 0,2 0 0,-2 3 0,0-2 0,2-1 0,-2 2 0,0-4 0,2 5 0,-5-3 0,5 0 0,-5 0 0,5 3 0,-5-5 0,5 4 0,-5-5 0,5 3 0,-5 0 0,2 0 0,0 0 0,-2-1 0,5 1 0,-5 0 0,2 0 0,0 0 0,-2 0 0,2 0 0,-3 0 0,3 0 0,-2-3 0,5 5 0,-5-4 0,2 5 0,-3-3 0,3 0 0,-2 0 0,5 0 0,-5 0 0,2 0 0,0 0 0,-2 0 0,5 0 0,-5 0 0,5 0 0,-5-4 0,5 4 0,-5-4 0,2 4 0,0 0 0,-2 0 0,2 0 0,-3 0 0,3 0 0,-2 0 0,2 0 0,0 0 0,-3 0 0,7 0 0,-7 0 0,7 0 0,-7 0 0,7 0 0,-7 0 0,7 0 0,-4 0 0,1 0 0,3 0 0,-7 0 0,7 0 0,-7 0 0,6 3 0,-5-6 0,5 9 0,-5-9 0,5 6 0,-5-3 0,5 0 0,-5 0 0,5 0 0,-2-3 0,3 2 0,-3-2 0,2 6 0,-5-2 0,5-1 0,-5-1 0,5 1 0,-5 1 0,2 2 0,0-3 0,1 0 0,0 0 0,2-3 0,-2 2 0,0-2 0,2 2 0,-5 1 0,5 0 0,-2 0 0,0 0 0,-1 0 0,-3 0 0,3 0 0,-2 0 0,5 0 0,-5 0 0,5 0 0,-5 0 0,2 0 0,-3 0 0,3 0 0,1 0 0,0 0 0,-1 0 0,0 0 0,-2 0 0,2 0 0,-3 0 0,3 0 0,-2-4 0,2 4 0,0 0 0,-2 0 0,2 0 0,-3-1 0,3 1 0,-2-2 0,2 4 0,-3-5 0,3 3 0,-2 0 0,2 0 0,0-3 0,-3 2 0,4-2 0,-4 3 0,0 0 0,3 0 0,-3 0 0,4 0 0,-4 0 0,0 0 0,0 0 0,0 0 0,0-4 0,3-6 0,-3 5 0,4-5 0,-4 10 0,0 0 0,3 0 0,-3 0 0,4 0 0,-4 0 0,0 0 0,0 0 0,0 0 0,0-13 0,0 7 0,0-7 0,0 10 0,0 3 0,0 0 0,0 0 0,0 0 0,0 0 0,0-13 0,0 10 0,0-10 0,0 13 0,0 0 0,0-3 0,0 2 0,0-2 0,0 0 0,0-1 0,0 0 0,0 1 0,0 3 0,0 0 0,3 0 0,-3 0 0,3 0 0,-3 0 0,0 0 0,0 0 0,0 0 0,0 0 0,0-1 0,0 1 0,0 0 0,0 0 0,0 0 0,0 0 0,0 0 0,0 0 0,0 0 0,0 0 0,0 0 0,0 0 0,0 0 0,0 0 0,4 0 0,-4 0 0,3 0 0,-3 0 0,0 0 0,0 0 0,0 0 0,0 0 0,0 0 0,0 0 0,0 0 0,0 0 0,0-1 0,0 1 0,0 0 0,0 0 0,0 0 0,0 0 0,0 0 0,0 0 0,0 0 0,0 0 0,0 0 0,0 0 0,0 0 0,0-3 0,0 2 0,0-2 0,0 3 0,0 0 0,0 0 0,0 0 0,0 0 0,0 0 0,0 0 0,0 0 0,0-1 0,0 1 0,0 0 0,0 0 0,0 0 0,0 0 0,0 0 0,0 0 0,0 0 0,0 0 0,-3 0 0,3 0 0,-4 0 0,4 0 0,0 0 0,0 0 0,-3 0 0,3 0 0,-4 0 0,4 0 0,0 0 0,0 0 0,-3 0 0,2 0 0,-2 0 0,3 0 0,-3-1 0,2 1 0,-2 0 0,0 0 0,2 0 0,-2 0 0,0 0 0,2 0 0,-5 0 0,2 0 0,0 0 0,-2 0 0,5 0 0,-2 0 0,0 0 0,2 0 0,-8 0 0,7 0 0,-4 0 0,0 0 0,4 0 0,-7 0 0,8 0 0,-2 0 0,0 0 0,-1-1 0,-3 1 0,3 0 0,-2 0 0,5 0 0,-5 0 0,2 0 0,0 0 0,-2 3 0,5-5 0,-6 7 0,7-7 0,-7 5 0,4-3 0,-5 0 0,5 0 0,-4 3 0,3-2 0,0 2 0,-2-3 0,2 3 0,0-2 0,-2 2 0,2 0 0,-3-2 0,3 2 0,-2 0 0,2-3 0,-3 4 0,0-1 0,0-3 0,0 7 0,3-7 0,-2 3 0,2 1 0,-3-1 0,0 1 0,0-1 0,0 0 0,0 1 0,0 0 0,0-1 0,0 0 0,0 1 0,0 0 0,-1 2 0,1-2 0,0 0 0,0 2 0,0-2 0,0 3 0,0-3 0,0 2 0,0-2 0,0 3 0,0 0 0,0 0 0,0 0 0,0 0 0,0-3 0,0 2 0,0-2 0,0 3 0,0 0 0,0 0 0,0 0 0,0 0 0,0 3 0,0-2 0,0 5 0,-1-5 0,1 5 0,0-5 0,3 5 0,-2-2 0,2 0 0,-3 2 0,0-2 0,3 3 0,-2-3 0,2 5 0,-3-4 0,3 5 0,-2-3 0,5 0 0,-5-3 0,2 5 0,-3-4 0,3 5 0,1-3 0,0 0 0,2 0 0,-5 0 0,5 0 0,-5-1 0,5 1 0,-5 0 0,5 0 0,-5 0 0,5 0 0,-2 0 0,0 0 0,2 0 0,-2 0 0,3 0 0,-3 0 0,2 0 0,-5 0 0,5 0 0,-2 0 0,3 0 0,0 0 0,-4 0 0,4 0 0,-7 0 0,7 0 0,-3 0 0,-1 0 0,4 0 0,-3 0 0,3 0 0,0 0 0,-4 3 0,4-2 0,-4 2 0,1-3 0,3 0 0,-4 0 0,4-1 0,0 1 0,0 0 0,-3 0 0,3 0 0,-4 0 0,4 0 0,0 0 0,0 0 0,-3 0 0,2 3 0,-2-2 0,3 5 0,0-5 0,-3 2 0,2-3 0,-2 0 0,3 0 0,0 0 0,0 0 0,0 0 0,0 3 0,0 1 0,0 0 0,0-1 0,0-3 0,-3 3 0,2-2 0,-2 2 0,3-3 0,0 0 0,0-1 0,0 1 0,0 0 0,0 0 0,0 0 0,0 0 0,0 0 0,0 0 0,0 3 0,-3-2 0,2 5 0,-2-5 0,3 2 0,0-3 0,0 0 0,0 0 0,0 0 0,0 0 0,0 0 0,0 0 0,0 3 0,0-2 0,0 2 0,0-3 0,0 0 0,0 3 0,0-2 0,0 2 0,-3-3 0,2 0 0,-2 0 0,3 0 0,0-1 0,0 1 0,0 0 0,0 0 0,0 0 0,0 0 0,0 0 0,0 0 0,0 0 0,0 3 0,0-2 0,0 2 0,0-3 0,0 0 0,0 0 0,0 0 0,0 3 0,0-2 0,0 2 0,0-3 0,0 0 0,0 3 0,0-2 0,0 2 0,0-3 0,0 0 0,0 0 0,-3 0 0,2 0 0,-2 0 0,3 0 0,0 0 0,0 0 0,0-1 0,-3 1 0,2 0 0,-2 0 0,3 0 0,0 0 0,-3 0 0,-1 0 0,0 0 0,1 0 0,3 0 0,-3 0 0,-1 0 0,0 0 0,1 0 0,0 0 0,-1-3 0,0 5 0,-2-4 0,5 5 0,-5-3 0,5 0 0,-5-3 0,5 5 0,-5-7 0,5 7 0,-5-5 0,5 3 0,-5 0 0,5 0 0,-9 3 0,9-2 0,-9-2 0,10 1 0,-7-3 0,7 3 0,-7 0 0,3-1 0,-3 5 0,3-4 0,-2 0 0,2-1 0,0-2 0,-2 3 0,2 0 0,0 0 0,-8 6 0,9-4 0,-9 1 0,11-4 0,-5-5 0,2 8 0,-3-7 0,0 7 0,0-5 0,0 3 0,-10 9 0,8-6 0,-7 3 0,9-7 0,0-5 0,3 5 0,-3-2 0,3 0 0,-3 2 0,4-2 0,-4 0 0,3 2 0,-12 4 0,7-2 0,-8 6 0,10-11 0,3 4 0,-5-4 0,7 4 0,-7-3 0,5 3 0,-13 3 0,8-2 0,-4 5 0,7-9 0,5 2 0,-9-2 0,9 3 0,-9-3 0,7 2 0,-1-2 0,-9 9 0,8-7 0,-6 6 0,5-8 0,5 3 0,-5 0 0,2 0 0,0 0 0,-2 0 0,2 3 0,0-2 0,-2-1 0,5-1 0,-5-2 0,5 3 0,-5 0 0,5 0 0,-5 3 0,5-3 0,-5 4 0,2-1 0,0-3 0,1 3 0,0-3 0,2 0 0,-5 0 0,5 0 0,-5 0 0,5 0 0,-2 0 0,0 0 0,2 0 0,-2 0 0,0 3 0,2-2 0,-2 2 0,0-3 0,2 0 0,-2 0 0,0 0 0,2 0 0,-2 0 0,-1 0 0,4 0 0,-3 0 0,3 0 0,-4 0 0,4 0 0,-3 3 0,3-2 0,-4 2 0,4-3 0,-3 0 0,3 0 0,0-1 0,0 1 0,0 4 0,0-4 0,0 3 0,0-3 0,0 3 0,0-2 0,0 2 0,0-3 0,0 0 0,0 0 0,0 0 0,0 0 0,0 0 0,0 0 0,0 0 0,0 0 0,0 0 0,0 0 0,0 0 0,3 0 0,-3 0 0,7 0 0,-7 0 0,7 0 0,-7 0 0,7 0 0,-4 0 0,1 0 0,2-4 0,-2 7 0,3-6 0,-3 6 0,2-3 0,-2 0 0,0 0 0,2-3 0,-2 2 0,0-2 0,2 3 0,-2 0 0,0 0 0,2-3 0,-2 5 0,3-4 0,-3 5 0,2-3 0,-2-3 0,0 2 0,2-2 0,-5 3 0,5 0 0,-5 0 0,5-3 0,-2 2 0,3-2 0,-3 3 0,2-3 0,-2 5 0,3-4 0,0 5 0,-3-3 0,2-3 0,-2 2 0,3-2 0,0 0 0,-3 2 0,5-2 0,-8 3 0,9 0 0,-6-4 0,-1 4 0,7-3 0,-6 3 0,6-1 0,-6 1 0,2-3 0,-2 3 0,3-4 0,0 4 0,0-3 0,0 2 0,0-5 0,-3 5 0,5-5 0,-4 5 0,5-5 0,-3 5 0,0-5 0,0 5 0,0-5 0,0 2 0,0 0 0,0-2 0,0 2 0,0-3 0,0 0 0,0 0 0,0 0 0,0 0 0,0 0 0,0 0 0,0 0 0,0 0 0,0-3 0,0 2 0,0-5 0,0 2 0,0 0 0,-1-2 0,1 5 0,-3-5 0,6 2 0,-6 0 0,3-2 0,3 5 0,-9-5 0,8 2 0,-5 0 0,3-2 0,0 5 0,0-5 0,-3 2 0,2 0 0,-2-2 0,3 2 0,0-3 0,0 3 0,0-3 0,-3 4 0,5-4 0,-4-1 0,5 1 0,-3 4 0,0-4 0,0 3 0,0-3 0,0 0 0,0 3 0,0-2 0,0 2 0,0-3 0,0 0 0,0 0 0,0 3 0,0-2 0,3-1 0,-6-1 0,9-2 0,-9 3 0,6 0 0,-3 0 0,0 0 0,0 0 0,0 0 0,0 0 0,0 3 0,0-6 0,-3 6 0,2-3 0,-2 0 0,6 0 0,-5 0 0,7-4 0,-10 4 0,7 0 0,-5 0 0,3 0 0,0 0 0,0 0 0,0 0 0,0 0 0,0 0 0,0 0 0,0 0 0,-3 0 0,5-6 0,-4 4 0,5-4 0,-3 6 0,0-3 0,0 5 0,-1-8 0,1 9 0,0-6 0,0 3 0,0-4 0,-3 4 0,2-3 0,-2-1 0,3 4 0,0-4 0,3-2 0,-2 5 0,2-6 0,-6 4 0,2 2 0,-2-2 0,3 0 0,0 2 0,0-2 0,0 0 0,0 2 0,-3-2 0,2 0 0,-2 2 0,3-2 0,-3 0 0,5-1 0,-7 0 0,7-2 0,-8 5 0,5-2 0,-2 3 0,0-3 0,2 2 0,-5-2 0,5 3 0,-2 0 0,0-1 0,2 1 0,-5-3 0,5 6 0,-6-12 0,7 11 0,-7-9 0,7 7 0,-7 0 0,7 0 0,-7 0 0,3 0 0,1 0 0,-4 0 0,7 0 0,-7 0 0,7 0 0,-7 0 0,7 0 0,-7 0 0,3-3 0,0 2 0,-2-2 0,5 3 0,-5 0 0,2 0 0,-3-1 0,3 1 0,-2 0 0,2 0 0,0-3 0,-2 2 0,5-2 0,-5 3 0,2 0 0,0 0 0,-2-3 0,5 5 0,-5-4 0,2 5 0,-3-3 0,3 0 0,-2 0 0,2 0 0,0 0 0,-2 0 0,2 0 0,0 0 0,4-10 0,-2 8 0,1-7 0,-3 8 0,-2 1 0,2 0 0,-3 0 0,3 0 0,-2 0 0,2 0 0,0 0 0,1-12 0,3 8 0,-3-8 0,-1 12 0,-3 0 0,0 0 0,3 0 0,-2 0 0,2 0 0,-3 0 0,3-10 0,-2 8 0,2-8 0,-3 10 0,3 0 0,-2 0 0,2 0 0,-3 0 0,0 0 0,3-3 0,-2 2 0,2-2 0,-3 3 0,0 0 0,0 0 0,0 0 0,3 0 0,-2 0 0,2 0 0,-3 0 0,0 0 0,0 0 0,0 0 0,3 0 0,-2 0 0,2-1 0,0 1 0,-2 0 0,2 0 0,-3 0 0,3 0 0,-2 0 0,2 0 0,0 0 0,-2 0 0,2 0 0,-3 0 0,0 0 0,3 0 0,-2 0 0,2 0 0,0 0 0,-3 0 0,4-3 0,-4 2 0,3-2 0,-3 3 0,4 0 0,-4 0 0,0-1 0,3 1 0,-3 0 0,4 0 0,-4 0 0,0 0 0,0 0 0,0 0 0,3 0 0,-3 0 0,4 0 0,-4 0 0,0 0 0,0 0 0,0 0 0,3 0 0,-3 0 0,3 0 0,-3 0 0,0 0 0,0 0 0,0 0 0,0 0 0,0 0 0,0 0 0,0 0 0,0-1 0,0 1 0,0 0 0,0-3 0,0 2 0,0-2 0,0 3 0,4 0 0,-4 0 0,3 0 0,-3 0 0,0 0 0,0 0 0,0 0 0,0 0 0,4 0 0,-4 0 0,3 0 0,-3 0 0,0 0 0,0 0 0,0 0 0,0 0 0,4 0 0,-4-1 0,3 1 0,-3 0 0,0 0 0,0 0 0,0 0 0,0 0 0,0 0 0,0 0 0,0 0 0,0 0 0,0 0 0,0 0 0,0 0 0,0 0 0,0 0 0,0 0 0,0 0 0,0 0 0,0 0 0,0 0 0,0 0 0,-3 0 0,2 0 0,-2 0 0,0 0 0,2-1 0,-2 1 0,0 0 0,2 0 0,-5 0 0,5 0 0,-2 0 0,0 0 0,2 0 0,-5 0 0,5 0 0,-5 3 0,5-5 0,-5 4 0,5-5 0,-5 6 0,5-2 0,-5 2 0,5-3 0,-5 0 0,2 3 0,0-2 0,-2 2 0,5-3 0,-5 0 0,2 0 0,-3 0 0,0-1 0,0 1 0,3 0 0,-2 4 0,2-4 0,-3 3 0,0-3 0,0 0 0,0 3 0,-1-2 0,1 2 0,0 0 0,0 1 0,0 0 0,0 2 0,0-5 0,0 5 0,0-2 0,0 0 0,0 2 0,0-2 0,0 3 0,0-3 0,0 2 0,0-2 0,0 3 0,0 0 0,0 0 0,0 0 0,0-3 0,0 2 0,0-2 0,0 3 0,0 0 0,-1 0 0,1-3 0,0 2 0,0-2 0,-6 3 0,4 0 0,-4 0 0,6 0 0,0 0 0,0 0 0,0-3 0,0 2 0,0-2 0,0 3 0,0 0 0,0 0 0,0-3 0,0 2 0,0-2 0,0 3 0,0 0 0,0 0 0,0 0 0,0 0 0,-1 0 0,1 0 0,0 0 0,0 0 0,0 0 0,0 0 0,0 0 0,0 0 0,0 3 0,0-2 0,0 5 0,0-2 0,0 0 0,3 2 0,-5-5 0,7 5 0,-7-5 0,5 5 0,0-2 0,-5 3 0,4 0 0,-2 0 0,1-4 0,2 1 0,-3-1 0,0 4 0,0-3 0,3 6 0,-3-7 0,3 1 0,-3 6 0,0-6 0,0 6 0,0-3 0,3 0 0,-2-3 0,2 2 0,0-2 0,-2 3 0,2 0 0,0 0 0,-2 0 0,5 0 0,-5 0 0,5 0 0,-5 0 0,5 0 0,-5 0 0,5 0 0,-2 0 0,0 3 0,-1-2 0,0 2 0,1-3 0,0 0 0,-1 0 0,0 0 0,1 0 0,3 0 0,-3 0 0,2 0 0,-2 0 0,0-1 0,2 1 0,-2 0 0,3 0 0,0 0 0,-3 0 0,2 0 0,-2 0 0,3 0 0,-3 0 0,2 0 0,-2 3 0,3-2 0,0 2 0,-4-3 0,4 0 0,-3 0 0,3 0 0,0 0 0,0 0 0,-4 0 0,4 9 0,-3-7 0,3 8 0,-4-10 0,4 0 0,-3 0 0,3 0 0,0 0 0,0 0 0,0 0 0,-4 12 0,4-9 0,-4 9 0,4-12 0,0 0 0,0 0 0,0 0 0,0 0 0,0 0 0,0 0 0,-3 0 0,3 0 0,-4 0 0,4 0 0,0 0 0,0 0 0,0 0 0,0 0 0,0 0 0,0 0 0,0 0 0,0 0 0,0 0 0,0 0 0,0 0 0,0 0 0,0 0 0,0 0 0,0 0 0,0 0 0,0 0 0,0 0 0,0 0 0,0-1 0,0 5 0,-3-4 0,3 3 0,-4-3 0,4 0 0,0 0 0,0 0 0,0 0 0,0 0 0,0 0 0,0 0 0,0 0 0,0 0 0,0 0 0,0 3 0,0-2 0,0 2 0,0-3 0,0 0 0,0 0 0,0 0 0,0 0 0,0 0 0,0 0 0,0 0 0,0 0 0,0 0 0,-3 0 0,2 0 0,-2 3 0,3 1 0,0-1 0,0 0 0,0-3 0,0 0 0,0 3 0,-3 1 0,2 3 0,-2-3 0,0 2 0,2-5 0,-2 2 0,0-3 0,2 0 0,-2 0 0,3 0 0,0 0 0,0 0 0,-3 3 0,-1 1 0,0 3 0,1-3 0,0-4 0,2-1 0,-2 1 0,0 4 0,2-1 0,-2 1 0,0-4 0,2-1 0,-2 1 0,3 0 0,0 0 0,-3 0 0,2 0 0,-2 0 0,3 0 0,-3 3 0,2-2 0,-5 2 0,5-3 0,-2 0 0,0 0 0,2 0 0,-2 0 0,0 0 0,2 0 0,-2 0 0,0 0 0,2 3 0,-5-5 0,5 4 0,-5-5 0,5 3 0,-5 0 0,5 0 0,-5 0 0,5 0 0,-5-3 0,5 5 0,-6-5 0,7 7 0,-7-8 0,7 4 0,-7-4 0,7 4 0,-7 0 0,3 0 0,-3 0 0,3 0 0,-2 0 0,5 0 0,-5-3 0,5 5 0,-5-7 0,5 7 0,-5-5 0,5 3 0,-2 0 0,0 0 0,-1 0 0,0 0 0,-2 0 0,5 0 0,-5 0 0,5 0 0,-2 0 0,0 0 0,-1 3 0,-3-2 0,3 2 0,1-3 0,0 0 0,2 0 0,-2 0 0,0 0 0,2 0 0,-5 0 0,5 0 0,-5 3 0,2-3 0,0 3 0,1-3 0,3 0 0,-3 0 0,2 0 0,-5 0 0,5 0 0,-5-3 0,5 5 0,-5-4 0,5 5 0,-2-3 0,-1-3 0,4 5 0,-7-4 0,4 5 0,-5-6 0,1-1 0,0-3 0,0 0 0,0 0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4:55.141"/>
    </inkml:context>
    <inkml:brush xml:id="br0">
      <inkml:brushProperty name="width" value="0.35" units="cm"/>
      <inkml:brushProperty name="height" value="2.1" units="cm"/>
      <inkml:brushProperty name="color" value="#CC0066"/>
      <inkml:brushProperty name="inkEffects" value="pencil"/>
    </inkml:brush>
  </inkml:definitions>
  <inkml:trace contextRef="#ctx0" brushRef="#br0">542 8 16383,'-2'-8'0,"-1"13"0,0-1 0,-1 8 0,4-9 0,-2 1 0,1-1 0,0 0 0,0 0 0,-1 1 0,2 2 0,-3-2 0,3 2 0,-3-2 0,2-1 0,0 0 0,-1 1 0,2-1 0,-2 0 0,1 0 0,1 1 0,-2-1 0,2 0 0,-1 1 0,0-1 0,-2 0 0,3 1 0,-2-1 0,1 0 0,-1 1 0,0 0 0,1 0 0,-1 1 0,2-2 0,-3 0 0,3 1 0,-3 0 0,2 0 0,-2 1 0,3-2 0,-3 4 0,1-3 0,0 3 0,-1-3 0,1 1 0,0-2 0,0 2 0,1-1 0,-2 2 0,3-3 0,-3 4 0,2-4 0,-2 4 0,3-4 0,-3 2 0,1 0 0,-1 0 0,1 2 0,-1-1 0,1-1 0,0 0 0,-1-2 0,2 2 0,-1-1 0,-1 2 0,1-2 0,0 2 0,1-2 0,-1 1 0,2-1 0,-2 0 0,-1 1 0,3 0 0,-5-2 0,5 4 0,-3-4 0,2 2 0,-2-2 0,2 1 0,-1 0 0,0 0 0,1 1 0,-1 0 0,0-2 0,-1 2 0,3-2 0,-3 2 0,2-1 0,-2 2 0,1-2 0,1 1 0,-2-1 0,2 0 0,-2 1 0,3-2 0,-3 2 0,3-1 0,-3 0 0,1 0 0,0 0 0,-1 0 0,1 1 0,-1 0 0,1-2 0,-1 4 0,1-4 0,-1 4 0,1-4 0,-1 2 0,1 0 0,0-2 0,-1 2 0,1-1 0,1-1 0,-2 0 0,1 2 0,0-1 0,-1 0 0,1 0 0,0-1 0,-2 3 0,3-2 0,-3 3 0,3-4 0,-2 2 0,1-2 0,0 2 0,-1-2 0,3 1 0,-3-1 0,3 0 0,-3 1 0,1-1 0,0 0 0,-1 2 0,1 0 0,0 0 0,-1 0 0,2-2 0,-1 1 0,-1-1 0,2 0 0,-2 1 0,3-1 0,-3 0 0,3 1 0,-3-1 0,2 0 0,-2 1 0,3-1 0,-3 0 0,1 2 0,0-1 0,-1-1 0,3 1 0,-3-1 0,3 1 0,-3 0 0,2-1 0,0 0 0,-1 1 0,2-1 0,-3 0 0,3 0 0,-2 1 0,1 1 0,-1-2 0,0 2 0,-1-2 0,3 1 0,-3-1 0,2 0 0,0 1 0,-1-1 0,2 0 0,-3 1 0,1 0 0,0 0 0,-1 1 0,3-2 0,-3 0 0,3 1 0,-2-1 0,1 0 0,0 1 0,-2-1 0,1 0 0,1 1 0,-1-1 0,1 0 0,0 0 0,0 1 0,-1-1 0,2 0 0,-3 1 0,2-1 0,0 0 0,0 1 0,0-1 0,0 0 0,-1 1 0,2-1 0,-2 0 0,1 0 0,0 1 0,0-1 0,0 0 0,0 1 0,-2-1 0,3 0 0,-2 1 0,2-1 0,0 0 0,-1 1 0,0-1 0,-2 0 0,3 1 0,-1-1 0,1 0 0,-2 0 0,2 1 0,-2-1 0,2 0 0,-1 1 0,0-1 0,0 0 0,-1 1 0,2-1 0,-1 0 0,-1 1 0,2-1 0,-3 0 0,2 0 0,0 1 0,1-1 0,-2 0 0,2 1 0,-1-1 0,1 0 0,-2 1 0,2-1 0,-2 0 0,2 1 0,-1-1 0,0 0 0,0 0 0,-1 1 0,2-1 0,-1 0 0,1 1 0,0-1 0,-2 0 0,2 1 0,-2-1 0,2 0 0,-1 1 0,0-1 0,0 0 0,-1 1 0,2-1 0,-1 2 0,-1-3 0,2 2 0,-3 0 0,2-1 0,0 2 0,-1-2 0,2 1 0,-1-1 0,-1 2 0,2-2 0,-3 1 0,2-1 0,0 0 0,1 1 0,-2 0 0,2 0 0,-2-1 0,1 0 0,1 1 0,-2-1 0,1 0 0,0 1 0,0-1 0,-1 0 0,2 0 0,-3 1 0,3-1 0,-2 0 0,1 1 0,0-1 0,-2 0 0,3 1 0,-2-1 0,1 0 0,1 1 0,-3-1 0,2 0 0,-2 1 0,3-1 0,-2 0 0,2 0 0,-1 1 0,1-1 0,-3 0 0,2 1 0,-2-1 0,3 0 0,-2 1 0,1-1 0,1 0 0,-3 2 0,2-1 0,-2 0 0,3 0 0,-3-1 0,3 0 0,-2 1 0,1-1 0,0 0 0,0 1 0,-1-1 0,2 0 0,-2 1 0,1-1 0,0 0 0,0 0 0,0 1 0,0-1 0,0 0 0,-1 1 0,2-1 0,-3 0 0,2 1 0,0-1 0,-1 0 0,2 1 0,-3-1 0,3 0 0,-2 1 0,2-1 0,0 0 0,0 0 0,0 1 0,0-1 0,0 0 0,2 1 0,-2-1 0,2 0 0,-2 1 0,-6-10 0,3 6 0,-5-8 0,5 8 0,1 0 0,0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4:55.142"/>
    </inkml:context>
    <inkml:brush xml:id="br0">
      <inkml:brushProperty name="width" value="0.35" units="cm"/>
      <inkml:brushProperty name="height" value="2.1" units="cm"/>
      <inkml:brushProperty name="color" value="#CC0066"/>
      <inkml:brushProperty name="inkEffects" value="pencil"/>
    </inkml:brush>
  </inkml:definitions>
  <inkml:trace contextRef="#ctx0" brushRef="#br0">0 0 16383,'2'9'0,"1"-1"0,-3-5 0,3 0 0,-2 1 0,1-3 0,-1 4 0,2-3 0,-3 3 0,3-3 0,-3 1 0,3-2 0,-1 3 0,0-1 0,1 0 0,-3 1 0,3-3 0,-1 2 0,0-1 0,1 2 0,-1-1 0,1 0 0,0-1 0,1 1 0,-2-1 0,0 0 0,0 1 0,0-2 0,1 3 0,-1-2 0,1-1 0,1 1 0,-1-1 0,0 1 0,-1 1 0,2-2 0,-1 1 0,0 0 0,0 0 0,-1 1 0,1-3 0,0 3 0,1-2 0,-3 2 0,4-3 0,-4 3 0,3-3 0,-1 3 0,0-1 0,1 0 0,-2-1 0,1 1 0,0 0 0,1 1 0,-1-1 0,0 1 0,1-3 0,-1 3 0,0-2 0,-1 1 0,3-1 0,-5 2 0,5-3 0,-3 3 0,1-3 0,0 2 0,0-1 0,1 0 0,-1 0 0,0 1 0,1-2 0,-1 3 0,0-3 0,1 3 0,-1-2 0,2 2 0,-2-3 0,2 3 0,-2-3 0,1 3 0,1-2 0,-3 2 0,2-3 0,-2 1 0,1 1 0,1-2 0,-1 2 0,0-2 0,1 1 0,-1 0 0,0 2 0,1-3 0,-1 1 0,0 1 0,3-2 0,-2 3 0,3-3 0,-5 3 0,0-2 0,2 0 0,-1 1 0,2-2 0,-1 3 0,-1-3 0,0 2 0,0-1 0,1 0 0,-1 0 0,0 1 0,1-2 0,-1 3 0,0-3 0,1 3 0,-1-2 0,0 0 0,1 1 0,-1-2 0,0 3 0,0-3 0,1 2 0,-1-1 0,0 0 0,1 0 0,0 1 0,0-2 0,1 3 0,-2-3 0,1 3 0,-1-2 0,0 0 0,1 0 0,-1 0 0,0 0 0,0-1 0,2 2 0,-1 0 0,1-1 0,-2 1 0,0-1 0,1 0 0,-1 0 0,0 1 0,1-2 0,-1 3 0,0-3 0,0 2 0,1-1 0,-1 0 0,0 2 0,1-3 0,-2 3 0,2-3 0,-2 2 0,3-1 0,-2 0 0,-1 2 0,2-3 0,-1 3 0,1-3 0,0 3 0,-1-2 0,0 0 0,1 0 0,-2 1 0,2 0 0,-2 0 0,1-1 0,2-1 0,-3 3 0,3-2 0,-2 2 0,1-3 0,-1 2 0,0-1 0,2 1 0,-1 0 0,0 1 0,0-3 0,-2 3 0,2-3 0,-3 3 0,5-2 0,-4 2 0,3-3 0,-2 1 0,-1 1 0,2-2 0,-2 3 0,3-2 0,-2 2 0,1-3 0,-1 1 0,0 1 0,1-2 0,-1 3 0,0-3 0,-1 3 0,2-2 0,-1 0 0,0 1 0,1-2 0,-1 3 0,1-3 0,0 2 0,-2-1 0,2 0 0,-2 2 0,3-1 0,-2-1 0,1 2 0,-1-2 0,0 2 0,1-3 0,-1 1 0,0 1 0,0-2 0,1 3 0,-1-2 0,0 2 0,1-3 0,-1 1 0,0 1 0,1-2 0,-1 3 0,0-2 0,1 0 0,-1 0 0,0 0 0,0 2 0,1-3 0,-1 3 0,0-3 0,1 2 0,-1-1 0,0 0 0,1 0 0,-1 1 0,0-2 0,1 3 0,-1-3 0,0 2 0,0-1 0,1 0 0,-1 2 0,0-3 0,1 1 0,-1 1 0,0-2 0,1 3 0,-1-2 0,0 0 0,1 1 0,-1-2 0,0 3 0,1-3 0,-1 2 0,0-1 0,0 0 0,1 0 0,-1 0 0,0 0 0,1 2 0,-1-3 0,0 2 0,1-1 0,0-1 0,0 3 0,1-2 0,-2 0 0,0 1 0,1-2 0,-1 2 0,0-1 0,1-1 0,-1 3 0,0-2 0,1 0 0,-1 1 0,2-2 0,-2 3 0,2-3 0,-2 2 0,1-1 0,-1 0 0,0 2 0,1-3 0,-1 3 0,0-3 0,2 2 0,-1-1 0,1 0 0,-2 0 0,0 1 0,2-2 0,0 3 0,0-3 0,0 3 0,-2-3 0,1 3 0,-1-2 0,0 0 0,1 1 0,0-2 0,0 2 0,1-1 0,-2-1 0,0 2 0,1-1 0,-1 0 0,0 0 0,2 1 0,0-2 0,0 3 0,0-3 0,-1 2 0,-1-2 0,0 1 0,0 0 0,2 0 0,-3 1 0,4-2 0,-2 1 0,1-1 0,0 2 0,0-2 0,-2 2 0,1-1 0,0 0 0,-2 0 0,3-1 0,-2 2 0,1-2 0,-1 1 0,2-1 0,-1 2 0,0-2 0,0 2 0,-1-2 0,2 1 0,-2 0 0,2 0 0,0 0 0,-1 0 0,0 0 0,1-1 0,-1 2 0,1-2 0,-2 2 0,0-2 0,2 0 0,-1 1 0,0-1 0,0 2 0,-1-1 0,2 0 0,0 0 0,2 1 0,-2-2 0,0 2 0,-2-1 0,2-1 0,0 2 0,0-2 0,0 0 0,0 1 0,-2 0 0,2 0 0,-2-1 0,1 0 0,-1 2 0,2-2 0,0 1 0,0-1 0,0 2 0,0-2 0,-2 2 0,2-2 0,-2 0 0,1 0 0,-1 1 0,0 0 0,1 0 0,0-1 0,0 0 0,1 0 0,-2 2 0,2-2 0,-1 1 0,2-1 0,-3 0 0,2 2 0,-1-2 0,-1 2 0,0-2 0,2 0 0,-1 0 0,0 0 0,0 1 0,-1 0 0,2 0 0,0-1 0,2 1 0,-2 0 0,1 0 0,-2-1 0,0 0 0,0 0 0,-1 2 0,0-2 0,1 2 0,0-2 0,0 0 0,1 0 0,0 1 0,-2-1 0,2 2 0,-2-2 0,2 0 0,-1 1 0,1 0 0,-2 0 0,0-1 0,2 0 0,-1 2 0,1-2 0,-2 2 0,2-2 0,0 0 0,0 0 0,0 1 0,-2-1 0,2 2 0,-1-2 0,2 0 0,-1 1 0,0 0 0,0 0 0,0-1 0,-2 2 0,2-2 0,0 1 0,-1-1 0,0 0 0,1 2 0,-1-2 0,1 2 0,-1-2 0,0 0 0,1 1 0,1 0 0,-2 0 0,2-1 0,-1 0 0,-1 0 0,1 0 0,-1 2 0,0-2 0,1 1 0,0-1 0,-2 0 0,2 2 0,0-2 0,-1 2 0,0-2 0,1 0 0,-1 0 0,1 0 0,-1 1 0,0 0 0,2 0 0,-2-1 0,1 0 0,-1 2 0,0-2 0,1 1 0,-2-1 0,2 0 0,-1 0 0,0 0 0,0 0 0,2 2 0,-2-2 0,2 2 0,-1-2 0,-1 0 0,1 0 0,-2 0 0,0 0 0,1 0 0,0 1 0,0-1 0,1 2 0,-2-2 0,2 0 0,-1 0 0,0 0 0,4 1 0,-2 0 0,2 0 0,-3-1 0,0 0 0,-2 0 0,2 0 0,-2 0 0,1 0 0,-1 2 0,0-2 0,2 2 0,0-2 0,6 0 0,-5 1 0,4-1 0,-7 2 0,0-2 0,2 0 0,-1 0 0,1 0 0,-2 0 0,0 1 0,0 0 0,1 0 0,6-1 0,-4 0 0,4 0 0,-6 2 0,-1-2 0,0 2 0,0-2 0,1 0 0,-1 0 0,0 0 0,1 0 0,-1 0 0,0 1 0,8-1 0,-6 2 0,6-2 0,-8 0 0,0 1 0,1 0 0,-1 0 0,0-1 0,1 0 0,-1 0 0,0 0 0,1 0 0,-1 0 0,8 0 0,-8 2 0,8-2 0,-10 1 0,3-1 0,0 0 0,0 0 0,1 0 0,-2 0 0,1 0 0,-1 0 0,5 2 0,-4-2 0,4 2 0,-5-2 0,0 0 0,1 0 0,-1 0 0,0 0 0,1 1 0,-1 0 0,0 0 0,5-1 0,-4 0 0,4 0 0,-5 0 0,1 2 0,-1-2 0,2 1 0,-2-1 0,2 0 0,-1 0 0,-1 0 0,5 0 0,-4 2 0,4-2 0,-5 2 0,0-2 0,1 0 0,-1 0 0,0 0 0,1 0 0,-1 0 0,0 0 0,6 0 0,-4 0 0,4 1 0,-5 0 0,-1 0 0,0-1 0,1 0 0,-1 0 0,0 0 0,0 0 0,1 0 0,-1 0 0,2 0 0,4 0 0,-2 0 0,2 0 0,-6 1 0,1 0 0,-1 0 0,0-1 0,0 0 0,1 0 0,-1 0 0,0 0 0,1 0 0,-1 0 0,2 0 0,-2 0 0,2 0 0,-1 0 0,-1 0 0,0 0 0,0 0 0,1 0 0,-1 0 0,0 0 0,1 0 0,-1 0 0,0 0 0,1 0 0,-1 0 0,3 0 0,0 0 0,2 0 0,-2 0 0,0 0 0,-2 0 0,0 0 0,-1 2 0,0-2 0,1 2 0,-1-2 0,0 0 0,1 0 0,0 0 0,0 0 0,1 0 0,-2 0 0,0 0 0,1 0 0,-1 0 0,0 0 0,1 0 0,-1 0 0,0 0 0,1 0 0,-1 0 0,0 0 0,0 0 0,2 0 0,0 0 0,1 0 0,0 0 0,-3 1 0,2-1 0,-1 2 0,-1-2 0,0 0 0,0 0 0,1 0 0,-1 0 0,0 0 0,1 0 0,-1 0 0,0 0 0,1 0 0,-1 0 0,0 0 0,1 0 0,-1 0 0,0 0 0,1 0 0,-1 0 0,0 0 0,0 0 0,1 0 0,-1 0 0,0 1 0,1 0 0,0 0 0,0-1 0,1 0 0,-2 0 0,1 0 0,-1 0 0,0 0 0,0 0 0,1 0 0,-1 0 0,0 0 0,1 0 0,-1 0 0,0 0 0,1 0 0,-1 0 0,0 0 0,1 0 0,-1 0 0,0 0 0,0 2 0,1-2 0,-1 2 0,0-2 0,1 0 0,-1 0 0,0 0 0,1 0 0,-1 0 0,0 0 0,2 0 0,-1 0 0,1 0 0,-2 0 0,0 0 0,0 0 0,1 0 0,-1 0 0,0 0 0,1 0 0,-1 0 0,0 0 0,1 0 0,-1 0 0,0 0 0,1 0 0,-1 0 0,0 0 0,0 0 0,1 0 0,-1 0 0,0 0 0,1 0 0,0 0 0,0 0 0,1 0 0,-2 0 0,1 0 0,-1 0 0,0 0 0,0 0 0,2 0 0,-1 0 0,1 0 0,-2 0 0,0 0 0,2 0 0,-1 0 0,1 0 0,-2 0 0,0 0 0,1 0 0,-1 0 0,0 0 0,2 0 0,-1 0 0,0 0 0,0 0 0,-1 0 0,2 1 0,-2-1 0,2 2 0,-1-2 0,-1 0 0,0 0 0,0 0 0,1 0 0,-1 0 0,2 0 0,-1 0 0,0 0 0,0 0 0,-1 0 0,0 0 0,2 0 0,-1 0 0,0 0 0,0 0 0,-1 1 0,0 0 0,2 0 0,-1-1 0,1 0 0,-2 0 0,2 0 0,-2 0 0,2 0 0,-1 0 0,-1 0 0,0 0 0,2 0 0,-1 0 0,2 0 0,-2 0 0,0 0 0,0 0 0,-1 0 0,0 0 0,2 0 0,0 2 0,0-2 0,0 1 0,-2-1 0,1 0 0,-1 0 0,0 0 0,1 0 0,0 0 0,0 0 0,1 0 0,0 0 0,-2 0 0,2 0 0,-2 0 0,1 0 0,-1 0 0,0 0 0,1 0 0,-1 0 0,0 0 0,1 0 0,-1 0 0,0 0 0,1 0 0,-1 0 0,0 0 0,0 0 0,1 0 0,-1 0 0,0 0 0,1 0 0,-1 0 0,2 0 0,-2 0 0,2 0 0,-1 0 0,-1 0 0,0 0 0,0 0 0,1 0 0,-1 0 0,0 0 0,1 0 0,-1 0 0,0 0 0,1 0 0,-1 0 0,0 0 0,1 0 0,2 0 0,-2 0 0,2 0 0,-3 0 0,1 0 0,-1 0 0,0 0 0,1 0 0,-1 2 0,0-2 0,4 2 0,-3-2 0,2 0 0,-3 0 0,0 0 0,1 0 0,-1 0 0,0 0 0,5 0 0,-3 0 0,2 0 0,-3 0 0,-1 0 0,0 0 0,0 1 0,1 0 0,-1 0 0,5-1 0,-4 0 0,4 0 0,-5 0 0,1 0 0,-1 0 0,0 0 0,0 0 0,2 2 0,-1-2 0,1 1 0,0-1 0,-2 0 0,2 0 0,-2 0 0,2 0 0,-3 2 0,3-2 0,-2 2 0,1-2 0,0 0 0,0 0 0,-1 0 0,0 0 0,1 0 0,-1 0 0,0 0 0,1 0 0,-1 0 0,0 0 0,1 0 0,-1 0 0,0 1 0,0 0 0,1 0 0,-1-1 0,0 0 0,1 0 0,-1 0 0,0 0 0,1 0 0,-1 0 0,0 0 0,1 0 0,-1 0 0,0 0 0,0 0 0,1 0 0,-1 0 0,0 0 0,1 0 0,-1 0 0,0 0 0,1 0 0,-1 0 0,0 0 0,1 0 0,-1 0 0,0 0 0,1 0 0,-1 0 0,0 0 0,0 0 0,1 0 0,-1 0 0,0 0 0,1 0 0,-1 0 0,0 0 0,1 0 0,-1 0 0,0 0 0,1 0 0,-1 0 0,0 0 0,0 0 0,1 0 0,-1 0 0,0 0 0,1 0 0,-1 0 0,0 0 0,1 0 0,-1 0 0,0 0 0,1 0 0,-1 0 0,0 0 0,0 0 0,1 0 0,-1 0 0,0 0 0,1 0 0,1 0 0,-2 0 0,2 0 0,-2 0 0,1 0 0,-1 0 0,0 0 0,1 1 0,-1 0 0,0 0 0,0-1 0,1 0 0,-1 0 0,0 0 0,1 0 0,-1 0 0,0 0 0,1 0 0,-1 0 0,0 0 0,1 0 0,-1 0 0,0 0 0,0 0 0,1 0 0,1 0 0,-2 0 0,2 0 0,-2 0 0,1 0 0,-1 0 0,0 0 0,1 0 0,-1 0 0,0 0 0,0 0 0,2 0 0,-1 0 0,1 0 0,-2 0 0,0 0 0,1 0 0,-1 0 0,0 0 0,1 0 0,-1 0 0,2 0 0,-2 0 0,2 0 0,0 0 0,-1 0 0,0 0 0,0 0 0,0 0 0,0 0 0,-1-1 0,2 0 0,-3 0 0,3 1 0,-2 0 0,0 0 0,1 0 0,-1 0 0,0 0 0,2 0 0,-1 0 0,1 0 0,-2 0 0,0 0 0,1 0 0,-1-2 0,0 2 0,0-1 0,2 1 0,-1 0 0,1 0 0,-2 0 0,0 0 0,1 0 0,-1 0 0,0 0 0,1 0 0,-1 0 0,0 0 0,1 0 0,-1 0 0,0 0 0,0 0 0,1 0 0,-1 0 0,0 0 0,1 0 0,-1 0 0,0 0 0,1-2 0,-1 2 0,0-2 0,2 2 0,-1 0 0,0 0 0,0 0 0,-1 0 0,0 0 0,1 0 0,-1 0 0,0 0 0,1-1 0,-1 0 0,0 0 0,5 1 0,-4 0 0,4-2 0,-5 2 0,1-1 0,-1 1 0,0 0 0,1 0 0,-1 0 0,0 0 0,6-2 0,-4 2 0,4-2 0,-5 1 0,-1 0 0,0 0 0,1 1 0,-1 0 0,0 0 0,8-2 0,-6 2 0,6-3 0,-8 3 0,0-2 0,1 2 0,-1 0 0,0 0 0,1 0 0,-1-1 0,0 0 0,1 0 0,28-5 0,-20 4 0,23-5 0,-30 7 0,0-2 0,-2 2 0,1 0 0,0-1 0,0 0 0,1 0 0,-2-1 0,11 1 0,-8-1 0,7-1 0,-10 2 0,1 0 0,-1 1 0,0 0 0,1-2 0,-1 2 0,0-2 0,1 2 0,2-1 0,-2 1 0,2-2 0,-2 1 0,-1 0 0,0 0 0,0 1 0,1 0 0,-1 0 0,0 0 0,1-2 0,0 2 0,0-2 0,1 2 0,-3-1 0,2 1 0,-2-2 0,3 2 0,-2 0 0,1 0 0,-1-1 0,3 0 0,-2 0 0,3 1 0,-4-2 0,0 2 0,1-2 0,-1 2 0,0 0 0,2-1 0,-1 1 0,0-2 0,0 2 0,1-1 0,1-1 0,0 0 0,0 0 0,-3 1 0,1 1 0,-1-2 0,0 2 0,0 0 0,1-1 0,2 0 0,-3-2 0,2 3 0,-3-2 0,2 1 0,-1 1 0,0-2 0,1 2 0,-1-1 0,0 0 0,3-2 0,-2 3 0,3-2 0,-4 2 0,0 0 0,1-1 0,-1 1 0,0-2 0,1 2 0,-1-1 0,9-1 0,-5-2 0,7 2 0,-9 0 0,0 1 0,-2 0 0,1 1 0,-1-2 0,0 2 0,3-3 0,-2 2 0,3 0 0,-4 1 0,0 0 0,1-2 0,-1 2 0,0-1 0,3-1 0,-1 2 0,1-2 0,-3 2 0,0 0 0,1-1 0,0 0 0,0 0 0,8-2 0,-5 2 0,4-3 0,-5 3 0,-2 0 0,1-1 0,-1 2 0,0-1 0,1-1 0,-2 2 0,1-2 0,-1 2 0,2-1 0,-2 0 0,1-2 0,-1 3 0,0-1 0,1 1 0,-1-2 0,1 2 0,-2-3 0,3 2 0,4-3 0,-2 3 0,2-3 0,-3 3 0,0-2 0,-1 3 0,0-3 0,-1 3 0,0-2 0,1 1 0,0 0 0,-3-2 0,5 1 0,-4 1 0,3-2 0,-3 2 0,1 0 0,-1-1 0,0 2 0,1-3 0,0 3 0,0-3 0,1 2 0,-2 0 0,0-1 0,1 2 0,-1-3 0,2 1 0,-2 0 0,2 1 0,-1 1 0,-1-2 0,0 2 0,0-2 0,2 1 0,5-2 0,-4 0 0,3 0 0,-5 2 0,-1 1 0,0-2 0,0 1 0,1 0 0,-1 0 0,0-1 0,1 2 0,-1-2 0,0 2 0,1-1 0,-1 1 0,0-2 0,1 1 0,-1 0 0,0-2 0,1 3 0,-1-2 0,0 2 0,2-1 0,-1 0 0,0-1 0,0 1 0,-1-2 0,0 3 0,2-3 0,2 1 0,-2 0 0,1-1 0,-2 3 0,-1-3 0,0 2 0,-1-2 0,3 3 0,-5-3 0,5 3 0,-2-3 0,1 2 0,1-2 0,-1 2 0,0-1 0,1 0 0,-2 1 0,0 0 0,1-2 0,1 3 0,-2-3 0,2 3 0,4-5 0,-4 3 0,4-1 0,-6 0 0,1 2 0,-1 0 0,0-1 0,1 2 0,-1-3 0,2 3 0,-3-3 0,2 2 0,-2-2 0,2 3 0,-1-1 0,0-1 0,0 0 0,1 0 0,-1 1 0,0-1 0,1 2 0,-1-3 0,6 0 0,-4 0 0,4 0 0,-7 2 0,1 1 0,0-3 0,1 2 0,-1-2 0,0 3 0,1-3 0,-2 1 0,2 0 0,-2 1 0,1-1 0,1 0 0,-1-1 0,0 1 0,-1-1 0,2 3 0,-3-3 0,8 0 0,-5-1 0,5 1 0,-5 0 0,0 1 0,-1 0 0,-1-1 0,2 2 0,-3-1 0,3 1 0,-2-2 0,3 1 0,-3-1 0,3 1 0,-5-1 0,3 1 0,-1-1 0,1 1 0,0-1 0,1 1 0,-1 0 0,-1-1 0,2 3 0,-2-3 0,3 3 0,-3-3 0,1 2 0,-1-2 0,1 3 0,0-3 0,1 3 0,5-5 0,-4 3 0,4-1 0,-6 0 0,1 2 0,-1-2 0,0 3 0,-1-3 0,2 3 0,-3-3 0,4 2 0,-4-2 0,3 3 0,-1-3 0,2 1 0,-2 0 0,1-1 0,-1 3 0,-1-3 0,1 3 0,0-3 0,0 2 0,2-3 0,-1 3 0,1-2 0,-2 2 0,0 0 0,1-2 0,-1 3 0,-1-3 0,1 1 0,-1 0 0,1 1 0,0-1 0,-1 0 0,2 1 0,-3-2 0,4 2 0,-2-2 0,1 1 0,0 1 0,0-2 0,-1 2 0,0-2 0,1 1 0,-1 0 0,2 0 0,-2 1 0,1-2 0,4-2 0,-4 3 0,4-4 0,-6 5 0,-1-2 0,5 0 0,-4-1 0,3 0 0,-2 2 0,-1-1 0,0 1 0,1-1 0,-2 1 0,1-1 0,1 1 0,-1 0 0,0-2 0,1 3 0,-1-2 0,0 0 0,0 2 0,0-3 0,0 2 0,1 0 0,-1-1 0,1 3 0,1-3 0,-3 1 0,2 0 0,-1-1 0,7 0 0,-4 0 0,4-1 0,-5 4 0,-2-3 0,2 2 0,-3-2 0,3 3 0,-2-3 0,1 3 0,1-3 0,-1 2 0,0-2 0,0 3 0,-1-3 0,3 3 0,-5-3 0,5 2 0,0-2 0,-1 3 0,3-3 0,-3 3 0,1-2 0,-2 1 0,0 0 0,1-2 0,-1 3 0,0-2 0,2-1 0,-1 3 0,-1-5 0,0 5 0,-1-2 0,1 1 0,1 0 0,-1-2 0,-12 3 0,7-1 0,-11 1 0,10 0 0,0 0 0,-1 0 0,1 0 0,0 0 0,-5 0 0,3-2 0,-2 2 0,3-2 0,1 2 0,0 0 0,-1 0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4:55.143"/>
    </inkml:context>
    <inkml:brush xml:id="br0">
      <inkml:brushProperty name="width" value="0.35" units="cm"/>
      <inkml:brushProperty name="height" value="2.1" units="cm"/>
      <inkml:brushProperty name="color" value="#CC0066"/>
      <inkml:brushProperty name="inkEffects" value="pencil"/>
    </inkml:brush>
  </inkml:definitions>
  <inkml:trace contextRef="#ctx0" brushRef="#br0">97 1331 16383,'-7'-5'0,"-1"1"0,8 1 0,-3 3 0,1-4 0,-1 3 0,1-4 0,-1 4 0,1-1 0,-1-1 0,1 1 0,-1 0 0,1-1 0,0 1 0,-2-1 0,3-1 0,-4 1 0,5 0 0,-3 1 0,1-1 0,0 1 0,-2-3 0,3 2 0,-3-2 0,3 1 0,-2 3 0,3-4 0,-3 4 0,3-3 0,-3 2 0,2-1 0,0-1 0,1 1 0,-2 0 0,2-1 0,-3 1 0,3 0 0,-2-1 0,2 1 0,-1 0 0,0-1 0,0 1 0,1 0 0,-2-1 0,2 1 0,-1 0 0,1-1 0,0 1 0,0 0 0,0-1 0,0 1 0,0 0 0,-2-1 0,2 1 0,-2 0 0,2-1 0,0 1 0,0-1 0,0 1 0,0 0 0,0-1 0,0 1 0,0 0 0,0-1 0,0 1 0,0 0 0,0-1 0,0 1 0,0 0 0,2-1 0,-2 1 0,2 0 0,-1-1 0,-1 1 0,2 0 0,-1-1 0,0 1 0,2 0 0,-3-1 0,3 2 0,-1-1 0,0 2 0,1-3 0,-3 1 0,3 0 0,-1 1 0,0-1 0,0 1 0,0 0 0,2-2 0,-1 3 0,-1-4 0,1 4 0,-1-1 0,1 0 0,0 1 0,-1-1 0,2 0 0,-3-1 0,4 3 0,-4-3 0,3 2 0,-1 0 0,0-1 0,1 2 0,-1-1 0,0-1 0,1 2 0,-1-2 0,0 2 0,0 0 0,1 0 0,-1-1 0,0 0 0,1 0 0,-1 1 0,0 0 0,1 0 0,-1 0 0,0 0 0,1 0 0,-1 0 0,0 0 0,1 0 0,-1-2 0,0 2 0,0-2 0,1 2 0,-1 0 0,0 0 0,1 0 0,-1 0 0,0 0 0,1 0 0,-1 0 0,0 0 0,1 0 0,-1 0 0,0 0 0,0 0 0,1 0 0,-1 0 0,0-1 0,1 1 0,-1-2 0,0 2 0,1 0 0,-1-1 0,0 0 0,1-2 0,-1 3 0,-1-3 0,1 1 0,-2 0 0,3 1 0,-1-1 0,-1 0 0,1-1 0,-1 1 0,0-1 0,0 1 0,-1-1 0,2 0 0,-1 1 0,-1-1 0,2 1 0,-1-1 0,0-1 0,1 3 0,-1-2 0,0 1 0,-1-2 0,-1 0 0,2 1 0,-2-1 0,3 2 0,-3-1 0,3-1 0,-2 1 0,0 0 0,1-1 0,-2 1 0,1 0 0,-1-1 0,0 1 0,0 0 0,2-1 0,-2 1 0,2 0 0,-2-1 0,0 1 0,0 0 0,0-1 0,1 1 0,0-1 0,0 1 0,-1 0 0,0-1 0,0 1 0,0 0 0,0-1 0,2 1 0,-2 0 0,3-1 0,-3 1 0,2 0 0,-1-1 0,0 1 0,1 0 0,-1-1 0,2 1 0,-3 0 0,3-1 0,-1 0 0,0 0 0,1 0 0,-3 1 0,3 2 0,-3-3 0,3 1 0,-1 1 0,0-1 0,1 1 0,-1-1 0,0 0 0,1 1 0,-2-1 0,3 1 0,-2-1 0,0 1 0,0-3 0,2 5 0,-3-5 0,4 3 0,-3 0 0,1-1 0,0 2 0,-1-1 0,1 0 0,1 1 0,-2-1 0,1-2 0,-2 3 0,3-1 0,-1 1 0,0-1 0,1 0 0,-1-1 0,0 3 0,-1-3 0,3 2 0,-5-2 0,5 3 0,-3-3 0,1 3 0,0-3 0,0 2 0,1-2 0,-1 3 0,0-3 0,1 3 0,-1-3 0,0 2 0,1-2 0,-1 3 0,0-2 0,1 1 0,-1 1 0,0-3 0,0 2 0,1 0 0,-1-1 0,0 2 0,1-2 0,-1 1 0,0 1 0,1-2 0,-1 2 0,0-1 0,1 0 0,-1 0 0,0-1 0,0 2 0,1-2 0,-1 2 0,0 0 0,1 0 0,-1-1 0,0 0 0,1 0 0,-1 1 0,0-1 0,1 0 0,0 0 0,0 1 0,1 0 0,-2 0 0,0 0 0,1 0 0,-1 0 0,0-2 0,1 2 0,-1-2 0,0 2 0,1 0 0,-1 0 0,0 0 0,1 0 0,-1 0 0,0 0 0,0 0 0,1 0 0,-1 0 0,0 0 0,1 0 0,-1 0 0,0 0 0,1 0 0,-1 0 0,0 0 0,1 0 0,-1 0 0,0 0 0,0 0 0,1 0 0,-1 0 0,0 0 0,1 0 0,-1 0 0,0 0 0,1 0 0,-1 0 0,0 0 0,1 0 0,-1 0 0,0 0 0,1 0 0,-1 0 0,0 0 0,0 0 0,1 0 0,-1 0 0,0 0 0,1 0 0,-1 0 0,0 0 0,1 0 0,-1 2 0,0-2 0,1 2 0,-1-2 0,0 0 0,0 0 0,1 0 0,-1 0 0,0 1 0,1-1 0,-1 2 0,0-2 0,1 0 0,-1 0 0,0 1 0,1 0 0,-1 0 0,0-1 0,0 2 0,1-2 0,-1 2 0,0-2 0,1 0 0,-1 0 0,0 0 0,1 0 0,-1 0 0,0-2 0,1 2 0,-1-3 0,0 2 0,-1-2 0,1 2 0,-1-1 0,1-1 0,-1 1 0,1-1 0,-1 1 0,0-1 0,1 1 0,-2 0 0,3-2 0,-1 3 0,-1-4 0,1 2 0,-1-1 0,-1-1 0,2 4 0,-2-2 0,2 1 0,-3-2 0,3 1 0,-3 0 0,3-1 0,-2 1 0,0 0 0,1-1 0,-1 1 0,1 0 0,1-1 0,-2 1 0,2 0 0,-3-1 0,1 1 0,1 0 0,-2-1 0,3 1 0,-2 0 0,1 1 0,0-4 0,2 3 0,-3-3 0,2 3 0,-2-1 0,0 1 0,1 0 0,-2-1 0,3 1 0,-3 0 0,2-1 0,-1 1 0,1 0 0,0-1 0,-1 1 0,-1 0 0,2-1 0,-2 1 0,2-1 0,-1 1 0,0 0 0,2-2 0,-2 1 0,1-1 0,0 2 0,-1 0 0,0-1 0,0 1 0,0 0 0,0-1 0,0 1 0,1 0 0,0-1 0,-1 1 0,1 0 0,-1-1 0,0 1 0,2 0 0,-3-1 0,2 1 0,-1 0 0,-1-1 0,2 1 0,1 0 0,-2-1 0,3 1 0,-4 0 0,6-4 0,-3 5 0,2-4 0,-2 5 0,-3-2 0,4 2 0,-1-4 0,1 2 0,-2-1 0,1 4 0,-1-3 0,1 1 0,1-2 0,-3 1 0,2 1 0,-1-1 0,1 1 0,1-1 0,-1 0 0,0 1 0,-1-1 0,1 1 0,-1 0 0,1-1 0,-1 1 0,1 1 0,-1-2 0,1 1 0,1 0 0,-3-1 0,2 1 0,-1 0 0,1-1 0,1 1 0,-1-1 0,0 1 0,-1-1 0,1 1 0,-1 0 0,1 0 0,-1 0 0,1 0 0,-1-1 0,1 2 0,1-2 0,-1 2 0,0-3 0,1 2 0,-3-1 0,2 2 0,-1-1 0,1-1 0,1 1 0,-1 0 0,-1-1 0,2 3 0,-3-3 0,3 2 0,-2-2 0,2 3 0,-1-3 0,0 1 0,1 0 0,-1-1 0,0 3 0,0-3 0,1 3 0,-2-3 0,2 2 0,-3-2 0,3 3 0,-1-1 0,0-1 0,1 2 0,-2-3 0,1 2 0,1 0 0,-1 1 0,0-2 0,0 2 0,1-2 0,-1 1 0,0 1 0,1-2 0,-1 2 0,0-1 0,1 0 0,-1 0 0,0 1 0,1 0 0,-1 0 0,0 0 0,1-2 0,-1 2 0,0-2 0,0 2 0,2 0 0,-1 0 0,1 0 0,-2 0 0,0 0 0,1 0 0,-1-1 0,0 1 0,1-2 0,-1 2 0,0 0 0,0 0 0,1 0 0,-1 0 0,0 0 0,1 0 0,-1 0 0,0 0 0,1 0 0,-1 0 0,0 0 0,1 0 0,-1 0 0,0 0 0,0 0 0,1 0 0,-1 0 0,0 0 0,1 0 0,-1 0 0,0 0 0,1 0 0,-1 0 0,0 0 0,1 0 0,-1 0 0,0 0 0,1 0 0,-1 0 0,0 0 0,0 0 0,1 0 0,-1 0 0,0 0 0,1 0 0,-1 0 0,0 0 0,1 0 0,-1 0 0,0 2 0,1-2 0,-1 1 0,0-1 0,0 0 0,1 0 0,-1 0 0,0 0 0,1 0 0,-1 2 0,0-2 0,1 2 0,-1-2 0,0 0 0,1 0 0,-1 0 0,0 0 0,0 0 0,1 1 0,-1 0 0,0 0 0,1-1 0,-1 0 0,0 2 0,1-2 0,-1 1 0,0-1 0,1 0 0,-1 0 0,0 2 0,1-2 0,-1 2 0,0-1 0,0 0 0,1 0 0,-1-1 0,0 1 0,1 0 0,-1 0 0,0 1 0,1-2 0,-1 2 0,0-1 0,1-1 0,-1 2 0,0-1 0,0 0 0,1 2 0,-1-3 0,0 2 0,1-1 0,-1 1 0,0 0 0,1-1 0,-1 1 0,0-2 0,1 3 0,-1-3 0,-1 3 0,2-2 0,-3 2 0,3-3 0,-2 3 0,1-3 0,1 2 0,-1-1 0,0 0 0,1 1 0,-1-1 0,-1 2 0,2-1 0,-2-1 0,3 1 0,-1-1 0,-1 0 0,0 2 0,0-3 0,-1 3 0,3-3 0,-5 3 0,5-2 0,-2 2 0,1-3 0,1 1 0,-2-1 0,0 2 0,1-2 0,-1 2 0,0-2 0,0 0 0,1 0 0,-1 0 0,0 0 0,1 0 0,-1 0 0,0 0 0,1 0 0,-1 0 0,0 0 0,1 0 0,-1-2 0,0 2 0,0-2 0,1 1 0,-1 1 0,0-3 0,1 2 0,-1-2 0,0 3 0,1-2 0,-1 1 0,0-1 0,1 0 0,-1-1 0,0 3 0,1-3 0,-1 1 0,0 0 0,0-1 0,1 3 0,-2-3 0,2 3 0,-3-3 0,3 2 0,-2-2 0,1 1 0,1 0 0,-3 0 0,4 0 0,-3-2 0,3 2 0,-3-1 0,1 3 0,-2-3 0,3 1 0,-1-1 0,2 0 0,-3-1 0,2 2 0,-2-1 0,2 3 0,-1-3 0,-1 1 0,1 0 0,-1-1 0,1 2 0,2-3 0,-3 1 0,2 1 0,-3-1 0,3 1 0,-3-1 0,3 1 0,-2-1 0,3 0 0,-2-1 0,2 1 0,-3 0 0,1 2 0,-1-2 0,1 1 0,-1-1 0,1 1 0,-1-1 0,6-2 0,-6 1 0,6 0 0,-8 1 0,3 2 0,-1-3 0,1 3 0,1-3 0,-3 2 0,2 0 0,-1-1 0,2 1 0,-1 0 0,-1-1 0,1 1 0,-2 0 0,3 0 0,-2 0 0,1 0 0,-2-1 0,3 2 0,-1-1 0,-1 0 0,1 0 0,-1-1 0,1 2 0,0-2 0,1 2 0,-1-1 0,-1-1 0,1 1 0,-2 0 0,3-1 0,-1 1 0,0 0 0,1-1 0,-1 2 0,0-1 0,1-1 0,-1 2 0,-1-2 0,2 2 0,-2-1 0,3-1 0,-1 2 0,-3-2 0,4 3 0,-5-3 0,5 3 0,-2-3 0,1 1 0,1 0 0,-2 1 0,-1-1 0,2 2 0,-2-3 0,3 2 0,-1 0 0,-1 1 0,0-2 0,0 2 0,1-3 0,-1 3 0,0-2 0,1 2 0,-1-1 0,0 0 0,1 0 0,-1 1 0,0-2 0,1 2 0,-1-2 0,0 2 0,0 0 0,1-1 0,-1 1 0,0-2 0,1 2 0,-1 0 0,0-1 0,1 0 0,-1 0 0,0 1 0,1 0 0,-1 0 0,0-2 0,1 2 0,-1-2 0,0 2 0,0 0 0,1-1 0,-1 1 0,0-2 0,1 2 0,-1 0 0,0 0 0,1 0 0,-1 0 0,0 0 0,1-1 0,-1 0 0,0 0 0,0 1 0,1 0 0,-1 0 0,0 0 0,1 0 0,-1 0 0,0 0 0,1 0 0,-1 0 0,0 0 0,1-2 0,-1 2 0,0-2 0,0 2 0,1 0 0,-1 0 0,0 0 0,1 0 0,-1 0 0,0 0 0,1 0 0,0 0 0,0 0 0,1 0 0,-2 0 0,1 0 0,-1 0 0,0 0 0,0 0 0,1 0 0,-1 0 0,0 0 0,1 0 0,-1-1 0,0 1 0,1-2 0,0 2 0,0 0 0,1 0 0,-2 0 0,0 0 0,1 0 0,-1 0 0,0 0 0,1 0 0,-1 0 0,0 0 0,1 0 0,-1 0 0,0 0 0,1 0 0,-1 0 0,3 0 0,-2 0 0,4 0 0,-3 0 0,0 0 0,0 0 0,-2 0 0,1 0 0,-1 0 0,0 0 0,1 0 0,-1 0 0,0 0 0,0 0 0,1 0 0,-1 0 0,0 0 0,1 2 0,-1-2 0,0 1 0,1-1 0,-1 0 0,0 0 0,1 0 0,-1 0 0,0 2 0,0-2 0,1 2 0,-1-2 0,0 0 0,1 0 0,-1 0 0,0 1 0,1 0 0,-1 0 0,0-1 0,2 1 0,-1 0 0,0 0 0,0-1 0,-1 2 0,0-2 0,1 2 0,-1-1 0,0-1 0,1 2 0,-1-2 0,0 1 0,1 0 0,-1 0 0,0 1 0,1-2 0,-1 2 0,2-1 0,-2 1 0,2 0 0,-2 1 0,1-3 0,-1 1 0,0 1 0,1-2 0,-1 3 0,3-1 0,-2 1 0,2-1 0,-2 0 0,-2-1 0,2 1 0,-2 0 0,3-1 0,0 2 0,-2-2 0,2 2 0,-1-2 0,-1 0 0,0 0 0,0 1 0,1 0 0,2 1 0,-2 0 0,2-1 0,-4 1 0,1-3 0,0 3 0,4-1 0,-1 1 0,0-1 0,-3 1 0,0-2 0,-1 2 0,3-2 0,-3 1 0,3 0 0,-2-1 0,0-1 0,1 3 0,-3-1 0,2 0 0,-1 1 0,2-1 0,-3 1 0,2-1 0,-1 1 0,1-3 0,1 3 0,-2-1 0,1 0 0,-3 2 0,3-3 0,-1 4 0,1-5 0,0 3 0,1-3 0,-3 3 0,2-1 0,-1 0 0,2 1 0,-1-1 0,0-1 0,-1 2 0,1-1 0,-1 0 0,1 1 0,0-3 0,-1 3 0,3-2 0,-5 2 0,5-3 0,-3 3 0,-1-1 0,2 1 0,-1-1 0,2-1 0,-1 1 0,0-2 0,1 3 0,-1-2 0,-1 1 0,2-1 0,-2 0 0,2 1 0,0-2 0,-3 3 0,3-3 0,-1 3 0,1-2 0,1 0 0,-3 1 0,2-2 0,-2 2 0,2-1 0,0-1 0,-3 3 0,3-2 0,0 0 0,-1-1 0,2 2 0,-2-2 0,1 1 0,-1-1 0,0 0 0,1 0 0,-1 0 0,0 0 0,0 0 0,1 0 0,-1 0 0,0 0 0,1 0 0,-1 0 0,0 0 0,1 0 0,-1 0 0,0 0 0,1 0 0,-1-1 0,0 1 0,1-3 0,-3 1 0,2 0 0,-1-1 0,1 1 0,1 0 0,-2-1 0,1 1 0,-2 1 0,3-2 0,-1 1 0,0 0 0,-1-1 0,3 1 0,-3-1 0,1-1 0,0 3 0,-3-2 0,5 1 0,-4-2 0,3 3 0,-2-2 0,0 1 0,1-2 0,-2 2 0,1 0 0,1 0 0,-1 0 0,1-1 0,-1 1 0,1 0 0,-1-1 0,0 1 0,1-1 0,-1 1 0,1-1 0,0 3 0,-1-3 0,1 1 0,-1 0 0,4-4 0,-2 5 0,1-5 0,-2 6 0,-1-3 0,1 2 0,0-2 0,-1 2 0,1-1 0,-1-1 0,1 2 0,1 0 0,-1-1 0,0 1 0,0-1 0,1-1 0,-1 2 0,-1-2 0,2 3 0,-3-3 0,3 3 0,-2-3 0,2 2 0,-1 0 0,0-1 0,1 0 0,-1 1 0,0-1 0,0 1 0,1 0 0,-1-2 0,0 3 0,1-2 0,-1 2 0,0-1 0,1 1 0,-1-2 0,0 1 0,1 0 0,-1 0 0,0-1 0,0 2 0,1-2 0,1 2 0,-3-1 0,2 1 0,0-2 0,-1 2 0,2 0 0,-2 0 0,1-1 0,-1 0 0,0 0 0,1 1 0,-1 0 0,0 0 0,0 0 0,1 0 0,-1 0 0,0-2 0,1 2 0,-1-2 0,0 2 0,1 0 0,-1 0 0,0 0 0,1 0 0,-1 0 0,0 0 0,0 0 0,1 0 0,-1 0 0,0 0 0,1 0 0,-1 0 0,0 0 0,1 0 0,-1 0 0,0 0 0,1 0 0,-1 0 0,0 0 0,0 0 0,1 0 0,-1 2 0,0-2 0,2 2 0,0-2 0,0 0 0,0 1 0,-1 0 0,-1 0 0,0-1 0,1 1 0,-1 0 0,0 0 0,0 1 0,1-2 0,-1 2 0,0-2 0,1 1 0,-1-1 0,0 2 0,1-2 0,-1 1 0,0 0 0,1 0 0,-1 1 0,0-2 0,0 2 0,1-2 0,-1 0 0,0 1 0,1-1 0,-1 2 0,0-1 0,1 0 0,-1 0 0,0 1 0,1-2 0,-1 1 0,0 1 0,0-2 0,1 2 0,-1-1 0,0 0 0,1 0 0,-1-1 0,0 2 0,1-2 0,-1 3 0,0-3 0,1 2 0,-1-1 0,0 1 0,1 0 0,-1-1 0,0-1 0,2 2 0,-3 0 0,3 0 0,-4-1 0,3 0 0,-1 0 0,0 2 0,1-1 0,-1-1 0,-1 2 0,2-1 0,-2 0 0,2 1 0,-1-1 0,-2 0 0,3-1 0,-1 1 0,-1-1 0,1 3 0,-1-2 0,1 1 0,0-3 0,-1 3 0,1-1 0,-1 0 0,1 0 0,-1 0 0,1 0 0,-1 3 0,1-3 0,-1 3 0,1-4 0,-3 2 0,3-1 0,-1 1 0,0 1 0,1-2 0,-1 1 0,0-2 0,-1 3 0,1-1 0,-2 0 0,3 1 0,-1-3 0,-1 2 0,2-1 0,-2 2 0,2-1 0,-3 0 0,3-1 0,-1 1 0,0-1 0,-1 1 0,1 0 0,-2 1 0,3-1 0,-1-1 0,0 1 0,1-1 0,-3 1 0,3 0 0,-3 1 0,2-1 0,-1 0 0,0 1 0,2-1 0,-3 0 0,3 0 0,-3 1 0,2-1 0,-1 0 0,0 1 0,1-1 0,-1 0 0,0 1 0,-1-1 0,0 0 0,0 1 0,0-1 0,2 0 0,-2 0 0,2 1 0,-2-1 0,0 0 0,0 1 0,0-1 0,0 0 0,0 1 0,0-1 0,0 0 0,0 1 0,0-1 0,0 0 0,0 0 0,0 1 0,0-1 0,0 0 0,0 1 0,-2-1 0,2 0 0,-2 1 0,1-1 0,0 0 0,0 1 0,1-1 0,-2 0 0,2 1 0,-1-1 0,1 0 0,0 0 0,0 1 0,0-1 0,-2 2 0,2-1 0,-3 0 0,2 0 0,0-1 0,1 0 0,-2 2 0,2-1 0,-1 0 0,-1 0 0,2-1 0,-3 0 0,2 1 0,0-1 0,-1 0 0,2 1 0,-1-1 0,-1 2 0,2-2 0,-2 2 0,2-2 0,-1 2 0,0-1 0,0 1 0,1-2 0,0 0 0,0 1 0,0-1 0,0 0 0,4-1 0,-1 0 0,2-4 0,-1 2 0,0-3 0,1 2 0,-2-2 0,0 3 0,-1-3 0,1 3 0,1-2 0,0 1 0,0 0 0,1 0 0,-2-1 0,0 2 0,1-1 0,-1 1 0,0-2 0,4 0 0,-3 0 0,2 1 0,-3 1 0,1-2 0,-1 2 0,0-1 0,0-1 0,1 2 0,2-2 0,-3 1 0,2 0 0,-3 0 0,2 1 0,0-2 0,0 2 0,1-2 0,-2 2 0,3-1 0,-2 1 0,3-2 0,-4 2 0,-1-1 0,2 0 0,-2 0 0,5 1 0,-4 0 0,2 0 0,-2-2 0,1 2 0,-1-2 0,0 2 0,2 0 0,-1 0 0,1 0 0,-2 0 0,0-1 0,1 1 0,-1-2 0,3 2 0,-2 0 0,2 0 0,-2 0 0,-1 0 0,0 0 0,1 0 0,-1 0 0,2 0 0,-2 0 0,2 0 0,-1 0 0,-1 0 0,0 0 0,0 0 0,1 0 0,-1 0 0,2 0 0,-1 0 0,0 0 0,0 2 0,-1-2 0,0 1 0,1-1 0,-1 0 0,0 0 0,2 0 0,-1 2 0,0-2 0,0 2 0,-1-2 0,0 0 0,1 0 0,-1 1 0,2 0 0,-2 0 0,2-1 0,-1 2 0,-1-2 0,0 1 0,0-1 0,2 2 0,-1-2 0,1 2 0,-3-1 0,2 0 0,-2 1 0,6 0 0,-4 0 0,1 1 0,-2-3 0,-2 2 0,3-1 0,-1 0 0,0 0 0,4 2 0,-3-1 0,2 2 0,-3-1 0,1-3 0,-1 3 0,0-3 0,0 2 0,1 1 0,-1-3 0,0 3 0,1-3 0,-1 2 0,0 0 0,1 1 0,-1-1 0,2 1 0,-2-1 0,2-1 0,-3 2 0,1-2 0,-1 2 0,3-1 0,-3 1 0,2 0 0,-2-1 0,0 1 0,1-1 0,-1 0 0,1 1 0,-1-2 0,1 3 0,-3-1 0,3-1 0,-1 2 0,1-2 0,-1 3 0,1-3 0,-3 1 0,3-1 0,-1 1 0,0 1 0,1-3 0,-3 4 0,3-4 0,-2 3 0,2-2 0,-3 1 0,3 0 0,-3 1 0,3-2 0,-2 2 0,0-2 0,0 1 0,0 2 0,0-3 0,-1 3 0,0-2 0,0 0 0,0 1 0,0-1 0,0 0 0,0 1 0,0-1 0,0 0 0,0 1 0,0 0 0,0 0 0,0 1 0,-1-2 0,0 0 0,-1 1 0,0 1 0,0-2 0,0 2 0,1-3 0,0 2 0,-2 0 0,2 0 0,-1 0 0,-1-4 0,2 5 0,-2-3 0,3 3 0,-3 0 0,1-3 0,0 2 0,-1-2 0,2 1 0,-1 1 0,-1-2 0,1 2 0,-1-2 0,1 3 0,-1-3 0,2 1 0,-2-1 0,2 1 0,-3 0 0,1 0 0,0-1 0,1 1 0,-3 1 0,3-2 0,-1 2 0,0-3 0,2 1 0,-3 0 0,2 0 0,-3 1 0,1-3 0,1 3 0,0-2 0,1 2 0,-3-3 0,3 3 0,-3-1 0,2 0 0,0 1 0,1-2 0,-1 1 0,1 1 0,-1-1 0,-1 0 0,1 1 0,0-1 0,-1 0 0,2 1 0,-1-2 0,2 1 0,-3 1 0,1-1 0,0 0 0,-1 1 0,2-1 0,-1-1 0,2 2 0,-3-2 0,1 2 0,0 0 0,-1-1 0,1 3 0,0-4 0,-1 3 0,1-1 0,0-1 0,1 1 0,-1-1 0,1 1 0,-2-1 0,3 1 0,-2-1 0,2 1 0,4 0 0,0-1 0,3 0 0,-4-1 0,1-1 0,0 2 0,1-2 0,2 0 0,-2 0 0,-1 1 0,1 0 0,-1 0 0,1-1 0,0 0 0,5 0 0,-4 0 0,4 0 0,-6 0 0,1 0 0,-1 0 0,0 0 0,3 0 0,-2 0 0,3 0 0,-4 0 0,0 0 0,1 0 0,-1 0 0,2 0 0,-2 0 0,2 0 0,-2 0 0,1 0 0,-1 0 0,0 0 0,1 0 0,2 0 0,-2 0 0,2 0 0,-2 0 0,-1 0 0,0 0 0,2 0 0,-1 0 0,0 0 0,0 0 0,-1 0 0,0 0 0,1 0 0,-1 0 0,0 0 0,1 0 0,-1 0 0,0 0 0,1 0 0,-1 0 0,2 2 0,-2-2 0,1 3 0,-1-3 0,-2 3 0,3-2 0,-1 0 0,0 1 0,1-2 0,-1 1 0,0 1 0,1-2 0,-1 3 0,0-2 0,-1 1 0,1 0 0,-1 0 0,1 3 0,0-3 0,1 1 0,-2 0 0,-1-1 0,0 1 0,1 0 0,2 1 0,-1-1 0,0 0 0,-1 1 0,1-2 0,-1 2 0,1-3 0,-1 3 0,1-2 0,-3 1 0,3 1 0,-2-1 0,0 0 0,1 1 0,-2-1 0,3 0 0,-3 0 0,2 1 0,-2-1 0,0 0 0,0 1 0,0-1 0,0 0 0,0 1 0,0-1 0,0 0 0,0 1 0,1-1 0,0 0 0,0 0 0,-1 1 0,0-1 0,0 0 0,0 1 0,0-1 0,0 0 0,0 1 0,2-1 0,-2 0 0,1 1 0,-1-1 0,0 0 0,0 0 0,0 1 0,0-1 0,0 0 0,0 1 0,0-1 0,0 0 0,0 1 0,0-1 0,0 0 0,0 1 0,0-1 0,0 0 0,0 1 0,2-1 0,-2 0 0,3 0 0,-3 1 0,3-2 0,-2 2 0,2-3 0,-3 3 0,3-2 0,-3 1 0,2 1 0,-1-1 0,1-1 0,0 2 0,0-2 0,-1 2 0,1 0 0,1-2 0,-1 3 0,-1-2 0,1-1 0,-2 3 0,2-3 0,-1 1 0,0 2 0,0-3 0,-1 3 0,0-2 0,2 0 0,-2 0 0,1 1 0,-1-1 0,0 0 0,2 1 0,-2-1 0,2 0 0,-2 1 0,1-1 0,0 0 0,1 1 0,-1-1 0,2-1 0,-3 2 0,3-3 0,-3 3 0,3-2 0,-1 0 0,0 2 0,1-3 0,-3 4 0,3-4 0,-2 3 0,2-1 0,-2-1 0,1 1 0,1-1 0,-2 1 0,2 0 0,-3 1 0,3-3 0,-1 4 0,1-4 0,-1 3 0,1-2 0,-3 1 0,3 0 0,-4-11 0,2 5 0,-2-8 0,1 10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4:55.144"/>
    </inkml:context>
    <inkml:brush xml:id="br0">
      <inkml:brushProperty name="width" value="0.35" units="cm"/>
      <inkml:brushProperty name="height" value="2.1" units="cm"/>
      <inkml:brushProperty name="color" value="#CC0066"/>
      <inkml:brushProperty name="inkEffects" value="pencil"/>
    </inkml:brush>
  </inkml:definitions>
  <inkml:trace contextRef="#ctx0" brushRef="#br0">164 0 16383,'-9'0'0,"3"2"0,3-2 0,1 1 0,-1 1 0,-1-2 0,1 3 0,0-2 0,-1 1 0,1-1 0,0 2 0,-1-3 0,1 2 0,0-1 0,1 1 0,-3 0 0,5 1 0,-5-3 0,3 3 0,-1-3 0,0 3 0,1-1 0,-1 0 0,1 1 0,-1-3 0,-1 3 0,2-1 0,-1 1 0,2 1 0,-3-1 0,1 0 0,-1-1 0,3 1 0,-2-1 0,1 0 0,0 2 0,-1-3 0,3 3 0,-3-2 0,1 2 0,-2-1 0,3 0 0,-2-1 0,1 1 0,-2-1 0,1 1 0,0-1 0,1 1 0,-1-1 0,1 0 0,-1 0 0,1 0 0,-1 0 0,3 3 0,-3-5 0,2 5 0,-2-3 0,3 1 0,-2 0 0,2 0 0,0 1 0,0-1 0,2 0 0,1 1 0,-1-1 0,3-1 0,-3 1 0,1-3 0,0 3 0,1-3 0,-3 3 0,2-1 0,-1 0 0,1 0 0,1-1 0,-1-1 0,0 3 0,1-2 0,-1 0 0,0 1 0,1-2 0,-1 3 0,0-3 0,1 2 0,-1-1 0,0 0 0,0 2 0,1-3 0,-1 1 0,0-1 0,1 2 0,-1-2 0,0 2 0,1-1 0,-1 0 0,0 2 0,1-3 0,-1 1 0,0-1 0,0 2 0,1-2 0,-1 3 0,0-2 0,1 0 0,-1 0 0,0 0 0,1 0 0,-1-1 0,0 2 0,1-2 0,-1 3 0,0-3 0,1 2 0,-1-1 0,0 0 0,0 2 0,1-3 0,-1 3 0,0-3 0,1 2 0,-1-1 0,0 0 0,1 0 0,-1 1 0,0-2 0,2 3 0,-1-3 0,0 2 0,0-1 0,-1 0 0,0 0 0,1-1 0,-1 2 0,0-2 0,1 1 0,-1 1 0,0-2 0,1 2 0,0-1 0,0 0 0,1 1 0,-2-1 0,0 0 0,1-1 0,-1 2 0,0-2 0,1 2 0,-1-1 0,0-1 0,1 2 0,-1-1 0,0 0 0,1 0 0,-1-1 0,2 2 0,-2-2 0,2 2 0,-3-1 0,2-1 0,-1 2 0,1-1 0,0 0 0,-1 2 0,0-3 0,1 1 0,-1 1 0,2 0 0,-2 0 0,2 1 0,-2-3 0,1 1 0,-1 1 0,0-2 0,1 3 0,-1-2 0,0 1 0,1-1 0,-1 2 0,0-3 0,0 2 0,1-1 0,-1-1 0,0 3 0,1-2 0,-2 2 0,2-1 0,-2-1 0,3 1 0,-2-1 0,1 0 0,-1 0 0,0 1 0,1-2 0,-1 3 0,0-3 0,0 3 0,1-2 0,-1 0 0,0 1 0,1-2 0,-1 3 0,0-3 0,1 2 0,-1-1 0,0 0 0,1 2 0,-1-3 0,0 1 0,0-1 0,1 2 0,-1-2 0,0 3 0,1-2 0,-1 0 0,0-1 0,1 0 0,-1 1 0,0 0 0,1 2 0,-1-3 0,0 2 0,2-1 0,-1-1 0,0 2 0,0-2 0,-1 1 0,0 0 0,1 0 0,-1 1 0,2-2 0,-2 2 0,2-1 0,-1-1 0,-1 2 0,0-2 0,0 0 0,1 1 0,-1 0 0,0 0 0,1-1 0,-1 0 0,0 2 0,2-2 0,-1 1 0,1-1 0,-2 2 0,0-2 0,0 2 0,1-2 0,-1 0 0,0 1 0,1 0 0,-1 0 0,0-1 0,1 2 0,-1-2 0,0 1 0,1-1 0,-1 0 0,0 0 0,0 2 0,1-2 0,-1 2 0,0-2 0,1 1 0,-1 0 0,0 0 0,2 0 0,-1 0 0,1 0 0,-2-1 0,0 2 0,1-2 0,-1 2 0,0-2 0,0 0 0,1 1 0,-1-1 0,0 2 0,2-1 0,-1 0 0,1 0 0,-2-1 0,0 0 0,1 2 0,-1-2 0,0 2 0,2-1 0,-1-1 0,0 2 0,0-2 0,-1 1 0,0 0 0,1 0 0,-1-1 0,0 2 0,1-2 0,-1 1 0,0 1 0,0-2 0,1 2 0,-1-2 0,2 1 0,0 1 0,0 0 0,0-1 0,-2-1 0,1 2 0,-1-2 0,0 2 0,1-1 0,-1 0 0,0 0 0,0-1 0,1 1 0,-1 0 0,0 0 0,2 1 0,-1-2 0,1 2 0,-2-2 0,0 1 0,2-1 0,-1 2 0,0-1 0,0 0 0,-1 0 0,0-1 0,1 2 0,-1-2 0,0 2 0,2-1 0,-1-1 0,1 2 0,-2-1 0,0 0 0,1 0 0,-1-1 0,0 2 0,0-2 0,1 1 0,-1-1 0,0 0 0,1 2 0,-1-2 0,2 2 0,-2-1 0,2 0 0,0 0 0,-1-1 0,0 2 0,0-2 0,-1 1 0,0-1 0,1 0 0,-1 2 0,0-2 0,1 2 0,0-2 0,0 1 0,1 0 0,-2 0 0,0-1 0,1 0 0,-1 2 0,0-2 0,1 1 0,-1-1 0,0 2 0,1-2 0,-1 2 0,0-1 0,5 0 0,-4 0 0,4-1 0,-6 1 0,1 0 0,0 0 0,1-1 0,1 0 0,-2 2 0,0-2 0,5 3 0,-4-3 0,4 2 0,-5-2 0,1 0 0,-1 1 0,0 0 0,1 0 0,-1-1 0,6 2 0,-4-2 0,4 3 0,-6-3 0,1 2 0,-1-2 0,0 1 0,1 0 0,-1 0 0,0-1 0,2 2 0,-1-2 0,1 1 0,-2-1 0,0 2 0,1-2 0,-1 2 0,0-2 0,0 1 0,1 0 0,-1 0 0,0-1 0,1 2 0,-1-2 0,0 1 0,1-1 0,-1 0 0,2 2 0,-2-2 0,2 2 0,-2-2 0,1 0 0,-1 1 0,0 0 0,1 0 0,-1-1 0,0 1 0,1 0 0,-1 0 0,0-1 0,1 0 0,-1 0 0,0 2 0,0-2 0,1 2 0,-1-2 0,0 0 0,1 0 0,-1 0 0,0 0 0,1 1 0,-1-1 0,0 2 0,1-2 0,-1 0 0,0 1 0,1 0 0,-1 0 0,0-1 0,0 0 0,1 0 0,1 0 0,-2 2 0,2-2 0,-2 2 0,1-2 0,-1 0 0,0 0 0,1 0 0,-1 0 0,0 1 0,0-1 0,1 2 0,-1-2 0,0 0 0,1 0 0,-1 0 0,0 0 0,1 0 0,-1 0 0,0 1 0,1 0 0,-1 0 0,0-1 0,0 0 0,1 0 0,-1 0 0,0 0 0,1 0 0,-1 2 0,0-2 0,1 1 0,-1-1 0,0 0 0,1 0 0,-1 0 0,0 0 0,1 2 0,-1-2 0,0 2 0,0-2 0,1 0 0,-1 0 0,0 0 0,1 0 0,-1 1 0,0 0 0,1 0 0,-1-1 0,2 0 0,-2 0 0,2 0 0,-2 2 0,1-2 0,-1 1 0,0-1 0,1 0 0,-1 0 0,0 0 0,1 2 0,-1-2 0,0 2 0,1-2 0,-1 0 0,0 0 0,0 0 0,1 0 0,-1 0 0,0 0 0,1 1 0,-1 0 0,0 0 0,1-1 0,-1 0 0,0 1 0,2 0 0,-1 0 0,1-1 0,-2 0 0,0 0 0,0 2 0,1-2 0,-1 2 0,0-2 0,1 0 0,-1 1 0,0-1 0,1 2 0,-1-2 0,0 0 0,1 0 0,-1 0 0,0 1 0,0 0 0,1 0 0,-1-1 0,0 0 0,1 0 0,-1 2 0,0-2 0,1 2 0,-1-2 0,0 0 0,1 0 0,-1 0 0,0 0 0,0 1 0,1-1 0,-1 2 0,0-2 0,1 0 0,-1 1 0,0 0 0,1 0 0,0-1 0,0 0 0,1 0 0,-2 0 0,2 2 0,-1-2 0,0 1 0,0-1 0,-1 0 0,0 0 0,1 0 0,-1 2 0,2-2 0,-2 2 0,2-2 0,-1 0 0,0 0 0,0 0 0,2 1 0,-2 0 0,1 0 0,-2-1 0,0 0 0,2 0 0,-1 0 0,1 0 0,-2 2 0,0-2 0,0 1 0,1-1 0,-1 0 0,0 0 0,2 2 0,-1-2 0,2 2 0,-2-2 0,1 0 0,-2 1 0,0 0 0,1 0 0,-1-1 0,0 0 0,0 0 0,1 0 0,-1 0 0,0 0 0,2 2 0,-1-2 0,1 1 0,-2-1 0,0 0 0,1 0 0,-1 2 0,0-2 0,0 2 0,1-2 0,-1 0 0,0 0 0,1 0 0,-1 0 0,0 0 0,1 1 0,2 1 0,-2 0 0,4-1 0,-5-1 0,2 0 0,0 0 0,-1 0 0,0 0 0,0 2 0,-1-2 0,0 2 0,1-2 0,-1 0 0,6 1 0,-3-1 0,4 2 0,-5-1 0,-2 0 0,0 0 0,1-1 0,-1 0 0,0 0 0,1 2 0,-1-2 0,0 2 0,8-2 0,-6 1 0,6-1 0,-8 2 0,0-2 0,1 0 0,-1 1 0,0 0 0,0 0 0,1-1 0,-1 0 0,2 0 0,-1 0 0,6 2 0,-5-2 0,4 1 0,-5 1 0,-1-2 0,0 2 0,0-2 0,1 0 0,-1 1 0,0 0 0,1 0 0,-1-1 0,0 0 0,6 2 0,-4-2 0,6 1 0,-9 1 0,3-2 0,-2 2 0,1-2 0,0 0 0,0 0 0,-1 0 0,6 1 0,-4 0 0,4 0 0,-4-1 0,-3 1 0,2 0 0,0 0 0,-1-1 0,2 2 0,-1-2 0,-1 2 0,6-1 0,-4-1 0,4 2 0,-6-2 0,1 0 0,-1 0 0,2 0 0,-2 0 0,2 0 0,-1 0 0,0 0 0,1 0 0,1 1 0,0 0 0,-2 0 0,0-1 0,1 0 0,0 0 0,0 0 0,0 0 0,-2 0 0,1 0 0,1 0 0,0 0 0,0 0 0,1 0 0,-2 0 0,1 0 0,-1 2 0,0-2 0,2 2 0,-2-2 0,2 0 0,-1 0 0,1 0 0,-2 0 0,0 0 0,-1 0 0,0 0 0,1 0 0,-1 0 0,0 0 0,0 0 0,1 0 0,-1 0 0,0 0 0,1 1 0,-1-1 0,0 2 0,1-2 0,-1 0 0,0 0 0,1 0 0,-1 0 0,0 0 0,0 0 0,1 0 0,-1 0 0,0 0 0,1 0 0,-1 0 0,3 0 0,-2 0 0,3 1 0,-4 0 0,0 0 0,1-1 0,-1 0 0,0 0 0,0 0 0,2 0 0,-1 0 0,1 0 0,-2 0 0,2 0 0,-2 0 0,2 0 0,-1 0 0,-1 0 0,0 0 0,0 0 0,1 0 0,-1 0 0,0 0 0,1 0 0,-1 2 0,0-2 0,1 1 0,-1-1 0,0 0 0,1 0 0,-1 0 0,0 0 0,0 0 0,1 0 0,-1 0 0,0 0 0,1 0 0,-1 0 0,0 0 0,1 0 0,-1 0 0,0 0 0,1 0 0,-1 0 0,0 0 0,2 0 0,-1 0 0,0 0 0,0 0 0,-1 0 0,0 0 0,2 0 0,0 0 0,0 0 0,0 0 0,-1 0 0,-1 0 0,0 0 0,0 0 0,1 0 0,1 0 0,-2 0 0,2 0 0,-2 0 0,1 0 0,-1-1 0,2 1 0,-2-2 0,2 2 0,-2 0 0,1 0 0,-1 0 0,2 0 0,-1 0 0,0 0 0,0 0 0,-1 0 0,0 0 0,1 0 0,-1 0 0,0 0 0,1 0 0,-1 0 0,0 0 0,0 0 0,1 0 0,-1 0 0,0 0 0,1 0 0,-1-1 0,0 0 0,2 0 0,-1 1 0,1 0 0,-2 0 0,0 0 0,0 0 0,1 0 0,-1 0 0,0 0 0,1 0 0,-1 0 0,0 0 0,1 0 0,-1 0 0,0 0 0,1 0 0,0 0 0,0 0 0,1 0 0,-2 0 0,0 0 0,1-2 0,-1 2 0,0-2 0,1 2 0,-1 0 0,0 0 0,1 0 0,-1 0 0,0 0 0,1 0 0,-1 0 0,0 0 0,0 0 0,1 0 0,-1 0 0,0 0 0,1 0 0,-1 0 0,0 0 0,1 0 0,-1 0 0,0 0 0,1 0 0,-1 0 0,0 0 0,0 0 0,1 0 0,-1 0 0,0 0 0,1 0 0,-1-1 0,0 1 0,1-2 0,-1 2 0,0 0 0,1 0 0,-1 0 0,0 0 0,5 0 0,-4 0 0,4 0 0,-5 0 0,1 0 0,-1 0 0,0 0 0,1 0 0,-1 0 0,0 0 0,5 0 0,-4 0 0,4 0 0,-5 0 0,1 0 0,-1 0 0,0 0 0,1 0 0,-1 0 0,5 0 0,-4 0 0,4 0 0,-5 0 0,0 0 0,1 0 0,-1-1 0,0 0 0,1 0 0,-1 1 0,0 0 0,1 0 0,3 0 0,-2 0 0,2 0 0,-3 0 0,-2-2 0,2 2 0,-2-2 0,3 2 0,-2 0 0,1 0 0,-1 0 0,6-1 0,-4 1 0,4-2 0,-6 2 0,1 0 0,-1 0 0,0 0 0,1 0 0,-1 0 0,0 0 0,6-1 0,-4 0 0,4 0 0,-5 1 0,-1 0 0,0 0 0,1 0 0,-1 0 0,0 0 0,1 0 0,5-2 0,-4 2 0,4-2 0,-6 2 0,0 0 0,1 0 0,-1 0 0,0 0 0,1-1 0,-1 1 0,5-2 0,-4 2 0,2-1 0,-3 0 0,-1 0 0,3 1 0,-3-2 0,2 2 0,0-2 0,-1 2 0,10-3 0,-8 3 0,5-3 0,-6 3 0,-1-2 0,0 2 0,1-2 0,-1 2 0,3-1 0,-2 0 0,2 0 0,-2 0 0,-1 0 0,0 0 0,1 1 0,-1-2 0,0 2 0,1-2 0,-1 2 0,0-1 0,2 0 0,-1 0 0,1 0 0,-2 0 0,0 0 0,0 1 0,1-2 0,-1 2 0,0-2 0,1 2 0,-1-1 0,0 0 0,1 0 0,-1 1 0,0 0 0,1-2 0,-1 2 0,0-1 0,0 1 0,1-2 0,-1 2 0,0-2 0,1 2 0,-1-1 0,0 0 0,1 0 0,-1 1 0,0-2 0,1 2 0,-1-1 0,0-1 0,0 2 0,1-2 0,-1 2 0,0-1 0,1 0 0,-1-2 0,2 3 0,-2-1 0,4-1 0,-4 2 0,2-2 0,-1 1 0,-1 0 0,0 0 0,0 1 0,1 0 0,-1-2 0,0 2 0,1-1 0,-1-1 0,0 2 0,1-2 0,-1 2 0,0 0 0,1-1 0,-1 0 0,0 0 0,0-1 0,1 2 0,-1-1 0,0 1 0,1-2 0,-1 2 0,0-2 0,1 2 0,-1 0 0,2-1 0,-2 0 0,2 0 0,-2 1 0,1 0 0,-1-2 0,0 2 0,1-1 0,-1 1 0,0-2 0,1 2 0,-1-2 0,0 2 0,2-1 0,-1 0 0,1 0 0,-2 1 0,0 0 0,0-2 0,1 2 0,-1-2 0,0 2 0,1 0 0,-1 0 0,0-1 0,1 1 0,-1-2 0,0 2 0,1 0 0,-1-1 0,0 0 0,0 0 0,1 1 0,-1-2 0,0 2 0,1-2 0,-1 2 0,0 0 0,1-1 0,-1 1 0,0-2 0,1 2 0,-1 0 0,0-1 0,0 0 0,1 0 0,-1 1 0,0-2 0,1 2 0,-1-2 0,0 2 0,1 0 0,-1 0 0,0-1 0,1 1 0,-1-2 0,0 2 0,1 0 0,-1 0 0,0 0 0,0-1 0,1 0 0,-1 0 0,0 1 0,1 0 0,-1 0 0,0-2 0,1 2 0,-1-2 0,0 2 0,1 0 0,-1 0 0,0-1 0,0 1 0,1-2 0,-1 2 0,0 0 0,1 0 0,-1-1 0,0 0 0,1 0 0,-1 1 0,0 0 0,1 0 0,-1 0 0,0-2 0,0 2 0,1-2 0,-1 2 0,0 0 0,1-1 0,-1 1 0,0-2 0,1 2 0,-1 0 0,0 0 0,1-1 0,-1 0 0,0 0 0,1-1 0,-1 2 0,0-2 0,0 2 0,1-1 0,-1 1 0,0-2 0,1 2 0,-1-1 0,2 0 0,-2-2 0,2 3 0,-1-2 0,-1 1 0,0 0 0,0 0 0,1 1 0,-1-1 0,0 0 0,1 0 0,-1 1 0,0-2 0,1 2 0,-1-2 0,0 1 0,1 0 0,-1-2 0,0 3 0,0-1 0,1-1 0,-1 2 0,0-2 0,1 2 0,-1-1 0,0 0 0,1 0 0,-1 1 0,0-2 0,1 2 0,-1-3 0,0 3 0,1-2 0,-1 2 0,0-1 0,0 0 0,1-2 0,-1 3 0,0-1 0,1 1 0,-1-2 0,0 2 0,1-2 0,-1 1 0,0 0 0,1-2 0,-1 3 0,0-1 0,0-1 0,1 2 0,-1-2 0,0 1 0,1 0 0,-1-2 0,0 3 0,1-1 0,-1-1 0,0 2 0,1-2 0,-1 1 0,0 0 0,0 0 0,1-1 0,1 2 0,-3-3 0,2 3 0,-2-2 0,1 2 0,1-1 0,-1 0 0,0-2 0,1 3 0,-1-2 0,0 1 0,1 1 0,-1-2 0,0 1 0,0 0 0,1-2 0,-1 3 0,0-2 0,1 1 0,-1 1 0,0-2 0,1 1 0,-1 0 0,0 0 0,1-1 0,-1 2 0,0-2 0,0 1 0,1 1 0,-1-2 0,3 1 0,-2-1 0,3 0 0,-4 0 0,-1 1 0,2 1 0,-2-3 0,6 2 0,-5-2 0,3 3 0,-5-3 0,3 3 0,-1-2 0,0 2 0,1-1 0,-1 0 0,3-2 0,-3 1 0,3 1 0,-4-1 0,1 1 0,0 0 0,0 0 0,1-1 0,2 0 0,-2 0 0,1 0 0,-2 1 0,-1 0 0,1-1 0,0 2 0,1-2 0,-1 1 0,3-1 0,-2 0 0,2-1 0,-2 3 0,-1-3 0,0 2 0,2-2 0,-1 3 0,1-3 0,-2 3 0,0-3 0,2 1 0,-1 0 0,0 1 0,-2-1 0,3 2 0,-3-3 0,3 2 0,-4-2 0,2 3 0,-1-3 0,5 0 0,-3 1 0,2-1 0,-4 1 0,1 2 0,0-5 0,1 4 0,-1-3 0,0 4 0,-3-3 0,5 1 0,-5-2 0,5 3 0,-3-2 0,-1 1 0,2-2 0,-1 3 0,0-2 0,2 1 0,-1-2 0,1 1 0,0 1 0,-2-1 0,1 1 0,-2 1 0,3-4 0,-1 3 0,0-3 0,1 2 0,-1 1 0,-1-1 0,1 1 0,-1-1 0,1-1 0,-1 1 0,1 1 0,-2-1 0,1 1 0,1-1 0,-1 1 0,0-1 0,1 1 0,-3-1 0,3 0 0,-1 1 0,0-1 0,1 1 0,-3-1 0,2-1 0,-2 1 0,1 0 0,-1-1 0,2 1 0,-2 0 0,0-1 0,-2 1 0,2 0 0,-1-1 0,-1 1 0,2-1 0,-3 1 0,2 0 0,-2 1 0,3-3 0,-1 3 0,-1-1 0,0 0 0,0 1 0,1-1 0,-2-1 0,1 1 0,-2 0 0,1 1 0,2 0 0,-3 1 0,1-1 0,1-1 0,-1 1 0,1-1 0,-1 3 0,0-3 0,1 1 0,-1 0 0,1-1 0,0 1 0,-2 0 0,3-1 0,-4 3 0,3-3 0,-1 2 0,0-2 0,-1 2 0,1-1 0,0 0 0,-1 1 0,1 0 0,0-2 0,-1 2 0,1-1 0,0 0 0,-1 1 0,1 0 0,0-2 0,-1 3 0,1-1 0,0-1 0,-1 2 0,1-3 0,0 2 0,1-2 0,-3 2 0,3-1 0,-1-1 0,-2 2 0,3 0 0,-1-1 0,-2 2 0,3-1 0,-1-1 0,-2 2 0,4-3 0,-3 2 0,2 0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4:55.145"/>
    </inkml:context>
    <inkml:brush xml:id="br0">
      <inkml:brushProperty name="width" value="0.35" units="cm"/>
      <inkml:brushProperty name="height" value="2.1" units="cm"/>
      <inkml:brushProperty name="color" value="#CC0066"/>
      <inkml:brushProperty name="inkEffects" value="pencil"/>
    </inkml:brush>
  </inkml:definitions>
  <inkml:trace contextRef="#ctx0" brushRef="#br0">0 0 16383,'4'7'0,"-3"1"0,2-6 0,-2 1 0,2 0 0,-3 0 0,3-1 0,-3 3 0,3-5 0,-2 5 0,2-2 0,-3 1 0,3-1 0,-3 0 0,3-1 0,-2 1 0,1 1 0,-1-1 0,2 0 0,-1 2 0,1-1 0,-1 0 0,1-2 0,-3 1 0,3-1 0,-3 1 0,3 1 0,-1 0 0,1-1 0,-1 1 0,0-2 0,-1 1 0,1 1 0,1-1 0,-1 0 0,1-1 0,-1 2 0,0-1 0,1 1 0,-1 0 0,-1-1 0,2-1 0,-2 2 0,2-3 0,-3 3 0,3-2 0,-3 2 0,3-1 0,-1-1 0,0 1 0,1-2 0,-3 3 0,2-1 0,-1 0 0,1-1 0,0 3 0,1-5 0,-3 5 0,3-3 0,-2 1 0,2 0 0,-2 1 0,1-1 0,1 0 0,-3 1 0,3-3 0,-2 4 0,2-3 0,-3 3 0,3-3 0,-3 1 0,3-2 0,-2 3 0,0-1 0,-1 0 0,2 1 0,-2-1 0,3 0 0,-3 1 0,3-3 0,-2 4 0,2-3 0,-3 3 0,1-2 0,1-1 0,0 2 0,0-1 0,-1 1 0,1 0 0,-2-1 0,3 0 0,-3 1 0,2-1 0,-1 0 0,0 0 0,1 1 0,-1-1 0,0 0 0,1 1 0,-2-1 0,3 0 0,-3 1 0,2-1 0,-2 0 0,1 1 0,0-1 0,2 0 0,-3 1 0,2-1 0,-1 0 0,-1 0 0,2 1 0,-2-1 0,1 0 0,0 1 0,0-1 0,1 0 0,-2 1 0,1-1 0,1 0 0,-2 1 0,3-1 0,-2 0 0,2 0 0,-3 1 0,1-1 0,1 0 0,-2 1 0,3-1 0,-2 0 0,1-1 0,0 3 0,0-3 0,1 1 0,-1 0 0,0-1 0,-1 1 0,1 0 0,-2 1 0,3-1 0,-3 0 0,2 1 0,-1-1 0,1-1 0,0 2 0,1-3 0,-3 3 0,3-2 0,-2 2 0,0-1 0,1 0 0,-2 1 0,3-1 0,-3 0 0,3 0 0,-2 1 0,2-1 0,-3 0 0,3 1 0,-3-1 0,2 0 0,-1 1 0,-1-1 0,2 0 0,-1 1 0,0-1 0,2 0 0,-3 0 0,3 1 0,-3-1 0,2 0 0,-2 1 0,1-1 0,0 0 0,0 1 0,1-1 0,-2 0 0,3 1 0,-1-1 0,0 0 0,-1 0 0,1 1 0,-2-1 0,3 0 0,-3 1 0,2-1 0,-1 0 0,1 1 0,0-1 0,-1 0 0,1 1 0,0-1 0,0 0 0,0 1 0,-1-1 0,2-1 0,-1 2 0,1-2 0,-1 3 0,1-2 0,-3 1 0,3-1 0,-1 0 0,0 1 0,1-1 0,-3 0 0,3-1 0,-1 2 0,0-1 0,1 1 0,-3 0 0,3-2 0,-1 2 0,0-2 0,0 2 0,-1 0 0,2-3 0,-3 3 0,3-2 0,-3 1 0,2 1 0,-1-1 0,1-1 0,0 2 0,1-2 0,-3 3 0,3-2 0,-2 1 0,2-1 0,-3 0 0,3-1 0,-3 3 0,2-3 0,-1 1 0,0 2 0,2-3 0,-3 3 0,1-2 0,1-1 0,-2 2 0,3-2 0,-2 3 0,0-2 0,1-1 0,-2 3 0,1-3 0,1 1 0,-2 2 0,2-3 0,-2 3 0,1-2 0,-1 0 0,3 0 0,-2 1 0,0-1 0,1 0 0,-2 1 0,2-1 0,-1 0 0,-1 1 0,2-1 0,-1 0 0,0 1 0,0-1 0,1 0 0,-2 0 0,3 1 0,-3-1 0,2 0 0,-1 1 0,0-1 0,0 0 0,1 1 0,-2 0 0,3 0 0,-3 1 0,3-2 0,-2 1 0,0-1 0,1 0 0,-2 0 0,1 1 0,1-1 0,-2 0 0,3 1 0,-2-1 0,0 0 0,-1 1 0,1-1 0,0 0 0,2 1 0,-3-1 0,3 0 0,-3 0 0,2 1 0,-2-1 0,0 0 0,1 1 0,0-1 0,2 0 0,-3 1 0,2-1 0,-1 0 0,-1 1 0,3-1 0,-2 0 0,0 0 0,1 1 0,-2-1 0,1 0 0,1 1 0,-2-1 0,2 0 0,-1 1 0,0-1 0,2 0 0,-3 1 0,1-1 0,1 0 0,-2 1 0,2-1 0,-1 0 0,0 0 0,0 1 0,0-1 0,0 0 0,2 1 0,-3-1 0,2 0 0,-1 1 0,-1-1 0,3 0 0,-2 1 0,2-1 0,-3 0 0,2 0 0,-1 1 0,-1-1 0,3 0 0,-2 1 0,2-2 0,-3 2 0,3-3 0,-3 3 0,3-2 0,-2 3 0,0-2 0,1 1 0,-2-1 0,3-2 0,-3 3 0,2-1 0,-2 0 0,0 1 0,1-1 0,0 0 0,2 1 0,-3-1 0,1 0 0,1 1 0,-2-1 0,2 0 0,-2 1 0,1-1 0,-1 0 0,3 0 0,-2 1 0,0-1 0,1 0 0,-2 1 0,2-1 0,-2 0 0,0 1 0,1-1 0,-1 0 0,2 1 0,-1-1 0,0 0 0,0 0 0,-1 1 0,0-1 0,2 0 0,-2 1 0,2-1 0,-2 0 0,1 1 0,-1-1 0,2 0 0,-1 1 0,0-1 0,2 0 0,-3 0 0,3-1 0,-3 3 0,2-3 0,-1 1 0,0 2 0,2-5 0,-3 5 0,3-3 0,-3 1 0,2 0 0,-10-5 0,5 2 0,-6-4 0,7 2 0,-1 2 0,-1-2 0,1 2 0,-2 0 0,2 0 0,-2 2 0,1-2 0,-1 2 0,2-2 0,0 1 0,-1-1 0,1 2 0,0-2 0,-2 0 0,2 1 0,1 1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4:55.146"/>
    </inkml:context>
    <inkml:brush xml:id="br0">
      <inkml:brushProperty name="width" value="0.35" units="cm"/>
      <inkml:brushProperty name="height" value="2.1" units="cm"/>
      <inkml:brushProperty name="color" value="#CC0066"/>
      <inkml:brushProperty name="inkEffects" value="pencil"/>
    </inkml:brush>
  </inkml:definitions>
  <inkml:trace contextRef="#ctx0" brushRef="#br0">0 301 16383,'2'-12'0,"-2"3"0,1 3 0,1 4 0,-2-1 0,3 0 0,-2-1 0,0-1 0,1 2 0,-2 0 0,1-1 0,-1 1 0,2 0 0,-2-1 0,3 1 0,-3 0 0,3-2 0,-2 1 0,2 1 0,-3 0 0,2 1 0,-1-3 0,1 0 0,0 0 0,-1 0 0,1 1 0,0 1 0,-1 0 0,2-1 0,-2 0 0,2 1 0,-3-3 0,3 6 0,-3-5 0,3 3 0,-2-1 0,2 0 0,-3-1 0,3 1 0,-3 0 0,3-1 0,-2 1 0,1 1 0,0-1 0,0 1 0,1-1 0,-3 0 0,3-1 0,-1 1 0,0 0 0,1 1 0,-1-1 0,1 1 0,0-1 0,1-1 0,-1 1 0,2 0 0,-1-1 0,0 1 0,0 0 0,0-1 0,3-1 0,-3 2 0,3-1 0,-3 1 0,1 2 0,0-3 0,-2 1 0,2-1 0,-1 3 0,1-2 0,-2 1 0,2 0 0,-2-1 0,2 3 0,-2-3 0,1 2 0,2-3 0,-2 3 0,4-3 0,-5 3 0,2-2 0,0 3 0,-1-2 0,0 1 0,1 1 0,-1-3 0,1 2 0,-1 0 0,0-1 0,1 2 0,0-2 0,-2 1 0,2 1 0,-2-3 0,2 2 0,0 0 0,1 1 0,0-2 0,-3 2 0,2-2 0,-1 2 0,0 0 0,0-1 0,1 1 0,0-2 0,-2 2 0,2 0 0,-2 0 0,2 0 0,-1 0 0,2 0 0,-2 0 0,1 0 0,-2 0 0,0 0 0,0 0 0,2 0 0,0 0 0,1 0 0,-2 0 0,0 0 0,-1 0 0,2 0 0,-2 0 0,1 2 0,0-2 0,-2 3 0,3-3 0,-2 2 0,1-1 0,-1-1 0,0 3 0,-1-1 0,1 0 0,-1 1 0,0-1 0,1 1 0,-3 1 0,3-1 0,-3 0 0,2 0 0,-1 1 0,0-1 0,2 0 0,-3 1 0,2-1 0,-2 0 0,0 1 0,1 0 0,-1 0 0,2 1 0,-2-2 0,0 0 0,0 1 0,0-1 0,0 0 0,0 1 0,0-1 0,0 0 0,0 1 0,0-1 0,0 0 0,0 1 0,0-1 0,0 0 0,0 0 0,0 1 0,0-1 0,0 0 0,0 1 0,0-1 0,-2 0 0,2 1 0,-2-1 0,2 0 0,0 2 0,0-1 0,0 1 0,-1-2 0,1 0 0,-2 0 0,2 1 0,0-1 0,-1 0 0,0 1 0,0-1 0,1 0 0,0 1 0,0-1 0,0 0 0,0 1 0,0-1 0,6-6 0,-5 2 0,7-4 0,-8 2 0,3 3 0,-1-5 0,1 5 0,-1-5 0,2 3 0,-2-1 0,3 0 0,-1-1 0,-1 1 0,0 1 0,-1-1 0,1 1 0,0-1 0,1 0 0,1-1 0,-2 2 0,-1 0 0,1 0 0,-1 0 0,1-1 0,2 1 0,-2-1 0,2 1 0,-2-1 0,1 2 0,-2-2 0,2 2 0,-2-3 0,3 2 0,-2 1 0,1-1 0,-1 2 0,0-3 0,2 3 0,-1-2 0,2 1 0,-2-1 0,0 0 0,0 1 0,1-1 0,-2 2 0,2-3 0,0 2 0,-2 0 0,4-1 0,-4 2 0,4-1 0,-4 1 0,2 0 0,0-2 0,0 2 0,2-2 0,-2 2 0,1-1 0,-2 0 0,2 0 0,-2 1 0,2 0 0,-2 0 0,2 0 0,-1 0 0,0 0 0,1 0 0,-2 0 0,2 0 0,-2 0 0,4 0 0,-3 0 0,3 0 0,-3 0 0,2 0 0,-4 0 0,4 0 0,-4 0 0,4 0 0,-4 0 0,3 0 0,-2 0 0,1 1 0,0 0 0,-2 0 0,2-1 0,0 0 0,-1 2 0,0-2 0,1 1 0,-1 1 0,1-2 0,-2 2 0,2-2 0,-2 1 0,2 0 0,-2 2 0,1-3 0,1 1 0,-2 1 0,2-2 0,-2 3 0,1-2 0,-1 0 0,0 1 0,1-2 0,-1 1 0,0 1 0,1-2 0,-1 3 0,0-1 0,0 0 0,-1 1 0,3-1 0,-3-1 0,3 2 0,-2-1 0,0 2 0,1-1 0,-1 0 0,0 0 0,1 1 0,-3-1 0,2 0 0,-2 1 0,2-1 0,-3 0 0,1 1 0,1-1 0,-2 0 0,2 1 0,-2-1 0,0 0 0,0 2 0,1 0 0,0 0 0,0 0 0,-1-2 0,0 1 0,0-1 0,0 0 0,0 1 0,0-1 0,0 0 0,0 0 0,0 2 0,0-1 0,0 1 0,0-2 0,0 0 0,0 1 0,0-1 0,0 0 0,0 1 0,0-1 0,-1 0 0,0 1 0,0-1 0,1 0 0,0 0 0,0 1 0,0-1 0,-2 0 0,2 1 0,-2-1 0,2 0 0,0 1 0,0-1 0,-1 0 0,1 1 0,-2-1 0,2 0 0,-1 0 0,0 1 0,0-1 0,1 0 0,0 1 0,0-1 0,0 0 0,-2 1 0,2-1 0,-2 0 0,2 1 0,-1-1 0,1 0 0,-2 0 0,2 1 0,-1-1 0,0 0 0,0 1 0,1-1 0,0 0 0,-2 1 0,2-1 0,-2 0 0,1 1 0,0-1 0,0 0 0,-2-1 0,-1 0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4:55.147"/>
    </inkml:context>
    <inkml:brush xml:id="br0">
      <inkml:brushProperty name="width" value="0.35" units="cm"/>
      <inkml:brushProperty name="height" value="2.1" units="cm"/>
      <inkml:brushProperty name="color" value="#CC0066"/>
      <inkml:brushProperty name="inkEffects" value="pencil"/>
    </inkml:brush>
  </inkml:definitions>
  <inkml:trace contextRef="#ctx0" brushRef="#br0">450 157 16383,'-1'-9'0,"0"1"0,0 5 0,-1 0 0,2-1 0,-3 1 0,3 0 0,-3-1 0,2 1 0,-2 1 0,2-1 0,-1 1 0,0-1 0,1 0 0,-1 1 0,-1-1 0,1 1 0,-1 0 0,1-1 0,0 1 0,-1-1 0,1 1 0,0-1 0,-5 0 0,4-1 0,-5-1 0,5 3 0,0-1 0,-1 2 0,1-1 0,0-1 0,-1 2 0,1-2 0,-1 3 0,1-3 0,0 3 0,-5-5 0,4 3 0,-4-1 0,4 0 0,1 2 0,-2-2 0,2 3 0,-4-3 0,4 1 0,-4 0 0,4 1 0,-2-1 0,0 0 0,1 1 0,-1-1 0,-2 1 0,2 0 0,-3-2 0,4 3 0,0-2 0,-2 1 0,2 1 0,-2-2 0,0 2 0,1-1 0,-1 0 0,2 0 0,-2 1 0,2-2 0,-2 2 0,2-2 0,-5 2 0,5 0 0,-4 0 0,3 0 0,1 0 0,-2-1 0,2 1 0,-2-2 0,2 2 0,-2 0 0,2 0 0,0 0 0,-1 0 0,1 0 0,-1 0 0,2 0 0,-2 0 0,1 0 0,0 0 0,0 0 0,1 0 0,-2 0 0,1 0 0,-2 0 0,2 0 0,0 0 0,0 0 0,1 0 0,0 0 0,-1 0 0,1 2 0,-1-2 0,1 1 0,0 1 0,-1-2 0,1 2 0,0-1 0,-1 1 0,1 0 0,0 1 0,-1-3 0,3 3 0,-2-1 0,1 1 0,-2 1 0,3-1 0,-2 0 0,2 1 0,-2-1 0,3 0 0,-2 0 0,2 1 0,-1-1 0,1 0 0,-2 1 0,2-1 0,0 0 0,0 1 0,0-1 0,0 0 0,0 1 0,0-1 0,0 0 0,0 0 0,2 1 0,-2-1 0,1 0 0,1 1 0,-2-1 0,2 0 0,-1 1 0,1-1 0,0 2 0,1-3 0,-3 2 0,2-2 0,-1 1 0,1 1 0,0-1 0,1 0 0,-1 1 0,-1-1 0,2 0 0,-1 1 0,0-1 0,1 0 0,-1 1 0,0-1 0,1-1 0,-2 2 0,3-2 0,-1 3 0,-1-2 0,1-1 0,-1 3 0,1-5 0,-1 5 0,1-3 0,-3 1 0,4 0 0,-1-1 0,0 1 0,0-1 0,-1 0 0,1 1 0,-1-1 0,1-1 0,-1 2 0,1-2 0,0 2 0,1-3 0,-3 3 0,4-1 0,-3 0 0,3 1 0,-2-3 0,0 1 0,1 1 0,-1 0 0,0 0 0,1-1 0,-1 0 0,0 0 0,1 0 0,-1-1 0,0 2 0,1-2 0,-1 2 0,0-1 0,1-1 0,-1 2 0,0-2 0,0 0 0,1 1 0,-1 0 0,0 0 0,1-1 0,-1 0 0,0 2 0,1-2 0,-1 2 0,0-2 0,1 0 0,-1 0 0,0 0 0,0 0 0,2 1 0,-1-1 0,1 2 0,-2-2 0,0 0 0,2 1 0,-1 0 0,1 0 0,-2-1 0,2 0 0,-2 0 0,2 0 0,0 0 0,-1 0 0,2 0 0,-3 0 0,2 0 0,-1 0 0,-1 2 0,0-2 0,1 1 0,0-1 0,0 0 0,1 0 0,0 0 0,-2 0 0,2 0 0,-2 0 0,1 0 0,-1 0 0,0 0 0,1 0 0,-1 0 0,0 0 0,2 0 0,-1 0 0,0 0 0,0 0 0,-1 0 0,0 0 0,1 0 0,-1 0 0,0 0 0,1 0 0,-1 0 0,0 0 0,0-1 0,1 1 0,-1-2 0,0 2 0,1 0 0,-1-1 0,0 0 0,1 0 0,-1-1 0,0 2 0,1-2 0,-1 1 0,-1-1 0,1-1 0,-3-1 0,2 1 0,-2 0 0,0-1 0,0 1 0,0 0 0,0-1 0,0 1 0,0 0 0,0-1 0,0 1 0,0 0 0,0-1 0,0 1 0,0 0 0,0-1 0,0 1 0,0 0 0,-2-1 0,2 1 0,-2 0 0,2-1 0,0 1 0,0 0 0,0-1 0,0 1 0,0 0 0,0-1 0,5 1 0,-3 1 0,4 1 0,-2 1 0,-2 0 0,-1 0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4:55.148"/>
    </inkml:context>
    <inkml:brush xml:id="br0">
      <inkml:brushProperty name="width" value="0.35" units="cm"/>
      <inkml:brushProperty name="height" value="2.1" units="cm"/>
      <inkml:brushProperty name="color" value="#CC0066"/>
      <inkml:brushProperty name="inkEffects" value="pencil"/>
    </inkml:brush>
  </inkml:definitions>
  <inkml:trace contextRef="#ctx0" brushRef="#br0">567 134 16383,'-7'-5'0,"-1"1"0,7 1 0,-3 2 0,1-1 0,0-1 0,-1 2 0,2-2 0,-2 3 0,3-3 0,-3 3 0,2-3 0,-3 1 0,1 0 0,-1 1 0,4-1 0,-2 2 0,-1-3 0,1 2 0,-2-2 0,1 3 0,1-3 0,0 3 0,-1-3 0,1 2 0,0 0 0,-1-1 0,1 2 0,0-2 0,-1 1 0,1 1 0,0-3 0,-1 2 0,1 0 0,0-1 0,-1 2 0,1-2 0,0 1 0,-1 1 0,1-2 0,0 1 0,-1 0 0,1 0 0,0-1 0,-1 2 0,1-2 0,-2 1 0,1 1 0,-2-2 0,2 1 0,0 0 0,0 0 0,1-1 0,-2 2 0,1-2 0,-1 1 0,2 1 0,-2-2 0,2 2 0,-2-1 0,1 0 0,0 0 0,0-1 0,-1 2 0,-1-3 0,0 3 0,0-2 0,1 1 0,0 0 0,1 0 0,-2-1 0,2 2 0,-2-2 0,2 2 0,-1-1 0,1 1 0,-1-2 0,-1 1 0,2 0 0,-1 0 0,0 1 0,-1-2 0,0 2 0,2-2 0,0 2 0,-1-1 0,0 0 0,-1 0 0,0 1 0,2-1 0,-2 0 0,2 0 0,-2 1 0,2 0 0,-2 0 0,2-2 0,-2 2 0,1-2 0,0 2 0,-2 0 0,4-1 0,-2 0 0,0 0 0,1 1 0,0 0 0,-1 0 0,0 0 0,-1 0 0,2 0 0,0 0 0,-1-2 0,2 2 0,-2-1 0,0 1 0,1 0 0,-2 0 0,2 0 0,0 0 0,-1-2 0,1 2 0,-1-2 0,2 2 0,0 0 0,-1 0 0,1 0 0,0 0 0,-1 0 0,1 0 0,0 0 0,-1 0 0,1 0 0,0 0 0,-1 0 0,1 0 0,-1 2 0,3 1 0,-1 1 0,2 1 0,0-2 0,2 0 0,-1 0 0,3 1 0,-2-1 0,1-1 0,-2 1 0,3-3 0,-1 5 0,0-5 0,-1 5 0,3-3 0,-3 1 0,3-1 0,-4 1 0,2-1 0,-1-1 0,1 2 0,1-1 0,-2 1 0,1-1 0,-2 1 0,3-1 0,-1 1 0,0-1 0,-1 1 0,1-1 0,-1 0 0,1 1 0,1-1 0,-1-1 0,0 2 0,1-2 0,-3 2 0,4-3 0,-5 3 0,5-3 0,-3 3 0,1-2 0,0 0 0,1 1 0,-1-2 0,0 2 0,1-2 0,-1 1 0,0-1 0,1 2 0,-1-2 0,0 0 0,0 0 0,1 1 0,-1 0 0,0 0 0,1-1 0,0 0 0,0 0 0,1 0 0,-2 2 0,2-2 0,-1 1 0,0-1 0,0 0 0,-1 0 0,0 0 0,1 0 0,-1 0 0,0 0 0,1 0 0,-1 0 0,0 0 0,1 0 0,-1 2 0,0-2 0,1 2 0,-1-2 0,2 0 0,-2 0 0,2 0 0,-2 0 0,1 0 0,-1 0 0,2 0 0,-2 0 0,4 0 0,-4 0 0,2 0 0,-2 0 0,1 1 0,-1 0 0,0 0 0,1-1 0,-1 0 0,0 0 0,1 0 0,-1 0 0,0 0 0,2 0 0,-1 0 0,0 0 0,0 0 0,-1 0 0,2 0 0,0 0 0,0 0 0,0 0 0,-2 0 0,1 0 0,-1 0 0,0 0 0,1 0 0,-1 0 0,0 0 0,2 0 0,-1 0 0,0-1 0,0 0 0,-1 0 0,0 1 0,1-2 0,-1 0 0,0-1 0,-1 0 0,1 1 0,-1-1 0,0 1 0,-1-1 0,1-1 0,-2 1 0,1 0 0,-1-1 0,0 1 0,0 0 0,0-1 0,0 1 0,0 0 0,0-1 0,0 1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4:55.149"/>
    </inkml:context>
    <inkml:brush xml:id="br0">
      <inkml:brushProperty name="width" value="0.35" units="cm"/>
      <inkml:brushProperty name="height" value="2.1" units="cm"/>
      <inkml:brushProperty name="color" value="#CC0066"/>
      <inkml:brushProperty name="inkEffects" value="pencil"/>
    </inkml:brush>
  </inkml:definitions>
  <inkml:trace contextRef="#ctx0" brushRef="#br0">137 24 16383,'-5'9'0,"-1"-2"0,5-3 0,-2-3 0,2 4 0,-1-3 0,-1 1 0,2 2 0,-2-3 0,2 4 0,-3-2 0,2 1 0,-1-2 0,2 0 0,-1 1 0,-1-1 0,2 0 0,-2 1 0,3-1 0,-3-1 0,1 2 0,0-2 0,-2 5 0,3-4 0,-2 2 0,2-2 0,-1 1 0,0-1 0,0 0 0,1 1 0,-1-3 0,0 4 0,-1-3 0,1 3 0,1-2 0,-2 0 0,2 1 0,-2 2 0,1-2 0,-1 2 0,1-2 0,1-1 0,-1 0 0,0 1 0,1-1 0,-1 0 0,1 0 0,0 1 0,-2-1 0,3 0 0,-2 1 0,1 0 0,-1-1 0,0 1 0,-1-2 0,3 1 0,-2 1 0,1-1 0,0 0 0,-2 0 0,3 1 0,-1-1 0,-1 0 0,2 2 0,-3-3 0,2 3 0,0-3 0,1 1 0,-2 0 0,2 1 0,-1-1 0,1 0 0,0 0 0,-2 1 0,2-1 0,-2 0 0,2 1 0,0-1 0,0 0 0,0 1 0,0-1 0,0 0 0,0 1 0,0-1 0,0 0 0,0 1 0,0-1 0,2 0 0,-2 0 0,3 1 0,-3-1 0,3 0 0,-1 1 0,2 0 0,-1-1 0,-1 1 0,1-2 0,-2 1 0,3 1 0,-1-1 0,0-1 0,-1 1 0,3-2 0,-3 3 0,3-2 0,-2-1 0,-1 1 0,2-2 0,-2 3 0,3-3 0,-2 2 0,1-2 0,-1 1 0,0 0 0,1 0 0,-1-1 0,0 0 0,1 0 0,-1 1 0,2 0 0,-2 0 0,2-1 0,0 0 0,-1 0 0,0 0 0,0 0 0,-1 0 0,0 0 0,1 0 0,-1 0 0,0 0 0,1 0 0,-1 0 0,0 0 0,1 0 0,-1-1 0,0 0 0,0 0 0,1 1 0,-1-1 0,0 0 0,1-2 0,-1 3 0,0-2 0,1 1 0,-1 0 0,0-2 0,1 3 0,-3-3 0,4 3 0,-4-3 0,3 2 0,-2-2 0,1 2 0,0-3 0,1 1 0,-1 1 0,-1-1 0,1 1 0,-1-1 0,-1 0 0,2 1 0,-1-3 0,2 3 0,-3-3 0,2 3 0,-2-1 0,2 2 0,-3-3 0,1 1 0,1-1 0,0 1 0,0 0 0,-1-1 0,1 1 0,-2 0 0,1-1 0,1 1 0,-2 0 0,2-1 0,-1 1 0,0 0 0,0-1 0,-1 1 0,0 0 0,2-1 0,-2 1 0,1 0 0,-1-1 0,0 1 0,2 0 0,-2-1 0,2 1 0,-2 0 0,0-1 0,0 1 0,0 0 0,0-1 0,0 1 0,0 0 0,0-1 0,0 1 0,0 0 0,0-1 0,0 1 0,0 0 0,0-1 0,0 1 0,0 0 0,0-1 0,0 1 0,0-1 0,0 1 0,-2 0 0,2-1 0,-3 1 0,2 0 0,0-1 0,-1 1 0,2 0 0,-3-1 0,3 1 0,-3 0 0,2-1 0,-2 3 0,0-5 0,1 3 0,-3-2 0,5 2 0,-3 1 0,3-1 0,-3 0 0,1-1 0,-1 1 0,1 0 0,-1 1 0,1-3 0,-1 3 0,1-3 0,-1 3 0,1-1 0,0 2 0,1-3 0,-2 2 0,2-1 0,-4 2 0,3-3 0,-1 1 0,0 0 0,-1 1 0,3-1 0,-2 1 0,1 0 0,-2-1 0,3 1 0,-2 0 0,1-1 0,0 1 0,-1-1 0,1 1 0,0-1 0,-1 1 0,1 1 0,-1-2 0,1 1 0,-1 0 0,1-1 0,-1 1 0,0 0 0,1-1 0,-1 1 0,1-1 0,-1 1 0,1-1 0,-1 1 0,1 1 0,-1-2 0,-1 2 0,2-2 0,-2 3 0,2-3 0,-3 3 0,2-2 0,-1 2 0,1 0 0,0 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4:55.150"/>
    </inkml:context>
    <inkml:brush xml:id="br0">
      <inkml:brushProperty name="width" value="0.35" units="cm"/>
      <inkml:brushProperty name="height" value="2.1" units="cm"/>
      <inkml:brushProperty name="color" value="#CC0066"/>
      <inkml:brushProperty name="inkEffects" value="pencil"/>
    </inkml:brush>
  </inkml:definitions>
  <inkml:trace contextRef="#ctx0" brushRef="#br0">334 0 16383,'-9'0'0,"2"0"0,3 0 0,1 0 0,0 0 0,-1 0 0,1 0 0,0 0 0,-1 0 0,1 0 0,0 0 0,-1 0 0,1 0 0,0 0 0,-1 0 0,1 0 0,0 0 0,-1 0 0,1 0 0,0 0 0,-1 0 0,1 0 0,0 0 0,-1 0 0,-1 0 0,2 0 0,-2 0 0,1 0 0,1 0 0,0 0 0,-1 0 0,1 0 0,0 0 0,-1 0 0,1 0 0,0 0 0,-1 0 0,1 0 0,-2 0 0,2 0 0,-2 0 0,1 0 0,1 0 0,0 0 0,-1 0 0,1 0 0,0 0 0,-1 0 0,1 0 0,0 0 0,-1 0 0,-2 0 0,2 0 0,-2 0 0,2 0 0,1 0 0,0 0 0,-1 0 0,1 0 0,0 0 0,-1 0 0,1 0 0,-1 0 0,1 0 0,0 0 0,-1 0 0,1 0 0,0 0 0,-1 0 0,1 0 0,0 0 0,-1 0 0,1 0 0,0 2 0,-1-2 0,1 2 0,-2-2 0,2 0 0,-2 0 0,1 1 0,1-1 0,0 2 0,-1-2 0,1 1 0,0 0 0,-1 2 0,1-3 0,1 3 0,-1-1 0,1 0 0,-1 1 0,1-2 0,1 3 0,-1-1 0,2 0 0,-2 1 0,2-1 0,0 0 0,0 1 0,0-1 0,2 0 0,-2 1 0,2-1 0,-1 0 0,1 0 0,0 1 0,1-1 0,-1-1 0,-1 1 0,2-1 0,-1 0 0,1 2 0,1-2 0,-1 2 0,-1-2 0,1-1 0,-1 2 0,1-3 0,0 3 0,1-1 0,-1 0 0,0 1 0,1-3 0,-1 3 0,0-3 0,0 3 0,1-2 0,-1 0 0,0 1 0,1-2 0,-1 1 0,0 1 0,1-2 0,-1 2 0,0-2 0,1 0 0,-1 1 0,0 0 0,0 0 0,1 1 0,-1-2 0,0 1 0,1-1 0,-1 0 0,0 0 0,1 2 0,-1-2 0,0 2 0,1-2 0,-1 0 0,0 0 0,1 0 0,-1 0 0,0 0 0,0 0 0,1 0 0,-1 0 0,0-3 0,-1 0 0,1-1 0,-2-1 0,1 1 0,-1-1 0,0 2 0,-1 0 0,2-2 0,-2 1 0,3 1 0,-3 0 0,2 1 0,-2-3 0,1 3 0,0-3 0,0 2 0,-2 1 0,-1-3 0,-1 4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4:55.151"/>
    </inkml:context>
    <inkml:brush xml:id="br0">
      <inkml:brushProperty name="width" value="0.35" units="cm"/>
      <inkml:brushProperty name="height" value="2.1" units="cm"/>
      <inkml:brushProperty name="color" value="#CC0066"/>
      <inkml:brushProperty name="inkEffects" value="pencil"/>
    </inkml:brush>
  </inkml:definitions>
  <inkml:trace contextRef="#ctx0" brushRef="#br0">116 0 16383,'2'9'0,"-1"-1"0,-1-5 0,0 0 0,0 1 0,0-1 0,0 0 0,0 1 0,0-1 0,0 0 0,2 0 0,-2 1 0,1-1 0,-1 0 0,0 1 0,2-1 0,-2 0 0,2 1 0,-2-1 0,0 0 0,0 2 0,1-1 0,0 0 0,0 0 0,-1-1 0,0 0 0,0 1 0,0-1 0,0 0 0,0 1 0,0-1 0,0 0 0,0 1 0,0-1 0,0 0 0,0 1 0,0-1 0,0 0 0,0 0 0,0 1 0,0-1 0,0 0 0,0 1 0,0 0 0,0 0 0,-1-1 0,0 2 0,0-3 0,1 3 0,-2-2 0,2 0 0,-3 1 0,3-1 0,-2 0 0,1 1 0,0-1 0,0 0 0,1 1 0,-2-1 0,2 0 0,-3 1 0,2-1 0,-1 0 0,1 0 0,-2-1 0,3 3 0,-3-5 0,2 5 0,-2-3 0,2 0 0,-3 1 0,1-2 0,0 1 0,-1 1 0,1-3 0,0 2 0,-1-2 0,1 1 0,0 0 0,-1 0 0,1-1 0,0 2 0,-1-2 0,1 2 0,0-2 0,-2 1 0,1-1 0,-1 2 0,2-2 0,-1 1 0,1 0 0,0 0 0,-1-1 0,1 2 0,0-2 0,-1 2 0,1-1 0,1 1 0,2 3 0,4-2 0,-2 2 0,2-3 0,-4 1 0,3-1 0,-1 1 0,2-1 0,-3 1 0,2-1 0,-1-1 0,2 1 0,-1-1 0,-1 1 0,2 0 0,-3 1 0,3-3 0,-2 3 0,1-2 0,1 2 0,-1-3 0,-1 3 0,2-1 0,-2 0 0,2 1 0,0-3 0,-2 1 0,2 1 0,-1 0 0,-2 0 0,3-1 0,2 2 0,-3-1 0,2 1 0,-3-1 0,0-1 0,3 0 0,-3 2 0,3-1 0,-2-1 0,-1 2 0,-10-2 0,5 0 0,-8-1 0,6 0 0,1 0 0,1 0 0,1 0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4:55.152"/>
    </inkml:context>
    <inkml:brush xml:id="br0">
      <inkml:brushProperty name="width" value="0.35" units="cm"/>
      <inkml:brushProperty name="height" value="2.1" units="cm"/>
      <inkml:brushProperty name="color" value="#CC0066"/>
      <inkml:brushProperty name="inkEffects" value="pencil"/>
    </inkml:brush>
  </inkml:definitions>
  <inkml:trace contextRef="#ctx0" brushRef="#br0">53 60 16383,'-3'-9'0,"0"2"0,4 3 0,-1 1 0,3 0 0,-1 1 0,0-1 0,1 1 0,-1 0 0,1-1 0,0 3 0,-1-3 0,3 1 0,-3 0 0,3-1 0,-2 3 0,0-2 0,1 2 0,-1-1 0,0 0 0,1 0 0,-1 1 0,0 0 0,0 0 0,1-2 0,-1 2 0,2-2 0,-1 2 0,0 0 0,0-1 0,-1 1 0,0-2 0,1 2 0,-1 0 0,0 0 0,0 0 0,1 0 0,1 0 0,-2 0 0,2 0 0,-2 0 0,1 0 0,-1 0 0,0 0 0,1 0 0,-1 0 0,0 2 0,1-2 0,-1 1 0,0-1 0,0 0 0,1 2 0,-1-2 0,0 2 0,1-2 0,-1 1 0,0 0 0,1 0 0,-1 0 0,0 0 0,1 2 0,-3-1 0,2-1 0,-1 2 0,0-1 0,-1 2 0,1-1 0,-2 0 0,3 0 0,-2 1 0,0 2 0,-1-2 0,0 2 0,0-2 0,0-1 0,0 0 0,0 1 0,0-1 0,0 0 0,0 1 0,0-1 0,0 0 0,-1 0 0,0 1 0,-2-1 0,3 0 0,-2 1 0,1-1 0,1 0 0,-3 1 0,1-1 0,-2 0 0,3 1 0,-2-1 0,2 0 0,-3 2 0,1-1 0,-1 0 0,0-2 0,2 1 0,0-1 0,1 1 0,-3 1 0,1-1 0,-1 0 0,0 1 0,1-3 0,1 2 0,-2-1 0,1 1 0,-1-1 0,0 1 0,1-1 0,0 1 0,-1-1 0,2 1 0,-2-2 0,3 2 0,-3-3 0,2 3 0,0-1 0,-1 1 0,9 0 0,-5-1 0,7 0 0,-5-2 0,0 0 0,1 0 0,-1 0 0,0 1 0,1-1 0,-1 2 0,2-2 0,-2 0 0,2 0 0,-2 0 0,1 0 0,-1 0 0,0 1 0,1 0 0,-1 0 0,0-1 0,1 0 0,-1 0 0,0 0 0,1 0 0,-1 0 0,0 0 0,0 2 0,1-2 0,-1 2 0,0-2 0,1 1 0,-1-1 0,0 2 0,1-2 0,-3 3 0,1 0 0,-2 3 0,0-2 0,0 0 0,0-1 0,0 0 0,-2 1 0,2-1 0,-1 0 0,-1 1 0,2-1 0,-3 0 0,1 0 0,0 1 0,-1-2 0,1 1 0,0-2 0,-2 3 0,3-1 0,-3 0 0,2-1 0,-1 1 0,1-1 0,-1 1 0,1-1 0,0 1 0,-2-1 0,1 0 0,-2 1 0,2-3 0,0 3 0,-2-1 0,1 0 0,-1 1 0,2-3 0,0 3 0,-1-3 0,0 3 0,-2-2 0,3 2 0,-3-3 0,2 3 0,-1-3 0,0 3 0,2-2 0,-2 1 0,1-1 0,-1 0 0,2-1 0,-2 2 0,2-2 0,-2 3 0,1-3 0,1 2 0,0-1 0,-1 0 0,1 0 0,-2 1 0,2-2 0,-2 2 0,1-2 0,1 1 0,0-1 0,-1 2 0,1-2 0,0 1 0,-1 0 0,1 0 0,0-1 0,-1 0 0,1 2 0,0-2 0,-2 1 0,1-1 0,-1 2 0,2-2 0,0 2 0,-1-2 0,1 0 0,0 0 0,-1 0 0,1 0 0,0 0 0,-1 0 0,1 0 0,-1 0 0,1 0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4:55.153"/>
    </inkml:context>
    <inkml:brush xml:id="br0">
      <inkml:brushProperty name="width" value="0.35" units="cm"/>
      <inkml:brushProperty name="height" value="2.1" units="cm"/>
      <inkml:brushProperty name="color" value="#CC0066"/>
      <inkml:brushProperty name="inkEffects" value="pencil"/>
    </inkml:brush>
  </inkml:definitions>
  <inkml:trace contextRef="#ctx0" brushRef="#br0">314 17 16383,'-9'4'0,"2"-3"0,5 2 0,-1-2 0,1 2 0,-1-3 0,-1 2 0,1-1 0,0-1 0,-1 3 0,1-2 0,0 2 0,-1-3 0,1 2 0,-1-1 0,1-1 0,0 2 0,-1-1 0,1 0 0,0 0 0,-1 1 0,1-2 0,0 1 0,-1 1 0,1-2 0,0 2 0,-1-2 0,1 1 0,0 0 0,-1 0 0,1 1 0,0-2 0,-1 1 0,1 1 0,-2-2 0,0 2 0,0-1 0,0 0 0,2 0 0,-1 0 0,1 0 0,0 0 0,-1-1 0,1 0 0,0 2 0,-1-2 0,1 2 0,-2-2 0,1 1 0,-3-1 0,3 2 0,-3-1 0,4 0 0,0 0 0,-1-1 0,1 0 0,0 0 0,-1 0 0,1 0 0,0 0 0,-1 0 0,1 0 0,-1 0 0,1 0 0,0 0 0,-1 0 0,1 0 0,0 0 0,-1-1 0,1 0 0,1-3 0,-1 3 0,3-3 0,-3 2 0,1 0 0,0-2 0,-1 3 0,3-4 0,-3 4 0,1-1 0,0-3 0,-1 4 0,3-3 0,-3 2 0,3-1 0,-3-1 0,1 3 0,0-2 0,-1 1 0,2-2 0,-1 1 0,1 0 0,-2 1 0,1-1 0,0 1 0,1-1 0,-1-1 0,1 3 0,-3-1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4:55.154"/>
    </inkml:context>
    <inkml:brush xml:id="br0">
      <inkml:brushProperty name="width" value="0.35" units="cm"/>
      <inkml:brushProperty name="height" value="2.1" units="cm"/>
      <inkml:brushProperty name="color" value="#CC0066"/>
      <inkml:brushProperty name="inkEffects" value="pencil"/>
    </inkml:brush>
  </inkml:definitions>
  <inkml:trace contextRef="#ctx0" brushRef="#br0">182 0 16383,'-7'6'0,"2"0"0,2-6 0,3 3 0,-5-1 0,5 1 0,-5 0 0,3 1 0,-1-1 0,0 0 0,-1 1 0,1-1 0,1 0 0,-2 2 0,1-3 0,-1 3 0,2-4 0,-1 1 0,1 1 0,0-1 0,-2 1 0,1 1 0,0-1 0,0 0 0,1-1 0,0 1 0,-1-1 0,0 1 0,-1 1 0,1-1 0,0 0 0,1 0 0,-1-1 0,1 1 0,-1-1 0,1 1 0,-1 1 0,-1-1 0,3 0 0,-2-1 0,1 1 0,0-1 0,-1 1 0,0 2 0,-1-1 0,-1 1 0,3-2 0,-1 0 0,1-1 0,0 1 0,-1-1 0,3 1 0,-4 0 0,3 1 0,-4-1 0,4 0 0,-3 1 0,2-1 0,-1 0 0,2 1 0,-1-1 0,0 0 0,1 0 0,-1 1 0,0-1 0,1 0 0,1 1 0,-2-1 0,6 0 0,-4 1 0,6-3 0,-5 1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4:55.155"/>
    </inkml:context>
    <inkml:brush xml:id="br0">
      <inkml:brushProperty name="width" value="0.35" units="cm"/>
      <inkml:brushProperty name="height" value="2.1" units="cm"/>
      <inkml:brushProperty name="color" value="#CC0066"/>
      <inkml:brushProperty name="inkEffects" value="pencil"/>
    </inkml:brush>
  </inkml:definitions>
  <inkml:trace contextRef="#ctx0" brushRef="#br0">97 24 16383,'-9'-1'0,"1"-2"0,5 2 0,0 0 0,-1 1 0,1 0 0,0 0 0,-1 0 0,1 0 0,0-2 0,-1 2 0,1-2 0,0 2 0,-1 0 0,1 0 0,0 0 0,-1 0 0,1 0 0,-1 0 0,1 2 0,0 1 0,1 1 0,0 1 0,1-3 0,-1 0 0,0 2 0,1-1 0,-1 1 0,2-1 0,-2 0 0,2 1 0,-1-1 0,1 1 0,-2-1 0,2 1 0,0 0 0,0-1 0,0 0 0,0 1 0,0-1 0,0 0 0,0 1 0,0-1 0,2 0 0,-1 0 0,3-1 0,-2 1 0,1-1 0,-2 0 0,3 1 0,-1-3 0,0 2 0,1-1 0,-1 0 0,0 0 0,1 1 0,-1-2 0,0 1 0,0-1 0,1 2 0,-1-2 0,0 2 0,1-2 0,-1 0 0,0 0 0,1 0 0,-1 0 0,0 0 0,1 0 0,-1 0 0,0 0 0,0 0 0,1-2 0,-1 2 0,0-3 0,1 2 0,-2-2 0,0 2 0,0-1 0,2-1 0,-3 1 0,2 0 0,-1-1 0,0 1 0,1-1 0,-3 0 0,3 1 0,-1-3 0,0 3 0,1-1 0,-3-2 0,3 5 0,-2-5 0,0 2 0,1-1 0,-2-1 0,1 2 0,-1-1 0,0 1 0,0 0 0,0-1 0,0 1 0,-1 0 0,1-1 0,-3 1 0,1 0 0,-2-1 0,1 1 0,0 1 0,1-1 0,-1 1 0,1 1 0,-1-2 0,-1 2 0,1 0 0,0-1 0,-1 2 0,1-3 0,0 3 0,-1-2 0,1 2 0,0 0 0,-1 1 0,1 1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4:55.156"/>
    </inkml:context>
    <inkml:brush xml:id="br0">
      <inkml:brushProperty name="width" value="0.35" units="cm"/>
      <inkml:brushProperty name="height" value="2.1" units="cm"/>
      <inkml:brushProperty name="color" value="#CC0066"/>
      <inkml:brushProperty name="inkEffects" value="pencil"/>
    </inkml:brush>
  </inkml:definitions>
  <inkml:trace contextRef="#ctx0" brushRef="#br0">211 10 16383,'0'9'0,"0"-2"0,0-3 0,-2-1 0,2 0 0,-2 1 0,2-1 0,-1 0 0,0 1 0,0-1 0,-1 0 0,2 0 0,-1 1 0,-1-1 0,2 2 0,-3-1 0,2 0 0,-2 0 0,3-1 0,-1 0 0,-1 1 0,2-1 0,-2 0 0,2 1 0,-1-1 0,0 0 0,-2 0 0,3 1 0,-1-1 0,-1 2 0,2-1 0,-3 0 0,2 0 0,0-1 0,1 0 0,-2 1 0,1-1 0,-1 2 0,0-2 0,2 2 0,-1-2 0,0 1 0,-2-1 0,3 2 0,-2-2 0,1 2 0,1-1 0,-3-1 0,2 0 0,-2 2 0,3-1 0,-3 0 0,3 0 0,-3-1 0,2 0 0,-2 1 0,1 0 0,1 0 0,-2 1 0,1 0 0,0-2 0,-3 5 0,5-4 0,-5 2 0,5-1 0,-3-1 0,3 1 0,-3-2 0,1 0 0,0 2 0,-1-1 0,3 0 0,-3 0 0,1 1 0,0-2 0,-1 2 0,2-2 0,-1 2 0,1-1 0,0 1 0,-1-1 0,0 2 0,0-1 0,-1-1 0,3 0 0,-1-1 0,1 0 0,0 1 0,-2-1 0,2 0 0,-2 1 0,2-1 0,-1 0 0,0 1 0,0-1 0,-1 0 0,2 0 0,-1 1 0,1-1 0,-2 0 0,2 1 0,-2-1 0,1 0 0,0 1 0,0-1 0,1 0 0,0 1 0,0-1 0,-2 2 0,2-2 0,-3 4 0,3-4 0,-2 2 0,2-2 0,0 1 0,-1-1 0,0 0 0,0 1 0,1-1 0,0 0 0,0 1 0,-2-1 0,2 5 0,-1-3 0,-1 2 0,2-3 0,-2-2 0,2 2 0,-1-1 0,0 0 0,0 1 0,1-1 0,0 0 0,-2 0 0,2 1 0,-1-1 0,-1 0 0,2 1 0,-2-1 0,1 2 0,0-2 0,0 2 0,1-1 0,-2-1 0,2 0 0,-1 0 0,1 1 0,-2 1 0,0-2 0,0 2 0,1 0 0,-1-2 0,2 2 0,-2-1 0,2-1 0,-1 0 0,1 1 0,-3 0 0,2 0 0,-2 1 0,3-2 0,-2 0 0,1 1 0,1-1 0,-2 0 0,1 1 0,0-1 0,-2 0 0,3 1 0,-2-1 0,1 0 0,1 0 0,-2 1 0,6-2 0,-1-1 0,3-1 0,-2 2 0,-1-2 0,0 1 0,1-1 0,-1 0 0,0 0 0,2 0 0,-1 0 0,0 0 0,0 0 0,-1 0 0,0 0 0,1 0 0,-1 0 0,0 0 0,1 0 0,-1 0 0,0 0 0,2 0 0,-1 0 0,0 0 0,0 0 0,-1 0 0,0 0 0,1 0 0,-1 0 0,0 0 0,1 0 0,-1 0 0,0 0 0,1 0 0,0 0 0,0 0 0,4 0 0,-4 0 0,2 0 0,-3 0 0,1 0 0,-1 0 0,0 0 0,1 0 0,0 0 0,0 0 0,1 0 0,-2 0 0,0 0 0,1 0 0,-1 0 0,3 0 0,-2 0 0,3 0 0,-3 0 0,0 0 0,1 0 0,-2 0 0,0 0 0,1 0 0,-1 0 0,0 0 0,1 0 0,-1 0 0,0 0 0,2 0 0,-1 0 0,2 0 0,-2 0 0,0 0 0,0 0 0,-1 0 0,0 0 0,1 0 0,-1 0 0,0 0 0,1 0 0,-1 0 0,0 0 0,1 0 0,-1 0 0,2 0 0,-2 0 0,2 0 0,-2 0 0,1 0 0,-1 0 0,0 0 0,1 0 0,-1 0 0,0 0 0,1 0 0,-1 0 0,0 0 0,0 0 0,1 0 0,-1-1 0,0 1 0,1-2 0,-1 2 0,0 0 0,1 0 0,-1 0 0,0 0 0,1-1 0,-1 0 0,0 0 0,1 1 0,-1 0 0,0-2 0,0 2 0,1-2 0,-1 2 0,0-1 0,1 1 0,-1-2 0,0 2 0,1-1 0,-1 0 0,0 0 0,1 1 0,-1-2 0,0 2 0,0-2 0,1 1 0,-1 0 0,0-1 0,1 1 0,0-2 0,0 1 0,1 0 0,-2 1 0,-1-1 0,3 1 0,-3-1 0,2-1 0,0 2 0,-1-2 0,0 3 0,1-3 0,-1 1 0,0 0 0,1-1 0,-1 2 0,0-1 0,-1-1 0,3 1 0,-3-1 0,3 1 0,-4-1 0,2 1 0,-1 0 0,1-1 0,1 1 0,-1 0 0,0-2 0,1 2 0,-1-2 0,-1 1 0,1 3 0,-1-3 0,1 1 0,-1-1 0,1 1 0,-1-1 0,-1 1 0,2-1 0,-1-1 0,1 3 0,-1-2 0,1 1 0,-2-2 0,2 1 0,-2 1 0,1-1 0,1 1 0,-1-1 0,1 0 0,-1-1 0,1 1 0,-1 0 0,0-1 0,1 1 0,-3 0 0,3 1 0,-1-1 0,0 1 0,1-1 0,-3-1 0,1 1 0,1 0 0,0 1 0,0-3 0,1 5 0,-3-5 0,3 3 0,-3-1 0,3 0 0,-1-1 0,0 1 0,1 1 0,-1-2 0,-1 1 0,2 0 0,-1-1 0,2 1 0,-3-2 0,1 2 0,-1 0 0,1-1 0,0 1 0,1 1 0,-3-2 0,3 2 0,-2-3 0,2 1 0,-3 1 0,3 0 0,-3-1 0,2 1 0,-2 0 0,0-1 0,0 1 0,1 0 0,0-1 0,0 1 0,-1 0 0,2-1 0,-2 1 0,1 0 0,-1-1 0,2 1 0,-2 0 0,2-1 0,-2 1 0,0 0 0,0-1 0,0 1 0,0 0 0,0-1 0,0 1 0,0 0 0,0-1 0,0 1 0,-2 0 0,2-1 0,-3 1 0,2-1 0,0 1 0,0 0 0,0-1 0,0 1 0,1 0 0,0-1 0,0 1 0,0 0 0,-2-1 0,2 1 0,-2 0 0,2-1 0,0 1 0,-1 0 0,0-1 0,0 1 0,-1 0 0,2-1 0,-1 1 0,1 0 0,0-1 0,0 1 0,-2 0 0,2-1 0,-2 1 0,1 0 0,0-1 0,0 1 0,-1 0 0,2-1 0,-1 1 0,-1 0 0,2-1 0,-3 1 0,1 0 0,0-1 0,1 1 0,-1 0 0,2-1 0,-5 1 0,5-1 0,-5 1 0,3 0 0,0-1 0,-1 1 0,2 1 0,-1-1 0,-1 1 0,1 1 0,-1-2 0,1 1 0,-1 0 0,1-1 0,0 1 0,-2-1 0,1-1 0,-2 3 0,4-2 0,-2 2 0,1-2 0,-2 3 0,1-3 0,0 1 0,-1-1 0,1 1 0,0 0 0,-1 1 0,1 0 0,0-1 0,-1 0 0,0 0 0,0-1 0,-1 2 0,2-1 0,-1 1 0,1 0 0,0-1 0,-1 2 0,1-3 0,0 2 0,-1-2 0,1 3 0,-2-3 0,1 1 0,-2-1 0,2 1 0,0-1 0,0 3 0,1-3 0,0 2 0,-1-2 0,1 3 0,0-3 0,-1 3 0,1-2 0,0 1 0,-1 0 0,1 0 0,0-1 0,-1 2 0,1-1 0,-1-1 0,1 2 0,0-2 0,-1 2 0,1-1 0,0 0 0,-1-2 0,1 3 0,0-1 0,-1-1 0,1 2 0,0-2 0,-1 1 0,1 0 0,0-2 0,-1 3 0,1-1 0,0 1 0,-1 0 0,1-2 0,0 2 0,-1-2 0,1 1 0,0 0 0,-1 0 0,1 1 0,0-2 0,-1 2 0,1-2 0,0 2 0,-1-1 0,1 1 0,0-2 0,-1 2 0,1 0 0,0 0 0,-1 0 0,1 0 0,0 0 0,-1-1 0,1 0 0,-1 0 0,1 1 0,0 0 0,-1 0 0,1 0 0,0 0 0,-1 0 0,1 0 0,-2 0 0,2 0 0,-2 0 0,1 0 0,1 0 0,0 0 0,-4 1 0,3 0 0,-2 0 0,3-1 0,-1 0 0,1 0 0,0 0 0,-4 0 0,3 0 0,-2 0 0,3 0 0,-2 0 0,1 0 0,-1 0 0,2 0 0,0 0 0,-1 0 0,1 0 0,0 0 0,-1 0 0,1 0 0,0 0 0,-1 0 0,7-6 0,-2 5 0,4-7 0,-2 8 0,-2-2 0,4 1 0,-3 1 0,1-2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4:55.157"/>
    </inkml:context>
    <inkml:brush xml:id="br0">
      <inkml:brushProperty name="width" value="0.35" units="cm"/>
      <inkml:brushProperty name="height" value="2.1" units="cm"/>
      <inkml:brushProperty name="color" value="#CC0066"/>
      <inkml:brushProperty name="inkEffects" value="pencil"/>
    </inkml:brush>
  </inkml:definitions>
  <inkml:trace contextRef="#ctx0" brushRef="#br0">598 94 16383,'-5'-8'0,"2"1"0,1 5 0,1 0 0,-1-2 0,0 1 0,-1 0 0,1 0 0,0 1 0,-2-1 0,2 1 0,-2-1 0,0 1 0,2 0 0,-2-1 0,0 3 0,3-3 0,-3 3 0,0-3 0,-1 1 0,0-1 0,0 1 0,2 0 0,-1 1 0,1 0 0,0 0 0,-1-1 0,1 2 0,0-3 0,-1 3 0,1-2 0,0 2 0,-1-1 0,1 0 0,0 0 0,-1-1 0,1 2 0,0-2 0,-1 1 0,1 1 0,0-2 0,-1 2 0,1-1 0,0 0 0,-1 0 0,1 1 0,0 0 0,-1-2 0,1 2 0,0-2 0,-1 2 0,1 0 0,-1 0 0,1-1 0,0 1 0,-1-2 0,1 2 0,0 0 0,-1 0 0,1 0 0,0 0 0,-1 0 0,1 0 0,-2 0 0,2 0 0,-2 0 0,1 0 0,1 0 0,0 0 0,-2 0 0,1 0 0,-1 0 0,1 0 0,0 0 0,-1 0 0,2 0 0,-1 0 0,1 0 0,0 2 0,-1-2 0,1 1 0,0-1 0,-1 0 0,1 2 0,0-2 0,-1 2 0,1-2 0,0 0 0,-1 0 0,1 1 0,0 0 0,-1 0 0,1 1 0,0-2 0,-1 1 0,1-1 0,-1 0 0,1 2 0,0-2 0,-1 2 0,1-2 0,0 1 0,-1-1 0,1 2 0,0-2 0,-1 1 0,1 0 0,0 2 0,-1-3 0,1 2 0,0-1 0,-1-1 0,1 3 0,0-2 0,-1 0 0,1 1 0,0 0 0,-1-1 0,2 2 0,-2-1 0,2 1 0,-3-1 0,3 1 0,-1-2 0,1 2 0,-1-2 0,1 3 0,-1-2 0,1 0 0,0 0 0,-1 2 0,2-1 0,-1 0 0,-1 1 0,1-3 0,0 2 0,-1-1 0,3 1 0,-3 1 0,1-2 0,0 1 0,-1-2 0,3 3 0,-3-1 0,1 0 0,-2 1 0,1-1 0,1 0 0,-1-1 0,1 2 0,1-1 0,-2 0 0,1 1 0,-2-1 0,3 1 0,-2 0 0,2-1 0,-2-1 0,1 2 0,1-2 0,-2 2 0,2 0 0,-2-2 0,3 3 0,-3-1 0,3-1 0,-3-1 0,2 2 0,-2-3 0,3 3 0,-3 0 0,1-1 0,0 2 0,1-2 0,-1 1 0,2-1 0,-3 0 0,2 1 0,-1-3 0,1 4 0,-2-4 0,3 3 0,-2-1 0,1-1 0,0 3 0,-2-3 0,3 1 0,-1 0 0,-1 1 0,2-1 0,-3 0 0,2 1 0,-2-1 0,3 0 0,-1 0 0,-1 1 0,2-1 0,-3 0 0,2 1 0,-2-2 0,3 2 0,-1-2 0,-1 3 0,2-2 0,-2 1 0,1-1 0,0 0 0,0 1 0,-1-1 0,2 0 0,-1 0 0,-1 1 0,2-1 0,-2 0 0,1 1 0,0-1 0,-2 0 0,2 1 0,-1-1 0,0 0 0,1 1 0,0-1 0,0 0 0,1 0 0,-2 1 0,2-1 0,-1 0 0,1 1 0,-2-1 0,2 0 0,-2 1 0,2-1 0,0 0 0,0 1 0,0-1 0,0 0 0,0 0 0,0 1 0,0-1 0,0 0 0,0 1 0,0-1 0,0 0 0,0 1 0,0-1 0,0 0 0,2 1 0,-2-1 0,1 0 0,-1 1 0,0-1 0,3 0 0,-2 0 0,2 1 0,-1-1 0,-2 0 0,3 1 0,-3-1 0,3-1 0,-2 2 0,1-3 0,-1 3 0,2-2 0,-1 2 0,-1-1 0,2-1 0,-2 2 0,2-3 0,-3 3 0,3-2 0,-3 1 0,3 1 0,-1-1 0,0 0 0,0 1 0,-1-1 0,1-1 0,1 1 0,-1-1 0,1 1 0,-1 0 0,0 0 0,1-1 0,-2 3 0,3-3 0,-2 3 0,0-3 0,-1 1 0,2-2 0,-1 3 0,-1-1 0,2-1 0,-1 1 0,0-1 0,2 1 0,-3 0 0,4-1 0,-4 1 0,1-1 0,3 1 0,-3 0 0,1 1 0,0-2 0,-1-1 0,1 1 0,1-1 0,-1 3 0,0-1 0,1-1 0,-3 1 0,2-1 0,-1-1 0,1 2 0,-1-1 0,1 0 0,-1 1 0,1-3 0,1 3 0,-1-2 0,-1 2 0,1-2 0,-1 1 0,1 1 0,0-2 0,1 2 0,-1-3 0,0 3 0,1-3 0,-3 3 0,5-1 0,-3 0 0,3-1 0,-3 1 0,1-2 0,-1 2 0,0-2 0,1 1 0,3-1 0,-2 2 0,2-2 0,-3 0 0,-1 0 0,0 0 0,1 1 0,-1 0 0,0 0 0,5-1 0,-4 0 0,4 0 0,-5 0 0,1 0 0,-1 0 0,0 0 0,1-1 0,-1 0 0,0 0 0,1 1 0,5-2 0,-4 2 0,4-1 0,-6 1 0,0-2 0,1 2 0,-1-2 0,0 2 0,1 0 0,-1 0 0,5-1 0,-4 0 0,4 0 0,-6-1 0,1 2 0,0-1 0,1 1 0,0 0 0,3-2 0,-3 0 0,2 0 0,-3 1 0,-1-1 0,2 2 0,-1-3 0,4 1 0,-3-1 0,3 1 0,-5-1 0,1 3 0,-2-3 0,4-1 0,-1 2 0,-1-2 0,0 3 0,-3-2 0,6 0 0,-5-1 0,5-1 0,-4 4 0,0-2 0,1 1 0,-1-2 0,1 1 0,0 1 0,-1-1 0,1 1 0,-1 1 0,1-2 0,1 1 0,-1-2 0,0 1 0,1 1 0,-1 1 0,0-1 0,0 0 0,1 0 0,-2 0 0,2 0 0,-2 0 0,2-1 0,0 2 0,-3-2 0,3 3 0,-2-3 0,1 1 0,1 0 0,-3-1 0,2 2 0,-1-1 0,1-1 0,1 1 0,-1 0 0,-1-1 0,1 1 0,-3-1 0,2 0 0,-1-1 0,0 1 0,0 0 0,-1-1 0,0 1 0,2-1 0,-2 1 0,1 0 0,-1-1 0,0 1 0,2 0 0,-2-1 0,2 1 0,-1 0 0,-1-1 0,2 1 0,-2 0 0,0-1 0,0 1 0,0 0 0,1-1 0,0 1 0,0 0 0,-1-1 0,2 1 0,-2 0 0,2-1 0,-2 1 0,0 0 0,0-1 0,0 1 0,0 0 0,0-1 0,1 1 0,-1 0 0,2-1 0,-2 1 0,1 0 0,0-1 0,2 1 0,-3 0 0,2-1 0,-2 1 0,1 0 0,-1-1 0,2 1 0,-2 0 0,0-1 0,0 1 0,0-1 0,0 1 0,0 0 0,0-1 0,1 1 0,0 0 0,0-1 0,-1 1 0,2 0 0,-2-1 0,1 1 0,-1 0 0,0-1 0,0 1 0,0 0 0,0-1 0,0 1 0,0 0 0,0-1 0,0 1 0,0 0 0,0-2 0,0 1 0,0-1 0,0 2 0,0 0 0,0-1 0,0 1 0,0 0 0,0-1 0,0 1 0,0 0 0,0-1 0,0 1 0,-1 0 0,1-1 0,-2 1 0,2 0 0,0-1 0,0 1 0,0-1 0,-1 1 0,0 0 0,0-1 0,1 1 0,0 0 0,0-1 0,0 1 0,0 0 0,-2-1 0,2 1 0,-2 0 0,2-1 0,-1 1 0,1 0 0,-2-1 0,1 1 0,0 0 0,0-1 0,-1 1 0,2 0 0,-3-1 0,3 1 0,-3 1 0,2-2 0,-2 3 0,3-4 0,-3 4 0,3-3 0,-2 1 0,2 0 0,-1-1 0,0 1 0,-2 0 0,3-1 0,-3 2 0,2-2 0,-1 3 0,1-3 0,-2 2 0,3-1 0,-2-1 0,2 1 0,-1-1 0,0 1 0,0 0 0,1-1 0,0 1 0,0 0 0,0-1 0,-2 1 0,-1 1 0,-1 1 0,0 1 0,-13 6 0,10-3 0,-15 6 0,18-7 0,-3 1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4:55.158"/>
    </inkml:context>
    <inkml:brush xml:id="br0">
      <inkml:brushProperty name="width" value="0.35" units="cm"/>
      <inkml:brushProperty name="height" value="2.1" units="cm"/>
      <inkml:brushProperty name="color" value="#CC0066"/>
      <inkml:brushProperty name="inkEffects" value="pencil"/>
    </inkml:brush>
  </inkml:definitions>
  <inkml:trace contextRef="#ctx0" brushRef="#br0">628 134 16383,'-5'-8'0,"2"1"0,1 5 0,1 0 0,-1-2 0,-1 2 0,-1-2 0,3 1 0,-2 1 0,1 1 0,0-4 0,-1 4 0,1-2 0,-1 2 0,1-1 0,-3-1 0,5-1 0,-5 2 0,3 0 0,-1 0 0,0 0 0,1-1 0,-3 1 0,3 0 0,-4-2 0,2 3 0,-1-4 0,2 4 0,0-1 0,-1 0 0,1 1 0,0-1 0,-1 0 0,1-1 0,-1 3 0,1-3 0,0 2 0,-1 0 0,1-1 0,0 2 0,-2-3 0,1 3 0,1-3 0,0 2 0,1 0 0,-1-1 0,-1 2 0,1-1 0,0 1 0,-1-2 0,1 2 0,0-2 0,-1 2 0,1 0 0,0-1 0,-1 0 0,1 0 0,0 1 0,-1-2 0,1 2 0,-2-1 0,1 1 0,0 0 0,0 0 0,1 0 0,0 0 0,-1 0 0,1 0 0,0 0 0,-1 0 0,1-2 0,-2 2 0,1-2 0,-1 2 0,2 0 0,0 0 0,-1 0 0,1 0 0,0 0 0,-1-1 0,1 0 0,0 0 0,-1 1 0,1 0 0,0 0 0,-1 0 0,1-2 0,0 2 0,-1-2 0,1 2 0,0 0 0,-1 0 0,0-1 0,0 1 0,-1-2 0,2 2 0,-1 0 0,1 0 0,0 0 0,-1 0 0,1 0 0,0 0 0,-1 0 0,1 0 0,0 0 0,-1 0 0,1 0 0,0 0 0,-1 0 0,1 0 0,0 0 0,-1 0 0,1 0 0,-1 0 0,1 0 0,0 0 0,-1 0 0,1 0 0,0 0 0,-1 0 0,1 2 0,0-2 0,-1 1 0,1-1 0,0 2 0,-1-2 0,1 2 0,0-1 0,-1 0 0,1 0 0,0-1 0,-1 2 0,1-2 0,0 3 0,-1-3 0,1 3 0,0-2 0,-1 0 0,1 0 0,0 0 0,-1 2 0,1-1 0,0-1 0,1 2 0,-3-1 0,3 2 0,-3-3 0,3 2 0,1-1 0,-2 0 0,1 2 0,-3-3 0,3 4 0,-1-5 0,1 3 0,-1-1 0,-1 3 0,1-2 0,1 2 0,-1-3 0,3 1 0,-3-1 0,1 1 0,0 0 0,-1-1 0,1 1 0,-1 0 0,0 1 0,1 1 0,-1-3 0,3 1 0,-3-2 0,2 3 0,-3-1 0,3 0 0,-3 1 0,3-1 0,-2-1 0,1 2 0,-1-2 0,0 3 0,1-2 0,-1 1 0,1-1 0,0 0 0,-1 1 0,1-2 0,0 0 0,0 0 0,1 2 0,-2-1 0,1-1 0,0 1 0,-1-1 0,3 1 0,-1 0 0,-1 0 0,2 1 0,-3-1 0,2 0 0,0 1 0,-1-1 0,2 0 0,-1 1 0,-1-1 0,2 0 0,-2 1 0,2-1 0,0 0 0,-1 1 0,0-1 0,0 0 0,1 0 0,0 1 0,-2-1 0,2 0 0,-1 1 0,1-1 0,0 0 0,0 1 0,0-1 0,0 0 0,-2 1 0,2-1 0,-2 0 0,2 0 0,0 1 0,0-1 0,0 0 0,0 1 0,0-1 0,0 0 0,0 1 0,0-1 0,0 0 0,0 1 0,0-1 0,0 0 0,0 0 0,0 1 0,0-1 0,0 0 0,0 1 0,0-1 0,0 0 0,0 1 0,0-1 0,0 0 0,0 1 0,0-1 0,0 0 0,0 1 0,0-1 0,0 0 0,0 0 0,0 1 0,2-1 0,-2 0 0,2 1 0,-2-1 0,0 0 0,0 1 0,0-1 0,0 0 0,0 1 0,0-1 0,0 0 0,0 0 0,0 1 0,0-1 0,0 0 0,0 1 0,0-1 0,0 0 0,0 1 0,0-1 0,0 0 0,0 1 0,0-1 0,0 0 0,0 0 0,0 1 0,1-1 0,-1 0 0,2 1 0,-2-1 0,0 0 0,0 1 0,0-1 0,0 0 0,0 1 0,0-1 0,0 0 0,0 1 0,0-1 0,0 0 0,0 0 0,0 1 0,0-1 0,0 0 0,0 1 0,0-1 0,1 0 0,0 1 0,0-1 0,-1 0 0,0 1 0,2-1 0,-2 0 0,1 0 0,-1 1 0,2-1 0,-2 0 0,2 1 0,-1-1 0,0 0 0,0 1 0,-1-1 0,2 0 0,-2 1 0,3-1 0,-3 0 0,3 0 0,-2 1 0,1-2 0,-1 2 0,2-3 0,-3 3 0,3-2 0,-3 1 0,3 1 0,-1-1 0,2 0 0,-3 1 0,2-3 0,-1 4 0,1-3 0,1 3 0,-1-2 0,0 0 0,-1 1 0,1-2 0,-1 1 0,1-3 0,1 3 0,-1-1 0,0 1 0,1-1 0,-1 1 0,0-3 0,1 3 0,0-3 0,-1 3 0,1-2 0,-2 0 0,1 1 0,0-2 0,1 2 0,-1-1 0,0-1 0,1 2 0,-1-2 0,0 1 0,1 0 0,-1 0 0,0 1 0,0-2 0,1 1 0,-1-1 0,0 0 0,1 0 0,-1 2 0,0-2 0,1 2 0,-1-2 0,0 0 0,1 0 0,-1 1 0,0 0 0,0 0 0,1-1 0,-1 0 0,0 0 0,1 2 0,-1-2 0,0 1 0,1-1 0,-1 0 0,0 0 0,1 0 0,-1 2 0,0-2 0,1 2 0,-1-2 0,2 0 0,-2 0 0,2 0 0,-2 0 0,1 0 0,-1 1 0,0 0 0,1 0 0,0-1 0,0 0 0,5 0 0,-4 0 0,2 0 0,-3 1 0,-1 0 0,0 0 0,1-1 0,-1 0 0,0 0 0,1 0 0,-1 0 0,0 0 0,5 2 0,-4-2 0,4 2 0,-3-2 0,-1 0 0,0 0 0,0 0 0,-1 0 0,0 0 0,5 0 0,-4 0 0,4 0 0,-5 0 0,1 0 0,-1 0 0,0 0 0,1 0 0,-1 0 0,0 0 0,1 0 0,5-2 0,-4 2 0,4-2 0,-6 2 0,0-1 0,1 0 0,-1 0 0,0 1 0,1 0 0,5-2 0,-4 2 0,4-3 0,-6 3 0,0-2 0,1 1 0,-1 0 0,0 0 0,6-2 0,-4 2 0,4-2 0,-5 3 0,-2-1 0,2 0 0,-2 0 0,2-1 0,3 1 0,-4-1 0,5-1 0,-5 2 0,0 0 0,0-1 0,-1 1 0,3-1 0,-5-1 0,5 2 0,-3-2 0,1 3 0,0-4 0,1 3 0,-3-4 0,2 3 0,-1-1 0,0 0 0,1-1 0,-1 3 0,0-2 0,-1-1 0,1 2 0,-2-2 0,3 2 0,-1-2 0,0 1 0,-1 0 0,1-1 0,-2 1 0,3 0 0,-3-1 0,2 1 0,-1 0 0,0-1 0,2 1 0,-3 0 0,3 1 0,-3-3 0,3 3 0,-2-3 0,1 3 0,-1-1 0,0 0 0,1-1 0,-2 0 0,2 0 0,-2 1 0,1 0 0,-1-1 0,2 1 0,-2 0 0,0-1 0,1 1 0,0 0 0,0-1 0,-1 1 0,0-1 0,0 1 0,0 0 0,0-1 0,0 1 0,0 0 0,0-1 0,0 1 0,-1 0 0,0-1 0,0 1 0,1 0 0,-2-1 0,2 1 0,-3 0 0,3-1 0,-2 1 0,1 0 0,0-1 0,-2 1 0,3 0 0,-1-1 0,-1 1 0,2 0 0,-3-1 0,1 1 0,0 0 0,-1-1 0,3 1 0,-3 0 0,2-1 0,-2 2 0,3-2 0,-3 3 0,1-3 0,0 2 0,-1 0 0,1-2 0,-1 3 0,1-4 0,-1 4 0,1-1 0,-1-1 0,1 1 0,-1 0 0,1-1 0,-1 1 0,0 0 0,1-1 0,-3 3 0,5-3 0,-5 3 0,2-2 0,-1 2 0,1-1 0,-2 0 0,3 0 0,-3 1 0,2 0 0,0 0 0,-1 0 0,1 0 0,0 1 0,-1 0 0,1 0 0,0-1 0,-1 2 0,1-2 0,0 3 0,-1-3 0,1 2 0,0-2 0,-2 1 0,1 0 0,-1 2 0,2-3 0,-1 1 0,1 1 0,0-2 0,-1 2 0,1-2 0,0 1 0,-1-1 0,1 2 0,0-1 0,-1 0 0,1 0 0,0-1 0,-1 2 0,1-2 0,0 2 0,-1-2 0,1 1 0,0-1 0,-1 2 0,1-2 0,0 0 0,-1 1 0,1 0 0,0 2 0,-1-3 0,1 2 0,0-2 0,-1 1 0,1-1 0,0 2 0,-1-2 0,1 1 0,0 0 0,-1 0 0,1-1 0,0 2 0,-1-2 0,1 1 0,-1 1 0,1-2 0,0 2 0,-1-2 0,1 1 0,0 0 0,-1 0 0,1 1 0,0-2 0,-1 1 0,1-1 0,0 2 0,-1-2 0,1 2 0,-2-1 0,2 0 0,-2 1 0,1-1 0,1 2 0,0-3 0,-5 3 0,3-3 0,-1 3 0,3-2 0,1 0 0,-3 1 0,2-2 0,-2 2 0,2-2 0,-1 0 0,1 0 0,7-6 0,-3 4 0,7-4 0,-5 6 0,1 0 0,-1-1 0,0 0 0,1 0 0,-1-1 0,0 2 0,1-2 0,-1 2 0,0 0 0,0 0 0,1 0 0,1 0 0,0 0 0,-2 0 0,0 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7:27.513"/>
    </inkml:context>
    <inkml:brush xml:id="br0">
      <inkml:brushProperty name="width" value="0.35" units="cm"/>
      <inkml:brushProperty name="height" value="2.1" units="cm"/>
      <inkml:brushProperty name="color" value="#CC0066"/>
      <inkml:brushProperty name="inkEffects" value="pencil"/>
    </inkml:brush>
  </inkml:definitions>
  <inkml:trace contextRef="#ctx0" brushRef="#br0">0 1296 16383,'19'3'0,"-3"1"0,-9-4 0,0 0 0,0 0 0,0 0 0,0 0 0,0 0 0,0 0 0,0 0 0,0 0 0,3 0 0,-2 0 0,2 0 0,-3 0 0,3 0 0,-2 0 0,2 0 0,6 0 0,-7 0 0,8 0 0,-11 0 0,1 0 0,4 0 0,-4 0 0,3 0 0,-3 0 0,0 0 0,0 0 0,0 0 0,3-4 0,-2 4 0,2-4 0,0 4 0,1 0 0,0 0 0,-1 0 0,-3 0 0,0 0 0,0 0 0,0 0 0,0 0 0,0 0 0,0 0 0,0 0 0,0 0 0,3 0 0,-2 0 0,2 0 0,-3 0 0,0 0 0,0 0 0,-1 0 0,1 0 0,0 0 0,0 0 0,0 0 0,0 0 0,0 0 0,0 0 0,3 0 0,-2 0 0,5 0 0,-2 0 0,3 0 0,-3 0 0,-1 0 0,-3 0 0,0 0 0,0 0 0,0 0 0,0 0 0,0 0 0,3 0 0,-2 0 0,2 0 0,-3 0 0,0 0 0,0 0 0,0 0 0,0 0 0,0 0 0,0 0 0,-1 0 0,1 0 0,0 0 0,0 0 0,0 0 0,0 0 0,0 0 0,-3-9 0,-1 4 0,-6-6 0,-1 5 0,0 2 0,1-3 0,0 0 0,2 0 0,-5 0 0,5 0 0,-5 3 0,5-5 0,-5 7 0,5-7 0,-5 5 0,5-3 0,-2 0 0,0 0 0,-1 0 0,0 0 0,-2 3 0,5-6 0,-5 9 0,5-9 0,-5 7 0,5-4 0,-5 0 0,5-1 0,-2 1 0,0 0 0,2 0 0,-5 0 0,5 0 0,-5 0 0,5 0 0,-2 0 0,0 0 0,2 0 0,-6 0 0,7 0 0,-3 0 0,3 0 0,-4 0 0,4 0 0,-3 0 0,-1 0 0,4 0 0,-3 0 0,3 0 0,0 0 0,0 0 0,-4 0 0,4-1 0,-4 1 0,4 0 0,0 0 0,0 0 0,0 0 0,0 0 0,0 0 0,0 0 0,0 0 0,0 0 0,0 0 0,0 0 0,0 0 0,4 0 0,-4 0 0,3 0 0,-3 0 0,4 0 0,-4 0 0,3 0 0,-3 0 0,4 0 0,-4 0 0,3 0 0,-3 0 0,0-1 0,0 1 0,3 0 0,-2 0 0,5 0 0,-5 0 0,2 0 0,0 0 0,1 0 0,0 0 0,2 3 0,-5-5 0,5 7 0,-5-7 0,5 5 0,-5-3 0,5 0 0,-2 3 0,0-2 0,2 2 0,-2 0 0,3-2 0,0 2 0,0-3 0,3 0 0,-2 3 0,-1-3 0,-1 7 0,-2-10 0,3 9 0,0-6 0,0 4 0,0-1 0,0-3 0,0 4 0,0-4 0,0 6 0,0-5 0,3 2 0,-3 0 0,0-2 0,0 5 0,-4-5 0,4 5 0,0-2 0,0 0 0,0-1 0,7-3 0,-6 3 0,5 1 0,-9 0 0,2 2 0,1-5 0,1 5 0,2-2 0,6-3 0,-6 4 0,6-4 0,-9 6 0,0-3 0,0 2 0,0-2 0,0 3 0,0 0 0,9-3 0,-7 2 0,8-5 0,-10 5 0,0-2 0,0 3 0,-1 0 0,1 0 0,0 0 0,4 0 0,9-3 0,-4 2 0,4-2 0,-10 3 0,-3 0 0,0 0 0,0 0 0,0 0 0,0 0 0,3 0 0,-2 0 0,2 0 0,3-3 0,-4 2 0,7-2 0,-8 3 0,2 0 0,-3 0 0,0 0 0,0 0 0,0 0 0,3 0 0,0 0 0,1 0 0,-1 0 0,-3 0 0,7 0 0,-6 0 0,5 0 0,-6 0 0,0 0 0,0 0 0,0 0 0,0 0 0,0 0 0,3 0 0,-2 0 0,2 0 0,-3 0 0,0 0 0,0 0 0,0 0 0,0 3 0,0-2 0,0 2 0,0-3 0,3 0 0,-2 0 0,2 0 0,-3 0 0,0 0 0,0 0 0,3 0 0,-3 0 0,3 3 0,-3-2 0,0 2 0,0-3 0,0 0 0,3 0 0,-2 0 0,2 3 0,-3-2 0,0 2 0,3-3 0,-2 0 0,2 0 0,-3 3 0,0-3 0,3 4 0,-2-1 0,2-3 0,-3 4 0,0-4 0,3 0 0,1 3 0,0-3 0,-1 7 0,0-7 0,-3 4 0,4-1 0,-5-3 0,5 3 0,-4-3 0,3 4 0,-3-4 0,3 7 0,1-7 0,3 3 0,-3 1 0,-1-4 0,-3 7 0,0-7 0,0 3 0,3 0 0,-2-2 0,2 2 0,-3 0 0,3-2 0,1 5 0,0-5 0,-1 2 0,-3 0 0,0-2 0,0 5 0,3-5 0,-3 5 0,4-5 0,-8 5 0,7-5 0,-6 5 0,6-5 0,-3 5 0,0-5 0,0 5 0,0-5 0,0 2 0,3 3 0,-2-1 0,2 2 0,-3-1 0,0-5 0,-3 5 0,5-2 0,-4 3 0,5 0 0,-3-3 0,0 2 0,0-2 0,0 3 0,0-3 0,0 2 0,0-2 0,0 3 0,0 0 0,0 0 0,0-3 0,-3 2 0,2-2 0,-2-1 0,3 7 0,-4-6 0,4 3 0,-3 0 0,3-4 0,-4 4 0,4-3 0,-4 3 0,1-4 0,-1 4 0,4 0 0,-6 0 0,8 0 0,-5 0 0,3 3 0,0-5 0,-3 4 0,2-5 0,-5 3 0,5 0 0,-2 0 0,0 0 0,2-3 0,-5 5 0,5-4 0,-5 5 0,5-3 0,-2 0 0,3 0 0,-3 0 0,2 3 0,-2-2 0,0 2 0,2-3 0,-5 3 0,5-6 0,-5 6 0,2-6 0,0 3 0,-2 0 0,5 12 0,-2-9 0,0 9 0,-1-12 0,-3 0 0,0 0 0,3 0 0,-2 0 0,2 9 0,-3-6 0,0 6 0,0-6 0,0-2 0,0 2 0,3 0 0,-2-2 0,2 2 0,-3 6 0,0-7 0,0 8 0,0-10 0,0 0 0,0 0 0,0 0 0,0-1 0,0 1 0,0 0 0,0 0 0,0 19 0,0-14 0,0 13 0,-3-18 0,2 0 0,-2 0 0,3 0 0,0 3 0,0-2 0,0 2 0,0-3 0,-3 3 0,2 1 0,-2 0 0,3-1 0,-3 0 0,2-2 0,-2 5 0,3-6 0,0 4 0,0-4 0,-3-1 0,2 5 0,-5-4 0,5 3 0,-2-3 0,3 0 0,-4 0 0,4 0 0,-3 0 0,-1 0 0,4 0 0,-7 0 0,7 0 0,-4 0 0,1 0 0,3 0 0,-7 0 0,3 0 0,0 0 0,1 0 0,0 0 0,-1 0 0,0 0 0,-2-3 0,2 5 0,0-4 0,-2 5 0,2-3 0,-3 0 0,0 0 0,3 0 0,-2 0 0,2 0 0,0 0 0,-2-4 0,2 4 0,-3-4 0,0 4 0,0 0 0,0-3 0,0 6 0,0-9 0,3 8 0,-2-5 0,2 0 0,-3 2 0,0-5 0,0 5 0,-1-5 0,5 5 0,-7-2 0,5 3 0,-5-3 0,3 2 0,0-2 0,0 0 0,0 2 0,0-5 0,0 2 0,0 0 0,0 1 0,0 0 0,-3 2 0,-1-2 0,0 0 0,1-1 0,0 0 0,2-2 0,-2 5 0,3-5 0,0 5 0,0-5 0,0 2 0,0 0 0,-1-2 0,1 2 0,-3 0 0,2-2 0,-2 5 0,0-5 0,2 5 0,-2-5 0,3 2 0,0-3 0,0 3 0,0-2 0,0 2 0,0 0 0,0-2 0,0 2 0,0-3 0,0 3 0,0-2 0,0 2 0,0-3 0,0 3 0,0-2 0,0 2 0,-4 0 0,1-2 0,-1 2 0,0 0 0,4-3 0,0 4 0,-3-1 0,-1-3 0,0 4 0,1-4 0,0 3 0,2-3 0,-2 4 0,3-4 0,0 3 0,0-3 0,-3 3 0,2-3 0,-2 4 0,3-4 0,0 3 0,0-3 0,0 0 0,0 0 0,0 0 0,0 0 0,0 4 0,0-4 0,0 3 0,-1-3 0,1 0 0,0 0 0,0 0 0,0 0 0,0 4 0,0-4 0,0 3 0,0-3 0,0 0 0,0 0 0,0 0 0,0 0 0,0 0 0,0 0 0,0 0 0,0 0 0,0 0 0,0 0 0,0 4 0,-3-4 0,2 3 0,-2-3 0,3 0 0,-1 0 0,1 0 0,0 0 0,0 0 0,0 3 0,0-2 0,0 2 0,0-3 0,0 0 0,0 3 0,0-2 0,0 2 0,0 0 0,0-2 0,0 2 0,0-3 0,0 3 0,0-2 0,0 2 0,0 0 0,0 1 0,0 0 0,-3 2 0,2-5 0,-2 5 0,2-5 0,1 5 0,0-5 0,0 2 0,0 0 0,0-2 0,0 5 0,0-5 0,3 5 0,-5-5 0,4 5 0,-5-5 0,3 5 0,0-5 0,3 5 0,-5-5 0,7 5 0,-14-2 0,11 3 0,-8-3 0,6-1 0,3 0 0,-6 1 0,6 0 0,-6 2 0,2-5 0,5 5 0,-16 1 0,12-2 0,-13 4 0,13-8 0,3 5 0,-5-5 0,7 5 0,-7-5 0,-4 8 0,3-8 0,-3 9 0,7-10 0,2 7 0,-3-7 0,0 4 0,0-1 0,0 0 0,0 1 0,0-1 0,6 7 0,1-2 0,4 6 0,-1-4 0,-3-3 0,0 0 0,4 0 0,-4 13 0,7-10 0,-7 9 0,3-12 0,-3 0 0,0 0 0,0 0 0,0 0 0,0 12 0,0-6 0,0 11 0,0-14 0,0 1 0,0-4 0,0 0 0,0-1 0,0 1 0,0 0 0,0 13 0,0-10 0,0 9 0,0-12 0,0 0 0,0 0 0,0 3 0,0-2 0,0 2 0,0-3 0,0 0 0,0 0 0,0 15 0,0-8 0,0 13 0,0-16 0,0-1 0,0-3 0,-3 0 0,2 0 0,-2 0 0,3-1 0,0 1 0,-3 16 0,2-12 0,-2 11 0,3-15 0,-3 0 0,2 0 0,-2 0 0,3 0 0,-3 0 0,2 0 0,-2 0 0,3 0 0,0 0 0,0 3 0,0 1 0,-3-3 0,2 1 0,-2-5 0,3 3 0,-3 3 0,2-2 0,-2 2 0,3-3 0,0 0 0,-3 0 0,2 0 0,-2 0 0,3-1 0,0 1 0,-3 0 0,2 0 0,-2 0 0,3 0 0,0 0 0,-3 0 0,2 0 0,-2 0 0,3 0 0,-3 0 0,2 0 0,-2 0 0,3 0 0,0 3 0,-3-5 0,2 4 0,-2-2 0,3 1 0,-3-1 0,2 2 0,-2-4 0,3 5 0,0-3 0,0 0 0,-3 0 0,2 0 0,-2 0 0,3 0 0,0 0 0,0 0 0,-3 0 0,2 0 0,-2 0 0,3-1 0,0 1 0,0 0 0,0 0 0,-3 0 0,2 0 0,-2 0 0,3 0 0,0 0 0,-3 0 0,2 0 0,-2 0 0,3 0 0,0 0 0,0 0 0,6 0 0,-1-3 0,5-1 0,-3-3 0,0 0 0,0 0 0,0 3 0,0-2 0,-1 2 0,1-3 0,0 3 0,0-2 0,0 2 0,0-3 0,0 0 0,0 0 0,0 0 0,0 0 0,0 0 0,0 0 0,0 0 0,0 0 0,0 3 0,0-2 0,3 2 0,-2-3 0,2 0 0,-3 0 0,0 0 0,0 0 0,0 0 0,0 0 0,0 0 0,0 0 0,0 0 0,0 0 0,0 0 0,0 0 0,0 0 0,0 0 0,0 0 0,0 0 0,0 0 0,-1 0 0,1 0 0,0 0 0,0 0 0,0 0 0,0 0 0,0 0 0,0 0 0,0 0 0,0 0 0,0 0 0,0 0 0,0 0 0,0 0 0,0 0 0,0 0 0,0 0 0,0 0 0,3-3 0,-2 2 0,2-2 0,-3 3 0,0 0 0,0 0 0,0 0 0,0 0 0,0 0 0,0 0 0,0 0 0,0 0 0,0 0 0,0 0 0,-4-9 0,-3 3 0,0-7 0,-7 9 0,7-2 0,-4-1 0,4-1 0,-3 1 0,-1-12 0,1 12 0,-4-10 0,7 11 0,-4 2 0,4-6 0,-3-7 0,2 4 0,-2-3 0,3 9 0,-3 3 0,2-5 0,-2-2 0,3-1 0,0-1 0,-3 9 0,2-3 0,-2 0 0,3 0 0,0-7 0,0 7 0,0-4 0,-3 4 0,2 0 0,-2 0 0,3 0 0,0 0 0,0 0 0,0 0 0,0 0 0,0 0 0,0 0 0,0 0 0,0 0 0,0 0 0,0 0 0,0 0 0,0 0 0,0 0 0,0 0 0,-3 0 0,2 0 0,-2 0 0,3-1 0,0 1 0,0 0 0,0 0 0,0 0 0,-3 0 0,2 0 0,-2 0 0,3 0 0,0 0 0,0 0 0,0 0 0,0 0 0,0 0 0,0 0 0,-3 0 0,2 0 0,-2 0 0,3 0 0,0 0 0,0 0 0,0 0 0,3 0 0,-2 0 0,2 0 0,-3 0 0,0-1 0,0 1 0,3 0 0,-2 0 0,2 0 0,-3 0 0,0 0 0,0 0 0,0 0 0,0 0 0,0 0 0,0 0 0,0 0 0,0 0 0,0 0 0,3 0 0,-2 0 0,2 0 0,-3 0 0,-3 0 0,2 0 0,-2 0 0,0 0 0,2 0 0,-5 0 0,5-1 0,-5 5 0,2-4 0,0 3 0,1-3 0,0 0 0,2 0 0,7 0 0,-1 3 0,9 1 0,-7 3 0,0 0 0,0-3 0,3 2 0,-3-2 0,3 3 0,-3-3 0,0 2 0,0-2 0,0 3 0,0 0 0,0-3 0,0 2 0,0-2 0,0 3 0,0 0 0,0 0 0,0 0 0,13 0 0,-10-3 0,12 2 0,-14-2 0,2 3 0,-3 0 0,0 0 0,3 0 0,-2 0 0,5-3 0,-5 2 0,2-2 0,0 3 0,1 0 0,-1-3 0,0 2 0,-3-2 0,0 3 0,0 0 0,0 0 0,0 0 0,0 0 0,0-3 0,6 2 0,-1-2 0,5 3 0,-6 0 0,-1 0 0,-3-3 0,0 2 0,0-2 0,0 3 0,0 0 0,0 0 0,0-3 0,3 2 0,13-2 0,-6 0 0,6 2 0,-9-2 0,-7 3 0,3 0 0,-3-3 0,0 2 0,0-2 0,0 3 0,3 0 0,4 0 0,-2-3 0,4 2 0,-8-2 0,2 3 0,-3 0 0,0-3 0,0 2 0,0-2 0,0 3 0,0 0 0,0 0 0,0 0 0,0 0 0,0 0 0,3-3 0,-2 2 0,2-2 0,-3 3 0,0 0 0,0 0 0,3 0 0,-3 0 0,3 0 0,-3-3 0,0 2 0,0-2 0,3 3 0,-2 0 0,2-4 0,-3 4 0,0-3 0,0 3 0,0 0 0,0-4 0,0 4 0,0-3 0,0 3 0,3-4 0,-2 4 0,2-3 0,-3 3 0,0 0 0,0-4 0,0 4 0,0-4 0,0 1 0,0 3 0,0-4 0,3 1 0,-3 3 0,4-4 0,-8 1 0,7 2 0,-6-5 0,6 5 0,-3-2 0,-3 0 0,6 2 0,-6-2 0,6 0 0,-3 2 0,0-5 0,0 5 0,0-5 0,0 5 0,0-2 0,0 3 0,0-3 0,0-1 0,0 0 0,0 1 0,0 0 0,0 2 0,0-5 0,0 5 0,-3-5 0,5 5 0,-7-5 0,7 5 0,-5-5 0,3 5 0,0-2 0,0 0 0,0 2 0,0-5 0,3 2 0,-3-3 0,4 3 0,-5-2 0,5 2 0,-4 0 0,3-2 0,-3 2 0,0 0 0,0 1 0,0-1 0,0 4 0,0-7 0,0 3 0,3-3 0,-2 4 0,2-4 0,-3 6 0,0-5 0,0 5 0,0-2 0,0 0 0,0 2 0,0-5 0,0 2 0,9-3 0,-10 0 0,10 3 0,-12 1 0,3 0 0,0 2 0,0-5 0,0 5 0,-4-5 0,13-1 0,-10-1 0,10 1 0,-9 1 0,0 5 0,-3-5 0,2 2 0,-2 0 0,3-2 0,3-1 0,-5-1 0,4 1 0,-8 0 0,5 4 0,-2-4 0,3 3 0,-3-3 0,2 3 0,4-12 0,-1 7 0,4-8 0,-9 10 0,2 3 0,-2-5 0,0 4 0,-1-5 0,0 3 0,-2-3 0,5 2 0,-5-2 0,2 3 0,0 0 0,-2 0 0,5 0 0,-5 0 0,5 0 0,-5 0 0,2 0 0,0-10 0,1 8 0,0-8 0,-1 10 0,0 3 0,-2-5 0,2 4 0,-3-5 0,3 0 0,1-7 0,-1 4 0,4-3 0,-7 9 0,4 0 0,-1 0 0,-3-3 0,4 2 0,-1-2 0,-3 3 0,7-10 0,-7 8 0,3-8 0,1 10 0,-4 0 0,3 0 0,-3 0 0,0 0 0,0 0 0,0 0 0,4 0 0,-4 0 0,3-9 0,-3 6 0,0-6 0,0 9 0,3 0 0,-2 0 0,2 0 0,-3 0 0,0 0 0,0 0 0,0 0 0,0-13 0,0 10 0,0-10 0,0 13 0,0 0 0,0 0 0,0 0 0,0 0 0,0 0 0,0 0 0,0-6 0,0 4 0,0-4 0,0 3 0,0 2 0,0-2 0,0 3 0,0 0 0,-3 0 0,2 0 0,-2-13 0,3 10 0,0-10 0,0 13 0,0 0 0,0 0 0,0 0 0,0 0 0,-3 0 0,2-9 0,-2 6 0,3-6 0,0 9 0,0 0 0,0 0 0,0 0 0,0 0 0,0 0 0,0 0 0,-3-7 0,2 6 0,-2-6 0,3 7 0,0 0 0,0 0 0,0 0 0,0 0 0,0 0 0,-3-12 0,-1 8 0,0-8 0,1 12 0,0 0 0,2 0 0,-2 0 0,0 0 0,2 0 0,-2 0 0,3 0 0,0-1 0,0 1 0,-3 0 0,2 0 0,-2 0 0,3 0 0,-3 0 0,2 0 0,-2 0 0,0 0 0,2 0 0,-2 0 0,0 0 0,-1 0 0,0 0 0,1 0 0,0 0 0,2 0 0,-2 0 0,3 0 0,-3 0 0,2 0 0,-5 0 0,5 0 0,-5 0 0,5-1 0,-5 5 0,5-7 0,-5 9 0,5-9 0,-5 6 0,5-3 0,-5 0 0,5 0 0,-6 3 0,7-5 0,-7 7 0,7-7 0,-7 5 0,7-3 0,-4 0 0,1 0 0,3 0 0,-4 0 0,1 0 0,-1 0 0,-3 0 0,0 0 0,3 0 0,-2 3 0,2-6 0,0 6 0,-2-3 0,2 0 0,0 3 0,-2-3 0,2 0 0,-3 0 0,3 0 0,-2 0 0,2 0 0,0 0 0,-2 0 0,2 3 0,0-2 0,-2 2 0,5-3 0,-5 0 0,2 3 0,0-2 0,-2 2 0,2-3 0,-3 3 0,3-2 0,-6 2 0,6-3 0,-7 0 0,4 0 0,0 0 0,0 3 0,3-3 0,-5 7 0,8-7 0,-9 7 0,6-7 0,-3 3 0,0-3 0,0 4 0,0-4 0,0 7 0,0-7 0,3 3 0,-2 0 0,2-2 0,-3 2 0,0 0 0,3-2 0,-5 2 0,7-3 0,-7 3 0,2-2 0,-1 2 0,-2 0 0,3-2 0,-1 5 0,5-5 0,-7 2 0,5 0 0,-5-2 0,3 5 0,3-5 0,-5 5 0,7-5 0,-7 5 0,2-5 0,-1 5 0,-2-2 0,3 0 0,0-1 0,0 0 0,0-2 0,0 5 0,0-2 0,0 0 0,0-1 0,0 0 0,0 1 0,0 3 0,0-4 0,-1 4 0,1-3 0,0-1 0,0 4 0,-3-7 0,2 7 0,-2-4 0,3 1 0,0 3 0,0-7 0,0 6 0,0-5 0,0 5 0,0-5 0,0 5 0,0-2 0,0 3 0,0-3 0,0 2 0,-3-5 0,2 5 0,-2-2 0,3 3 0,3-3 0,-6 2 0,6-5 0,-7 5 0,4-2 0,0 0 0,0 2 0,-3-5 0,2 5 0,-2-2 0,3 3 0,0 0 0,0-3 0,0 2 0,0-2 0,0 0 0,0 2 0,0-2 0,0 3 0,0 0 0,0-3 0,0 2 0,0-2 0,0 3 0,0-3 0,0 2 0,0-2 0,0 3 0,0 0 0,-1-3 0,1 2 0,0-2 0,0 3 0,0-3 0,0 2 0,0-2 0,0 3 0,0 0 0,0-3 0,-3 2 0,2-2 0,-5 0 0,2 2 0,0-2 0,1 3 0,3 0 0,0 0 0,0-3 0,0 2 0,0-2 0,0 3 0,0-3 0,-4 2 0,4-2 0,-3 3 0,-1 0 0,7-3 0,-9 2 0,9-2 0,-7 3 0,4 0 0,0 0 0,0 0 0,0 0 0,0-4 0,0 4 0,0-3 0,0 3 0,0 0 0,0 0 0,-3-4 0,2 4 0,-2-3 0,3 3 0,0 0 0,0 0 0,-3 0 0,2 0 0,-2-4 0,3 4 0,-3-4 0,2 4 0,-2 0 0,3 0 0,0 0 0,0 0 0,-1 0 0,1 0 0,-3 0 0,2-3 0,-2 3 0,3-4 0,0 4 0,0 0 0,0 0 0,0 0 0,0 0 0,0 0 0,0 0 0,0 0 0,0 0 0,0 0 0,0 0 0,-3 0 0,-1 0 0,0 0 0,1 0 0,3 0 0,0 0 0,0 0 0,0 0 0,-1 0 0,1 0 0,0 0 0,0 0 0,0 0 0,0 0 0,0 0 0,0 0 0,0 0 0,0 0 0,0 0 0,0 0 0,0 0 0,0 0 0,0 0 0,-3 0 0,2 0 0,-2 0 0,3 0 0,0 0 0,0 0 0,0 0 0,0 0 0,-7 0 0,3 0 0,-3 0 0,4 0 0,2 0 0,-2 0 0,3 0 0,0-3 0,-3 3 0,5-4 0,-5 4 0,3 0 0,0 0 0,-3 0 0,2 0 0,-2 0 0,3 0 0,0 0 0,0 0 0,0 0 0,0 0 0,0 0 0,0 0 0,0 0 0,0 0 0,0 0 0,0 0 0,0 0 0,-7 0 0,6 0 0,-6 0 0,7 0 0,0 0 0,0 0 0,0 0 0,0 0 0,0 0 0,0 0 0,0 0 0,-12 0 0,8 0 0,-8 0 0,12 0 0,0 0 0,0 0 0,0 0 0,0 0 0,0 0 0,0 0 0,-7 4 0,6-4 0,-6 3 0,7-3 0,0 0 0,0 0 0,0 0 0,0 0 0,0 0 0,-6 3 0,4-2 0,-4 2 0,6-3 0,0 0 0,0 3 0,0-2 0,0 2 0,-7-3 0,6 3 0,-5-2 0,5 2 0,1-3 0,0 3 0,0-2 0,-3 2 0,2-3 0,1 3 0,-2-2 0,4 2 0,-2 0 0,-2-2 0,-5 5 0,1-5 0,0 5 0,7-5 0,2 2 0,-3 0 0,0-2 0,0 2 0,0 0 0,0-2 0,0 5 0,-1-5 0,5 5 0,-7-5 0,6 2 0,-3 0 0,0 1 0,3 0 0,-3-1 0,0 0 0,3 1 0,-5 0 0,7 2 0,-7-5 0,5 5 0,-3-2 0,0 0 0,3 2 0,-5-2 0,4 0 0,-2 2 0,-2-2 0,4 3 0,-5 0 0,3-3 0,0 2 0,0-2 0,0 0 0,3 2 0,-3-2 0,4-1 0,-5 4 0,1-3 0,0 3 0,0-4 0,3 4 0,-2-4 0,5 4 0,-5 0 0,2-3 0,0 2 0,-2-2 0,2 3 0,0 0 0,-2-3 0,5 5 0,-5-7 0,5 7 0,-5-5 0,2 3 0,0 0 0,-2 0 0,5 0 0,-5 0 0,5 0 0,-5-3 0,5 5 0,-5-7 0,5 7 0,-5-5 0,5 3 0,-2 0 0,0 0 0,2 0 0,-5 0 0,5 0 0,-2 0 0,0 0 0,2 0 0,-2 0 0,3 0 0,-3 0 0,2 0 0,-5 0 0,5-1 0,-2 1 0,3 0 0,0 0 0,0 0 0,0 0 0,0 0 0,0 0 0,0 0 0,0 0 0,0 0 0,0 0 0,0 0 0,0 0 0,0 0 0,0 0 0,0 0 0,0 0 0,0 0 0,0 0 0,0 0 0,0 0 0,0 0 0,0 0 0,0 0 0,0 0 0,0 0 0,0 0 0,0 0 0,0 0 0,0 0 0,0 0 0,0 0 0,0 0 0,0 0 0,0 0 0,0-1 0,0 1 0,0 0 0,0 0 0,0 0 0,0 0 0,0 0 0,0 0 0,0 0 0,0 0 0,0 0 0,0 0 0,0 0 0,0 0 0,-4 0 0,4 0 0,-3 0 0,3 0 0,0 0 0,0 0 0,0 0 0,0 3 0,3-5 0,-3 4 0,4-2 0,-4 1 0,0 2 0,0-3 0,0 0 0,0 3 0,0-3 0,0 4 0,0-4 0,0 0 0,0-1 0,0 1 0,0 0 0,0 3 0,0-2 0,0 2 0,0-3 0,0 0 0,0 0 0,0 0 0,0 0 0,0 0 0,0 0 0,0 0 0,0 0 0,0 0 0,0 0 0,0 0 0,0 0 0,0 0 0,0 0 0,0 0 0,0 0 0,0 0 0,0 0 0,0 0 0,0 0 0,0 0 0,0 0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7:33.236"/>
    </inkml:context>
    <inkml:brush xml:id="br0">
      <inkml:brushProperty name="width" value="0.35" units="cm"/>
      <inkml:brushProperty name="height" value="2.1" units="cm"/>
      <inkml:brushProperty name="color" value="#CC0066"/>
      <inkml:brushProperty name="inkEffects" value="pencil"/>
    </inkml:brush>
  </inkml:definitions>
  <inkml:trace contextRef="#ctx0" brushRef="#br0">493 184 16383,'-11'-19'0,"4"2"0,1 13 0,5-2 0,-5 2 0,5-3 0,-5 0 0,5 0 0,-5 3 0,2-2 0,0 2 0,-5-3 0,4 3 0,-2-2 0,1 2 0,2 0 0,-3 1 0,0 0 0,0 2 0,-1-5 0,1 5 0,4-5 0,-7 5 0,5-2 0,-2 0 0,-2 2 0,7-5 0,-7 5 0,2-2 0,2 0 0,-4 2 0,2-2 0,-1 3 0,1-3 0,-2 2 0,4-2 0,-2 0 0,-2 2 0,4-2 0,-5 3 0,3-3 0,0 2 0,0-2 0,0 3 0,0 0 0,-1-4 0,1 4 0,0-3 0,0 3 0,0 0 0,0 0 0,0 0 0,0 0 0,0 0 0,0 0 0,0 0 0,0 0 0,0 0 0,0 3 0,0-3 0,0 7 0,0-7 0,3 7 0,-5-7 0,7 7 0,-7-7 0,5 7 0,0-4 0,-2 4 0,2-3 0,0 2 0,-3-2 0,7 3 0,-7 0 0,3-3 0,1 2 0,-4 1 0,7 1 0,-4 2 0,1-6 0,2 5 0,-2-4 0,3 5 0,0-3 0,0 0 0,0 0 0,0 0 0,0 0 0,0 0 0,0 0 0,0 0 0,0 0 0,0 0 0,0 0 0,0 0 0,0 0 0,0 0 0,0 0 0,0 0 0,0 0 0,0 0 0,0 0 0,0-1 0,0 1 0,3 0 0,-2 0 0,2 0 0,-3 0 0,3 0 0,-2 0 0,2 0 0,-3 0 0,0 0 0,3 0 0,-2 0 0,2 0 0,-3 0 0,0 0 0,3 0 0,-2 0 0,2 0 0,-3 0 0,0 0 0,3 0 0,-2 0 0,5 0 0,-5 0 0,5-3 0,-2 5 0,0-4 0,2 2 0,-2 2 0,0-4 0,2 2 0,-2 2 0,0-5 0,2 3 0,-2 0 0,0-4 0,2 4 0,-5 0 0,5-3 0,-2 3 0,0-4 0,2 4 0,-2-3 0,0 2 0,2-2 0,-2 0 0,3 2 0,0-2 0,0 3 0,0-3 0,-3 2 0,2-2 0,-2 0 0,3-1 0,0 0 0,-4 1 0,7 3 0,-6-3 0,3 2 0,3-2 0,-6 0 0,6-1 0,-3 0 0,0-2 0,0 2 0,0 0 0,0-2 0,0 5 0,0-5 0,0 2 0,0-3 0,0 3 0,0-2 0,0 2 0,0-3 0,0 0 0,0 3 0,0-2 0,0 2 0,0-3 0,0 0 0,0 0 0,0 0 0,0 0 0,6 3 0,-5-2 0,6 2 0,-7-3 0,0 0 0,0 0 0,0 0 0,0 0 0,-1-3 0,1 2 0,0-2 0,0 0 0,0 2 0,0-2 0,0 0 0,0 2 0,0-5 0,-3 2 0,2 0 0,-2-2 0,3 5 0,0-6 0,-3 4 0,2-1 0,-2-3 0,0 3 0,2-3 0,-2 4 0,0-4 0,2 3 0,-5-3 0,2 0 0,0 0 0,-2 0 0,2 0 0,-3 0 0,0 0 0,0 0 0,0 0 0,0 0 0,0 0 0,0 0 0,0 0 0,0 0 0,-3 0 0,2 0 0,-5 0 0,5 0 0,-2 0 0,0 0 0,2 0 0,-2-1 0,0 1 0,2 0 0,-2 0 0,0 0 0,2 0 0,-5 0 0,5 0 0,-5 0 0,5 0 0,-5 0 0,5 0 0,-5 3 0,2-5 0,0 4 0,1-5 0,3 3 0,-4 3 0,4-5 0,-3 4 0,-1-2 0,4-3 0,-7 9 0,7-8 0,-7 5 0,7-3 0,-4 0 0,1-1 0,-1 5 0,0-7 0,-2 9 0,5-9 0,-5 6 0,2 0 0,0-5 0,-2 7 0,2-4 0,0 0 0,-2 4 0,8-10 0,-1 7 0,3-2 0,-1 4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7:40.961"/>
    </inkml:context>
    <inkml:brush xml:id="br0">
      <inkml:brushProperty name="width" value="0.35" units="cm"/>
      <inkml:brushProperty name="height" value="2.1" units="cm"/>
      <inkml:brushProperty name="color" value="#CC0066"/>
      <inkml:brushProperty name="inkEffects" value="pencil"/>
    </inkml:brush>
  </inkml:definitions>
  <inkml:trace contextRef="#ctx0" brushRef="#br0">180 806 16383,'-11'15'0,"1"1"0,3-15 0,3 5 0,-5-5 0,4 2 0,-5-3 0,3 3 0,0-2 0,12-14 0,-6 6 0,11-13 0,-7 17 0,-3-4 0,7 0 0,-7-1 0,7-2 0,-7 3 0,7 3 0,-4-5 0,1 4 0,-1-5 0,1 3 0,-4 0 0,7 0 0,-4 3 0,1-2 0,2 2 0,-5-3 0,5 0 0,-2 3 0,0-2 0,2 2 0,-2 0 0,3-2 0,0 5 0,-3-5 0,-4-5 0,-4 6 0,0-8 0,1 9 0,3-3 0,-3 0 0,2 0 0,-2 0 0,0 0 0,2 0 0,-5 0 0,5 0 0,-5 0 0,5 0 0,-2 0 0,0 0 0,2 0 0,-2 0 0,3 0 0,-3 0 0,2 0 0,-5 0 0,5 0 0,-2 0 0,3 0 0,0 0 0,0 0 0,0 0 0,0 0 0,-3-1 0,2 1 0,-2 0 0,3 0 0,0 0 0,0 0 0,0 0 0,0 0 0,0 0 0,0 0 0,0 0 0,0 0 0,3 0 0,-2 0 0,5 0 0,-5 0 0,5 3 0,-5-5 0,5 7 0,-5-7 0,2 2 0,0 2 0,-2-4 0,5 5 0,-5-3 0,2 0 0,0-1 0,1 1 0,-1 0 0,4 3 0,-3-2 0,-1 2 0,4-3 0,-4 3 0,1-2 0,6 2 0,-6 0 0,3-2 0,-1 2 0,-2 0 0,3-2 0,0 5 0,-3-5 0,2 2 0,-2 0 0,3-2 0,0 5 0,0-5 0,0 5 0,-3-5 0,-17 2 0,6 0 0,-12 1 0,12 3 0,0 0 0,0-3 0,0 2 0,0-2 0,0 3 0,0-3 0,0 2 0,0-2 0,-1 3 0,1 0 0,0 0 0,0 0 0,0 3 0,3 4 0,-2-3 0,5 6 0,-2-6 0,0 3 0,-1 0 0,0 0 0,-2-4 0,5 7 0,-5-6 0,5 6 0,-2-3 0,0-3 0,-1 12 0,-3-13 0,3 12 0,1-11 0,0 0 0,2 5 0,-5-4 0,5 5 0,-5-6 0,5 2 0,-5-2 0,5 3 0,-2 0 0,0 0 0,2 0 0,-5 0 0,5 0 0,-2 0 0,0 0 0,2 0 0,-2 0 0,3 0 0,-3 0 0,2 0 0,-2 0 0,3 0 0,0 0 0,0 0 0,-3 0 0,2 0 0,-2 0 0,3-1 0,-4 1 0,4 0 0,-3 0 0,3 0 0,-4 0 0,4 0 0,-3 0 0,-1 0 0,4 0 0,-4 0 0,4 0 0,-3 0 0,3 0 0,-4 0 0,4 0 0,0 0 0,0 0 0,-3 0 0,3 0 0,-4 0 0,4 0 0,0 0 0,0 0 0,0 0 0,0 0 0,0 0 0,0 0 0,0 0 0,4 0 0,-4 0 0,3 0 0,0 0 0,-2 0 0,2 0 0,0 0 0,-2-1 0,2 1 0,0 0 0,-2 0 0,5 0 0,-5 0 0,2 0 0,0 0 0,1-3 0,3 2 0,-3-2 0,2 0 0,-2 2 0,0-2 0,2 3 0,-2-3 0,0 2 0,5-5 0,-7 5 0,7-5 0,-21-14 0,12 6 0,-12-12 0,9 12 0,2 0 0,-5 0 0,2 0 0,0 0 0,1 0 0,0 0 0,2 0 0,-5-1 0,5 1 0,-5 0 0,5 0 0,-2 0 0,3-3 0,-4 5 0,4-4 0,-3 2 0,-1 2 0,4-4 0,-3 2 0,3-1 0,-4-2 0,4 3 0,-4 0 0,4 0 0,-3 0 0,3 0 0,-4 0 0,4 0 0,0 0 0,-3 0 0,3 0 0,-4-1 0,1 1 0,2 0 0,-2 0 0,3 0 0,-3 0 0,12 25 0,-7-16 0,8 23 0,-7-21 0,0 3 0,-2 3 0,5-5 0,-5 4 0,2-5 0,0 3 0,-2 3 0,5-5 0,-5 4 0,2-5 0,0 3 0,-2 0 0,5 0 0,-2 0 0,0 0 0,2-4 0,-2 4 0,3-7 0,-6-12 0,-2 5 0,-3-13 0,-2 13 0,5 0 0,-5-3 0,2 5 0,0-4 0,-2 5 0,5-3 0,-5 0 0,2 0 0,0 0 0,-3 3 0,16 19 0,-10-7 0,14 12 0,-13-14 0,3-2 0,1 3 0,-4 0 0,3 0 0,1 0 0,-4 3 0,3-3 0,1 3 0,-4-3 0,3 0 0,-3 0 0,3 0 0,-2 0 0,2 0 0,-3 0 0,-9-25 0,7 13 0,-8-21 0,7 19 0,2 0 0,-2 0 0,0 0 0,2 0 0,-2 0 0,0 0 0,2 0 0,-2 0 0,3 0 0,0-1 0,0 1 0,0 0 0,-3 0 0,2 0 0,-2 0 0,3 0 0,0 0 0,0 0 0,0 0 0,0 0 0,0 0 0,0 0 0,0 0 0,0 0 0,0 0 0,0 0 0,0 0 0,0 0 0,0 0 0,0 0 0,0 0 0,0 0 0,3 0 0,-2 0 0,2 0 0,0-1 0,-2 1 0,5 0 0,-5 0 0,2 0 0,0 0 0,-2 0 0,5 0 0,-2 0 0,0 0 0,2 3 0,-2-2 0,0 2 0,-1-3 0,3 3 0,-4-2 0,7 2 0,-8-3 0,5 3 0,-2-5 0,0 4 0,2-2 0,-2 1 0,0 2 0,5-3 0,-4 3 0,1-3 0,4 7 0,-9-7 0,9 7 0,-6-7 0,2 3 0,1 1 0,-3-4 0,3 3 0,-4 1 0,4-1 0,0 1 0,0-1 0,0 0 0,-3-2 0,5 5 0,-4-2 0,5 0 0,-3 2 0,3-5 0,-2 5 0,-1-5 0,-1 5 0,1-2 0,-2 0 0,4 2 0,-2-5 0,1 5 0,2-2 0,-6 0 0,5 2 0,-4-2 0,2 0 0,2 2 0,-4-2 0,2 0 0,2 2 0,-5-5 0,7 5 0,-4-5 0,-1 5 0,1-2 0,0 3 0,0 0 0,0-3 0,0 2 0,0-2 0,0 0 0,0 2 0,0-2 0,0 3 0,0 0 0,0-3 0,0 2 0,0-2 0,0 3 0,3-3 0,-2 2 0,2-2 0,-3 3 0,0 0 0,0 0 0,-13-13 0,4 10 0,-11-9 0,6 12 0,0 0 0,0 0 0,0 0 0,0 0 0,-1 0 0,1 0 0,0 0 0,0 0 0,0 0 0,0 0 0,0 0 0,0 3 0,0-3 0,0 4 0,0-4 0,0 0 0,0 0 0,0 0 0,0 0 0,0 3 0,0-3 0,0 3 0,0 1 0,0-4 0,0 3 0,0-3 0,0 0 0,0 0 0,0 0 0,-1 0 0,1 4 0,0-4 0,0 3 0,0-3 0,0 4 0,0-4 0,0 3 0,0-3 0,0 4 0,0-4 0,0 3 0,0-3 0,0 0 0,0 3 0,0-2 0,0 5 0,0-5 0,0 2 0,0 0 0,0-2 0,0 5 0,3-2 0,-3 0 0,4 2 0,-4-5 0,0 5 0,-1-2 0,1 0 0,4 2 0,-4-2 0,3 0 0,-3-1 0,0 0 0,3 1 0,-5 3 0,4-3 0,-5 2 0,3-5 0,3 5 0,-5-5 0,7 5 0,-7-5 0,5 5 0,0-2 0,-2 3 0,2-3 0,0 2 0,-2-2 0,5 3 0,-2 0 0,0 0 0,-1 0 0,0 0 0,-2 3 0,2-2 0,0 2 0,-3-3 0,7 0 0,-7-4 0,7 7 0,-7-6 0,7 6 0,-7-6 0,7 2 0,-4 1 0,4 1 0,0 2 0,0-3 0,0 3 0,0-2 0,0 2 0,0-3 0,0 0 0,4 6 0,-4-4 0,7 1 0,-7-4 0,3-2 0,0 9 0,-2-4 0,5 4 0,-5-6 0,2 0 0,0 0 0,-2 0 0,5 0 0,-5 0 0,5-4 0,-2 4 0,0-3 0,2 3 0,-2-4 0,0 4 0,2-4 0,-2 1 0,3 3 0,0-4 0,0 1 0,-3 2 0,2-2 0,-2 0 0,3 2 0,-3-2 0,2 0 0,-2 2 0,3-2 0,-3 3 0,2-3 0,-2 2 0,0-2 0,5 3 0,-7 0 0,7-3 0,-5 2 0,0-2 0,-1 3 0,0 0 0,1-3 0,0 5 0,-1-4 0,0 2 0,-2 2 0,2-4 0,-7 5 0,1-3 0,-4-3 0,-1-1 0,1 0 0,0-2 0,0 2 0,0-3 0,0 0 0,0 0 0,0 0 0,0 0 0,0-3 0,3-4 0,-2-1 0,5-2 0,-2 3 0,3-1 0,0 1 0,-3 0 0,2 0 0,-2 0 0,3 0 0,0 0 0,0 0 0,0-3 0,0 2 0,0-2 0,0 3 0,-3-3 0,2 2 0,-2-2 0,3 3 0,0 0 0,0 0 0,0-3 0,-3 5 0,2-5 0,-2 3 0,3 0 0,0-7 0,0 7 0,-3-4 0,2 4 0,-2 0 0,3 0 0,0-6 0,0 4 0,0-4 0,0 6 0,-3 0 0,2-6 0,-2 4 0,3-4 0,0 6 0,0 0 0,0 0 0,0 0 0,0 0 0,0 0 0,0-1 0,0 1 0,0 0 0,3 0 0,-2 0 0,2 0 0,-3 0 0,0 0 0,3 0 0,-2 0 0,5 0 0,-5 0 0,5 0 0,-5 0 0,2 0 0,0 0 0,-2 0 0,5 0 0,-2 0 0,0 0 0,2 3 0,-2-2 0,0 2 0,-1-3 0,0 0 0,1 3 0,3-3 0,0 3 0,-4-3 0,4 4 0,-4-4 0,4 7 0,0-7 0,0 6 0,-3-5 0,6 2 0,-6 0 0,3-2 0,2 5 0,-7-5 0,7 5 0,-5-5 0,3 5 0,0-5 0,0 5 0,0-5 0,0 5 0,0-5 0,0 5 0,0-5 0,0 5 0,0-2 0,0 0 0,0 2 0,0-5 0,0 5 0,0-5 0,0 5 0,0-5 0,0 5 0,0-2 0,0 0 0,0 2 0,0-5 0,0 5 0,-4-5 0,7 5 0,-6-5 0,6 5 0,-3-2 0,0 3 0,0-3 0,0 2 0,0-5 0,0 5 0,0-2 0,0 3 0,0 0 0,0-4 0,0 4 0,0-3 0,0 3 0,0 0 0,3 0 0,-2 0 0,-1-4 0,2 4 0,-4-3 0,5 3 0,-3 0 0,0 0 0,0 0 0,0 0 0,0 0 0,0 0 0,0 0 0,0 0 0,0 0 0,0 0 0,0 0 0,0 3 0,3-3 0,-6 7 0,6-7 0,-7 3 0,4 1 0,0-4 0,0 7 0,0-7 0,0 7 0,13-1 0,-10 2 0,9-1 0,-12-4 0,0 0 0,0-2 0,0 5 0,0-5 0,0 2 0,0 0 0,3-2 0,-2 5 0,2-5 0,22 15 0,-19-13 0,22 12 0,-28-14 0,6 5 0,-8-5 0,1 2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7:44.562"/>
    </inkml:context>
    <inkml:brush xml:id="br0">
      <inkml:brushProperty name="width" value="0.35" units="cm"/>
      <inkml:brushProperty name="height" value="2.1" units="cm"/>
      <inkml:brushProperty name="color" value="#CC0066"/>
      <inkml:brushProperty name="inkEffects" value="pencil"/>
    </inkml:brush>
  </inkml:definitions>
  <inkml:trace contextRef="#ctx0" brushRef="#br0">234 77 16383,'3'18'0,"4"-2"0,-7-9 0,4 0 0,-4 0 0,0 0 0,0 0 0,0 0 0,3 3 0,-3-2 0,3 2 0,-3-3 0,0 0 0,0 0 0,0 0 0,0 0 0,0 0 0,0 0 0,0 0 0,0 0 0,0 0 0,0 0 0,0 0 0,0 0 0,0 0 0,0 0 0,0 0 0,0 0 0,0 0 0,0 0 0,0 0 0,0 0 0,0-1 0,0 1 0,0 0 0,0 0 0,0 0 0,0 0 0,0 0 0,0 0 0,0 0 0,0 0 0,4 0 0,-4 0 0,3 0 0,-3 0 0,0 0 0,0 0 0,0 0 0,0 0 0,0 0 0,4 0 0,-4 0 0,3 0 0,-3 0 0,4 0 0,-4 0 0,3 0 0,-3 0 0,0 0 0,0 0 0,3 0 0,-2 0 0,2 0 0,-3 0 0,0 0 0,3 3 0,-2-3 0,2 3 0,-3-3 0,0 0 0,0 0 0,3 0 0,-2 0 0,2 0 0,-3 0 0,0 0 0,3 0 0,-2 0 0,2 0 0,-3 0 0,0 0 0,0 0 0,3 0 0,-2 0 0,2 0 0,-3 0 0,0 0 0,0 0 0,0 0 0,0 0 0,0 0 0,0 0 0,0 0 0,0 0 0,0 0 0,0 0 0,-9-3 0,3-1 0,-7-3 0,6 0 0,0 0 0,0 0 0,0 0 0,0-3 0,0 2 0,0-2 0,0 3 0,0 0 0,0 0 0,0 0 0,0 0 0,0 0 0,0 3 0,0-3 0,-1 4 0,1-4 0,0 0 0,0 0 0,0 3 0,0-3 0,0 4 0,0-4 0,0 3 0,0-3 0,0 4 0,3-14 0,1 5 0,3-9 0,0 7 0,0 0 0,0 0 0,0 0 0,0 0 0,0 0 0,0 0 0,0 0 0,-3 0 0,2 0 0,-2 0 0,3 0 0,0 0 0,0 0 0,0 0 0,0 0 0,0 0 0,-3 0 0,2 0 0,-2 0 0,3 0 0,0-1 0,0 1 0,0 0 0,0 0 0,0 0 0,-3 0 0,2 0 0,-2 0 0,3 0 0,0 0 0,0 0 0,-3 0 0,2 0 0,-2 0 0,3 0 0,-3 0 0,2 0 0,-2 0 0,3 0 0,-3 0 0,2 0 0,-2 0 0,3 0 0,0 0 0,-3 0 0,2 0 0,-2-1 0,0 1 0,2 0 0,-2 0 0,3 0 0,-3 0 0,2 0 0,-2 0 0,3 0 0,0 0 0,-3 0 0,2 0 0,-2 0 0,3 0 0,0 0 0,0 0 0,-3 0 0,2 0 0,-2 0 0,3 0 0,0 0 0,0 0 0,0 0 0,0 0 0,-4 0 0,4 0 0,-3-1 0,3 1 0,0 0 0,0 0 0,0 0 0,0 0 0,0 0 0,-4 0 0,4 0 0,-3 0 0,3 0 0,0 0 0,0 0 0,0 0 0,0 0 0,0 0 0,0 0 0,0 0 0,0 0 0,0 0 0,0 0 0,0 0 0,0 0 0,0 0 0,0 0 0,0-1 0,0 1 0,0 0 0,0 0 0,0 0 0,9 22 0,-7-10 0,7 17 0,-9-15 0,4-3 0,-4 5 0,7-4 0,-7 5 0,3-3 0,-3 0 0,3 0 0,-2 0 0,2 0 0,0 0 0,-2 0 0,2 0 0,-3 0 0,3 12 0,1-9 0,0 10 0,-1-14 0,-3 1 0,0 0 0,0 0 0,0 0 0,3 0 0,-2 16 0,2-9 0,-3 9 0,0-13 0,0-3 0,0 0 0,0 0 0,0 0 0,0 3 0,0-2 0,0 2 0,0-3 0,0 0 0,0 0 0,0 0 0,0 0 0,0 0 0,0 0 0,0 0 0,0 0 0,0 0 0,0 0 0,0 0 0,0-1 0,0 1 0,0 0 0,0 0 0,0 0 0,0 0 0,0 0 0,0 0 0,0 0 0,0 0 0,0 0 0,0 0 0,0 0 0,0 0 0,0 0 0,0 0 0,0 0 0,3 0 0,-2 0 0,2 0 0,-3 0 0,0 0 0,0 0 0,3 0 0,-2 0 0,2 0 0,-3 0 0,3 0 0,-2 0 0,2 0 0,-3 0 0,3 0 0,1-25 0,-3 12 0,1-20 0,-5 19 0,3-3 0,0 2 0,0-2 0,0 3 0,0 0 0,0 0 0,0 0 0,0 0 0,0 0 0,0 0 0,-3 0 0,2 0 0,-2-13 0,3 10 0,0-13 0,0 16 0,0-4 0,0 4 0,0 0 0,0 0 0,0 0 0,0 0 0,-3-12 0,2 9 0,-2-10 0,3 13 0,0 0 0,0 0 0,0 0 0,0 0 0,0 0 0,0 0 0,-3 0 0,2-10 0,-2 8 0,3-8 0,0 10 0,0 0 0,0 0 0,0 0 0,0 0 0,0 0 0,0 0 0,0 0 0,-3 0 0,2 0 0,-2 0 0,3 0 0,0 0 0,0 0 0,0 0 0,0 0 0,0 0 0,0 0 0,0 0 0,0 0 0,0 0 0,0 0 0,0 0 0,0 0 0,0-1 0,0 1 0,0 0 0,0 0 0,0 0 0,0 0 0,0 0 0,0 0 0,0 0 0,0 0 0,0 0 0,6 25 0,-4-13 0,4 21 0,-3-19 0,-2 0 0,2 0 0,-3 0 0,0 0 0,0 0 0,3 0 0,-2 0 0,2 0 0,-3 0 0,3 0 0,-2 3 0,2-3 0,-3 3 0,3-3 0,-2 3 0,2-2 0,-3 2 0,0-3 0,0 0 0,0 0 0,0 0 0,3 0 0,-2 0 0,2 0 0,-3 0 0,0 0 0,0 3 0,0-2 0,3 2 0,-2-3 0,2 0 0,-3 0 0,0 0 0,0 0 0,0 0 0,0 0 0,0 0 0,0 0 0,0 0 0,0 0 0,0 0 0,0 0 0,0 0 0,0-1 0,0 1 0,0 0 0,0 0 0,0 0 0,0 0 0,0 3 0,0-2 0,0 2 0,0-3 0,0 0 0,0 0 0,0 0 0,0 0 0,0 0 0,0 0 0,0 0 0,0 0 0,0 0 0,0 0 0,0 0 0,0 0 0,0 0 0,0 0 0,0 0 0,0 0 0,0 0 0,0 0 0,0 0 0,0 0 0,3 0 0,-2 0 0,2 0 0,-3 0 0,3 0 0,-2-1 0,2 1 0,0 0 0,-2 0 0,5-25 0,-6 13 0,4-21 0,-4 19 0,0 0 0,0 0 0,0 0 0,0 0 0,0 0 0,0 0 0,0 0 0,0 0 0,0-3 0,0 2 0,0-2 0,0 2 0,0 1 0,0 0 0,0 0 0,0 0 0,0 0 0,0 0 0,0 0 0,0-9 0,0 6 0,0-6 0,0 9 0,0 0 0,0 0 0,0 0 0,0 0 0,0 0 0,0 0 0,0 0 0,0 0 0,0-13 0,0 7 0,0-8 0,0 11 0,0 3 0,0 0 0,0-3 0,0 2 0,0-11 0,3 9 0,-3-6 0,4 9 0,-4 0 0,0 0 0,0 0 0,0 0 0,0 0 0,0-13 0,0 10 0,0-10 0,0 13 0,0 0 0,0 0 0,0 0 0,3 0 0,-3-3 0,4 2 0,-4-2 0,0-6 0,0 6 0,3-6 0,-3 9 0,4 0 0,-4 25 0,0-13 0,0 21 0,0-19 0,0-1 0,0 1 0,-4 0 0,4 0 0,-4 0 0,4 0 0,0 0 0,0 0 0,0 0 0,0 0 0,0 0 0,0 0 0,0 0 0,0 0 0,0 0 0,0 0 0,0 0 0,0 0 0,0 0 0,0 0 0,0 0 0,0 3 0,0-2 0,0 2 0,0-3 0,0 0 0,0 0 0,0 0 0,0 0 0,0 0 0,0 0 0,4 0 0,-4 3 0,3-3 0,-3 3 0,0-3 0,0 0 0,0 0 0,4 0 0,-4 0 0,3 0 0,-3 0 0,0 0 0,0 3 0,0-2 0,4 2 0,-4-3 0,3 0 0,-3 0 0,0 0 0,3 0 0,-2 0 0,2 0 0,-3 0 0,0 3 0,3-2 0,-2 2 0,2-3 0,-3 0 0,0 0 0,3 0 0,-2 0 0,2 0 0,0 3 0,-2-3 0,2 4 0,-3-4 0,3-1 0,-2 1 0,2 0 0,-3 0 0,0 0 0,0 0 0,0 0 0,0 0 0,3 0 0,-2 0 0,2 0 0,-3 0 0,0 0 0,0 0 0,0 0 0,0 0 0,0 0 0,0 0 0,0 0 0,0 0 0,0 0 0,0 0 0,-12-22 0,9 10 0,-10-17 0,10 18 0,2-3 0,-2 0 0,3 0 0,0-4 0,-3 4 0,2 0 0,-5-3 0,5 2 0,-2-2 0,3 3 0,0 0 0,0 0 0,-3 0 0,2 0 0,-2-3 0,3 2 0,0-2 0,0 3 0,0 0 0,0 0 0,0 0 0,0 0 0,0 0 0,-3-4 0,2 4 0,-2-4 0,3 4 0,0 0 0,0 0 0,0 0 0,0 0 0,0-6 0,0 4 0,0-4 0,0 6 0,0 0 0,0 0 0,0 0 0,0 0 0,0 0 0,0 0 0,0 0 0,0 0 0,0 0 0,0 0 0,0 0 0,0 0 0,0-1 0,0 1 0,0-3 0,0 2 0,0-2 0,0 3 0,0 0 0,0 0 0,0 0 0,0 0 0,0 0 0,0 0 0,0 0 0,0 0 0,0 0 0,3 0 0,-2 0 0,2 0 0,-3 0 0,0 0 0,0 0 0,0 0 0,0 0 0,0 0 0,0 0 0,3-1 0,-2 1 0,2 0 0,-3 0 0,3 0 0,-2 0 0,2 0 0,-3 0 0,0 0 0,0 0 0,0 0 0,0 0 0,0 0 0,-3 0 0,2 0 0,-5 0 0,5 0 0,-5-6 0,5 4 0,-5-4 0,5 6 0,-2 0 0,3 0 0,0-1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7:45.141"/>
    </inkml:context>
    <inkml:brush xml:id="br0">
      <inkml:brushProperty name="width" value="0.35" units="cm"/>
      <inkml:brushProperty name="height" value="2.1" units="cm"/>
      <inkml:brushProperty name="color" value="#CC0066"/>
      <inkml:brushProperty name="inkEffects" value="pencil"/>
    </inkml:brush>
  </inkml:definitions>
  <inkml:trace contextRef="#ctx0" brushRef="#br0">15 78 16383,'-9'-15'0,"4"5"0,15 4 0,-3 2 0,3 0 0,-3 1 0,-3 0 0,6 2 0,-6-2 0,6 3 0,-3-3 0,0 2 0,0-2 0,0 0 0,3 2 0,-2-2 0,2 3 0,-3-3 0,0 2 0,0-2 0,0 3 0,0 0 0,0 0 0,0 0 0,0 0 0,0 0 0,0 0 0,3-3 0,-2 2 0,2-2 0,-3 3 0,0 0 0,0 0 0,0 0 0,0 0 0,0 0 0,0 0 0,0 0 0,-1 0 0,1 0 0,0 0 0,0 0 0,0 0 0,0 0 0,0 0 0,0 0 0,0 0 0,0 0 0,0 0 0,0 0 0,3 0 0,-2 0 0,2 0 0,-3 0 0,0 0 0,0 0 0,0 0 0,0 0 0,0 0 0,0 0 0,0 0 0,3 0 0,-2 0 0,2 0 0,-3 0 0,0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7:48.102"/>
    </inkml:context>
    <inkml:brush xml:id="br0">
      <inkml:brushProperty name="width" value="0.35" units="cm"/>
      <inkml:brushProperty name="height" value="2.1" units="cm"/>
      <inkml:brushProperty name="color" value="#CC0066"/>
      <inkml:brushProperty name="inkEffects" value="pencil"/>
    </inkml:brush>
  </inkml:definitions>
  <inkml:trace contextRef="#ctx0" brushRef="#br0">84 5 16383,'19'8'0,"-6"1"0,-7-8 0,-5 5 0,8-2 0,-4 3 0,5-3 0,-6 2 0,2-2 0,-2 0 0,3 2 0,-3-2 0,2 0 0,-2 2 0,0-2 0,2 3 0,-2 0 0,3 0 0,-3 0 0,2-3 0,-2 5 0,3-4 0,-3 5 0,2-6 0,-5 2 0,5-2 0,-5 3 0,5 0 0,-2 3 0,0-3 0,-1 3 0,0-6 0,-2 6 0,5-6 0,-5 6 0,2-3 0,0-3 0,-3 5 0,4-4 0,-4 5 0,0-3 0,3 0 0,-3 0 0,4 0 0,-4 0 0,3 0 0,-3 0 0,4 0 0,-4 0 0,0 0 0,0 0 0,0 0 0,0 0 0,0 0 0,0 0 0,0 0 0,0 0 0,0 0 0,0 0 0,0 0 0,0 0 0,0 0 0,0 0 0,0-1 0,0 1 0,-4 0 0,4 0 0,-4 0 0,4 0 0,0 0 0,0 0 0,0 0 0,-3 0 0,-1 0 0,-3-3 0,3 2 0,-5-5 0,4 2 0,-5-3 0,13-12 0,-2 9 0,6-13 0,-1 15 0,-5-5 0,8 2 0,-7-3 0,7 3 0,-5-2 0,0 2 0,5-3 0,-7 0 0,7 3 0,-5-2 0,0 2 0,2-3 0,-2 0 0,0 0 0,2 3 0,-5-6 0,5 9 0,-5-9 0,5 3 0,-5-1 0,2-2 0,-3 3 0,0 0 0,0 0 0,0-3 0,0 2 0,0-2 0,0 3 0,0 0 0,0 0 0,0-6 0,0 4 0,0-4 0,-3 9 0,2-3 0,-5 0 0,5-3 0,-2-1 0,0 4 0,2 0 0,-6 3 0,7-3 0,-7 0 0,4-3 0,-1 2 0,-3 1 0,7 1 0,-10 2 0,9-3 0,-9 3 0,6-2 0,-3 5 0,0-5 0,0 5 0,3-5 0,-5 5 0,4-5 0,-5 5 0,3-5 0,0 5 0,0-5 0,0 5 0,3-5 0,-2 2 0,2 0 0,-3-2 0,0 2 0,0-3 0,0 0 0,3 0 0,-2 3 0,2-3 0,-3 3 0,0 1 0,3-4 0,-3 3 0,3 0 0,-3 1 0,-3 3 0,2 0 0,-2 0 0,3 0 0,0 0 0,0 0 0,0 0 0,0 0 0,0 0 0,0 0 0,0 0 0,0 3 0,0 1 0,3 3 0,1 0 0,3 0 0,0 0 0,-3 0 0,2 0 0,-5 0 0,8 0 0,2 0 0,4-3 0,-1 2 0,-1-5 0,-2 5 0,3-5 0,0 2 0,0 0 0,-4 1 0,7 3 0,-6 0 0,6-3 0,-6 2 0,2-5 0,-2 5 0,3-5 0,0 5 0,0-2 0,0 3 0,0-3 0,0 2 0,-3-2 0,2 0 0,-2 2 0,3-2 0,-3 3 0,2-4 0,-2 4 0,0-3 0,2 3 0,-2-1 0,0 1 0,-1 0 0,0 0 0,-2 0 0,2 0 0,-3 0 0,3 0 0,-2 0 0,2 0 0,0 0 0,-2 0 0,5 0 0,-5 0 0,2 0 0,-3 0 0,0 0 0,0 0 0,0 0 0,3 0 0,-2 0 0,2 0 0,-3 0 0,0 0 0,0 0 0,0 0 0,0 0 0,0 0 0,0 0 0,0 0 0,0 0 0,0 3 0,0-3 0,0 4 0,0-4 0,-3-1 0,2 5 0,-5-4 0,5 3 0,-2-3 0,0 0 0,2 0 0,-5 0 0,5 0 0,-2 0 0,0 0 0,2 0 0,-6 0 0,7 0 0,-7-3 0,4 5 0,-1-4 0,-3 2 0,3-1 0,1-2 0,-4 3 0,3 0 0,-3-3 0,3 2 0,-5-2 0,4 0 0,-2 2 0,23-15 0,-12 7 0,18-8 0,-21 4 0,5 5 0,1-6 0,-2 4 0,7-4 0,-7-1 0,5 5 0,-6-4 0,2 7 0,1-7 0,1 6 0,-1-5 0,-1 2 0,-2 0 0,3-2 0,-3 2 0,2-3 0,-6 0 0,4 0 0,2-3 0,-5 2 0,6-2 0,-7 3 0,3 0 0,-3 0 0,3 0 0,1 0 0,-4 0 0,3 0 0,1 0 0,-4 0 0,7 0 0,-4 3 0,4 1 0,0 3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8:22.032"/>
    </inkml:context>
    <inkml:brush xml:id="br0">
      <inkml:brushProperty name="width" value="0.2" units="cm"/>
      <inkml:brushProperty name="height" value="1.2" units="cm"/>
      <inkml:brushProperty name="color" value="#CC0066"/>
      <inkml:brushProperty name="inkEffects" value="pencil"/>
    </inkml:brush>
  </inkml:definitions>
  <inkml:trace contextRef="#ctx0" brushRef="#br0">0 34 16383,'0'12'0,"0"-1"0,0-7 0,0 1 0,0-1 0,0 1 0,0-1 0,0 1 0,0-1 0,0 1 0,0-1 0,0 1 0,0-1 0,0 1 0,0-1 0,0 1 0,0-1 0,0 1 0,0-1 0,0 1 0,0-1 0,2 1 0,-1-1 0,1 1 0,-2-1 0,0 3 0,2-2 0,-2 3 0,2-3 0,0 2 0,-1-3 0,1 1 0,-2-1 0,0 1 0,0-1 0,2 1 0,-2-1 0,2 1 0,-2-1 0,0 3 0,2-4 0,-1 3 0,1-4 0,-2 3 0,0-1 0,0 1 0,0-1 0,0 1 0,0-1 0,0 1 0,0-1 0,2 1 0,-2-1 0,2 1 0,-2 1 0,0-1 0,0 2 0,2-3 0,-1 1 0,1-1 0,-2 1 0,0-1 0,0 3 0,0-2 0,0 1 0,0-1 0,0-1 0,0 1 0,0 1 0,0-1 0,0 2 0,0-3 0,0 1 0,0-1 0,2 1 0,-2-1 0,2 1 0,-2-1 0,0 1 0,0-1 0,0 1 0,2 1 0,-1-1 0,1 2 0,-2-3 0,0 1 0,0-1 0,0 1 0,0-1 0,0 1 0,2-1 0,-2 1 0,2-1 0,-2 1 0,2-1 0,-1 1 0,1-1 0,-2 1 0,0-1 0,2 1 0,-2-1 0,2 1 0,-2-1 0,0 1 0,0-1 0,0 1 0,0-1 0,0 1 0,0-1 0,2 1 0,-1-1 0,1 1 0,-2-1 0,0 1 0,0-1 0,2 1 0,-2-1 0,2 1 0,-2-1 0,0 1 0,2-1 0,-1 1 0,1-1 0,-2 1 0,0-1 0,2 1 0,-2-1 0,2 1 0,-2-1 0,2 1 0,-1-1 0,1 1 0,-2-1 0,2 1 0,-2-1 0,2 1 0,-2-1 0,2 1 0,-1-1 0,1 1 0,-2-1 0,0 1 0,0-1 0,0 1 0,0-1 0,0 1 0,0-1 0,0 1 0,0-1 0,0 1 0,0-1 0,0 1 0,0-1 0,2 1 0,-2-1 0,2 1 0,-2-1 0,0 1 0,0-1 0,0 1 0,0-1 0,0 1 0,2-1 0,-1 1 0,1-1 0,-2 1 0,0-1 0,0 1 0,0-1 0,0 1 0,0-1 0,0 1 0,0-1 0,0 1 0,0-1 0,0 3 0,0-2 0,0 1 0,-2-3 0,1 1 0,-3 2 0,4 0 0,-2 2 0,2-3 0,-2-3 0,1 4 0,-1-3 0,0 4 0,8-5 0,-5 0 0,8-2 0,-5 0 0,1 0 0,-1 0 0,1 0 0,-1 0 0,1 0 0,-1 0 0,1 0 0,-1 0 0,5 0 0,-4 0 0,4 0 0,-5 0 0,1 0 0,-1 0 0,1 0 0,1 0 0,-1 0 0,2 0 0,-3 0 0,3 0 0,-2 0 0,1 0 0,-1 0 0,1 0 0,1 0 0,0 0 0,0 0 0,-3 0 0,1 0 0,-1 0 0,3 0 0,0 0 0,0 0 0,-1 0 0,-1 0 0,-1 0 0,1 0 0,-1 0 0,3 0 0,-2-2 0,3 2 0,-3-2 0,2 2 0,-3 0 0,1 0 0,-1 0 0,1 0 0,-1 0 0,3 0 0,-2 0 0,1 0 0,1 0 0,-2 0 0,1-3 0,1 3 0,-2-2 0,1 2 0,1 0 0,0 0 0,0 0 0,-1 0 0,-1 0 0,1 0 0,-1-2 0,2 1 0,-3-1 0,3 2 0,-2 0 0,3 0 0,-3 0 0,2 0 0,-3 0 0,1 0 0,1 0 0,-1 0 0,2 0 0,-3 0 0,1 0 0,-1 0 0,1 0 0,-1 0 0,1 0 0,3 0 0,-2 0 0,0-2 0,-2 2 0,1-2 0,0 2 0,3 0 0,-3 0 0,2 0 0,-3 0 0,3 0 0,0 0 0,0 0 0,-1 0 0,-1 0 0,-1 0 0,1 0 0,-1 0 0,1 0 0,-1 0 0,1 0 0,-1 0 0,1 0 0,-1 0 0,1 0 0,-1 0 0,1 0 0,-1 0 0,3 0 0,-2 0 0,1 0 0,-1 0 0,-1 0 0,1 0 0,-1 0 0,1 0 0,-1 0 0,1 0 0,-1 0 0,1 0 0,1 0 0,-1 0 0,1 0 0,-1 0 0,-1 0 0,1 0 0,-1 0 0,1 0 0,-1 0 0,1 0 0,-1 0 0,1 0 0,-1 0 0,1 0 0,-1 0 0,1 0 0,-1 0 0,1 0 0,-1 0 0,1 0 0,-1 0 0,1 0 0,-1 0 0,1 0 0,-1 0 0,1 0 0,-1 0 0,1 0 0,-1 0 0,1 0 0,-1 0 0,1 0 0,-1 0 0,1 0 0,-1 0 0,1 0 0,5 0 0,-4 0 0,5 0 0,-7 0 0,1 0 0,-1 0 0,1 0 0,-1 0 0,1 0 0,-1 0 0,1 0 0,-1 0 0,1-2 0,-1 1 0,1-1 0,-1 2 0,1 0 0,-1 0 0,1 0 0,-1 0 0,1 0 0,-1 0 0,3 0 0,-4-2 0,5 2 0,-5-2 0,3 2 0,-1 0 0,-1 0 0,1 0 0,1 0 0,-1 0 0,2 0 0,-3 0 0,1 0 0,-1 0 0,1 0 0,-1 0 0,1 0 0,-1-2 0,1 1 0,-1-1 0,1 2 0,-1 0 0,1 0 0,-1 0 0,1 0 0,-1 0 0,1 0 0,-1 0 0,1 0 0,-1 0 0,1 0 0,-1 0 0,1 0 0,-1-2 0,1 2 0,-1-2 0,1 2 0,-1 0 0,1 0 0,-1 0 0,1 0 0,-1 0 0,1 0 0,-1 0 0,1 0 0,-1 0 0,1 0 0,-1 0 0,1 0 0,-1 0 0,1 0 0,-1 0 0,1 0 0,-1 0 0,1 0 0,-1 0 0,1 0 0,-1 0 0,1 0 0,-1 0 0,1 0 0,-1 0 0,1 0 0,-1 0 0,1 0 0,-1 0 0,1 0 0,-1 2 0,1-2 0,-1 2 0,1-2 0,-1 0 0,1 0 0,-1 0 0,1 0 0,-1 0 0,1 0 0,-1 0 0,1 0 0,-1 0 0,1 0 0,-1 2 0,1-1 0,-1 1 0,1-2 0,-1 0 0,1 0 0,-1 0 0,1 0 0,-1 0 0,1 0 0,-1 0 0,1 0 0,-1 0 0,1 0 0,-1 0 0,1 0 0,-1 0 0,1 0 0,-1 0 0,1 0 0,-1 0 0,1 0 0,-1 0 0,1 0 0,-1 0 0,1 0 0,-1 0 0,1 0 0,-1 0 0,1 2 0,-1-2 0,1 2 0,-1-2 0,1 0 0,-1 0 0,-1-4 0,-1 1 0,-2-3 0,0 1 0,0 0 0,0 1 0,0-1 0,0 1 0,0-1 0,0 1 0,0-5 0,0 4 0,0-4 0,0 5 0,-2 1 0,1-3 0,-1-5 0,2 2 0,0-3 0,0 7 0,0 1 0,0-1 0,0 0 0,0 1 0,0-1 0,0 1 0,0-1 0,0 1 0,0-1 0,0 1 0,0-1 0,0 1 0,0-1 0,0 1 0,0-1 0,0 0 0,0 1 0,0-1 0,0 1 0,0-1 0,0 1 0,0-1 0,0 1 0,0-1 0,0 1 0,0-1 0,0 0 0,0-1 0,0 1 0,0-2 0,0 3 0,0-1 0,0 1 0,0-1 0,0 1 0,0-1 0,0 1 0,0-1 0,0 0 0,0 1 0,0-1 0,0 1 0,0-1 0,0 1 0,0-1 0,0 1 0,0-1 0,0 1 0,0-1 0,0 0 0,0 1 0,0-1 0,0 1 0,0-1 0,0 1 0,0-1 0,0 1 0,0-1 0,0 1 0,0-1 0,0 0 0,0 1 0,0-1 0,0 1 0,0-1 0,0 1 0,0-1 0,0 1 0,0-1 0,0 1 0,0-1 0,0 1 0,0-1 0,0 0 0,0 1 0,0-1 0,0 1 0,0-1 0,0 1 0,0-1 0,0 1 0,0-1 0,0 1 0,0-1 0,0 0 0,0 1 0,0-1 0,0 1 0,0-1 0,0-1 0,0 1 0,0-2 0,0 3 0,0-1 0,0 1 0,0-1 0,0 0 0,0 1 0,0-1 0,0 1 0,0-1 0,0 1 0,0-1 0,0 1 0,0-1 0,0-1 0,2 0 0,-1 0 0,1 1 0,-2 1 0,2-3 0,-2 2 0,2-1 0,-2 1 0,0 1 0,0-1 0,0 1 0,2-1 0,-1-2 0,1-2 0,-2 2 0,0-4 0,0 6 0,0-1 0,2 1 0,-2 1 0,2-1 0,-2 1 0,0-1 0,0 0 0,2 1 0,-1-3 0,1 2 0,-2-1 0,0 1 0,0 1 0,0-1 0,2 1 0,-2-1 0,2 0 0,-2 1 0,0-1 0,0 1 0,0-1 0,0 1 0,0-1 0,0 1 0,0-1 0,0-1 0,0 1 0,0-2 0,0 2 0,0 1 0,0-1 0,0 1 0,0-1 0,0 1 0,0-1 0,-8 9 0,6-3 0,-8 6 0,10-3 0,-4-4 0,1 4 0,1-1 0,-2-1 0,1 2 0,0-1 0,-1-1 0,2 2 0,-3-1 0,1 1 0,1 1 0,-1-3 0,4 2 0,-4-1 0,1-1 0,-1 2 0,-1-1 0,1 1 0,-1 1 0,0-1 0,3 1 0,-2-3 0,3 2 0,-3-1 0,2-1 0,-3 2 0,3-1 0,-2-1 0,1 2 0,-1-1 0,-1 1 0,1 1 0,-1-1 0,3 1 0,-2-3 0,1 0 0,-2 0 0,3 1 0,-2 1 0,1-1 0,1 1 0,-4-2 0,5 3 0,-5-3 0,3 0 0,1 0 0,-4 1 0,3 1 0,-4-1 0,4 1 0,-1-2 0,2 1 0,-1 1 0,-3-2 0,3 3 0,-3-3 0,3 2 0,-1-3 0,2 3 0,-3-4 0,1 4 0,-1-1 0,1-1 0,-1 2 0,0-1 0,1 1 0,-1-1 0,3 1 0,-2-4 0,1 2 0,-1 0 0,1 1 0,-1-1 0,2 2 0,-3-3 0,3 3 0,-2-4 0,1 2 0,-2 0 0,1 1 0,-1-1 0,1 2 0,-1-3 0,3 3 0,-2-4 0,1 2 0,-1 0 0,-1-1 0,3 3 0,-2-4 0,1 2 0,-2 0 0,1-1 0,-1 1 0,1-2 0,-1 0 0,1-2 0,1-1 0,-1-1 0,4-1 0,-4 2 0,3-1 0,-3 2 0,2-1 0,-1-1 0,1 2 0,0-3 0,0 1 0,-1-1 0,-1 1 0,1 1 0,1-1 0,0 2 0,0-3 0,1 0 0,-3 1 0,2 1 0,-1-1 0,-1 2 0,4-3 0,-4 3 0,3-2 0,-3 1 0,4-1 0,-4 1 0,3-1 0,-3 2 0,2-3 0,-3 0 0,0 1 0,3-1 0,-2 3 0,1-2 0,-1 1 0,1-1 0,-1 1 0,4-1 0,-6 4 0,5-4 0,-5 1 0,3-1 0,-1 1 0,1-1 0,-1 4 0,1-4 0,1 1 0,-2 0 0,1-1 0,1 2 0,-2-1 0,1-1 0,-1 2 0,-1-1 0,3-1 0,-2 4 0,1-4 0,-1 1 0,1-1 0,-1 1 0,2 1 0,-3 0 0,0 2 0,3-4 0,-2 3 0,1-3 0,-1 3 0,-1-3 0,1 4 0,1-4 0,-1 3 0,2-1 0,-3 0 0,1 2 0,1-4 0,-1 3 0,1-3 0,-1 4 0,-1-2 0,3 0 0,-2 1 0,1-3 0,-1 4 0,-1-2 0,3 0 0,-4 1 0,3-3 0,-4 4 0,2-2 0,3 0 0,-2 1 0,1-3 0,-1 4 0,-1-2 0,1 2 0,1-3 0,-3 3 0,3-2 0,-1 0 0,0 1 0,1-1 0,-1 0 0,-1 2 0,2-4 0,-1 3 0,2-1 0,-3 0 0,1 2 0,1-4 0,-1 3 0,2-1 0,-3 0 0,1 0 0,-1-1 0,1 1 0,-1 2 0,0 2 0,1-1 0,1 3 0,-1-4 0,2 4 0,-1-1 0,-1-1 0,2 2 0,-3-1 0,1-1 0,1 2 0,-1-1 0,2-1 0,-3 2 0,0-1 0,1 1 0,-3 1 0,4-1 0,-3-1 0,4-1 0,-1 0 0,-3 2 0,3-1 0,-3 3 0,1-5 0,3 3 0,-2-4 0,1 4 0,-2-3 0,1 3 0,1-2 0,-1 1 0,2 1 0,-3-2 0,1 3 0,-1-3 0,1 0 0,1 0 0,-1-1 0,2 3 0,-3-4 0,3 4 0,-3-3 0,3 3 0,-1-2 0,-1 1 0,2-1 0,-3 2 0,1-3 0,-1 5 0,1-4 0,-1 1 0,3 1 0,-2-4 0,1 4 0,-1-1 0,-1 1 0,0 1 0,1-1 0,-1 1 0,3-1 0,-2-1 0,3 1 0,-5-2 0,5 3 0,-5-3 0,4 2 0,-3-3 0,3 3 0,-2-4 0,1 4 0,1-1 0,-3-1 0,3 2 0,-3-3 0,3 3 0,-2-4 0,1 4 0,1-1 0,-2-1 0,1 2 0,1-1 0,-2-1 0,1 0 0,-1 2 0,-1-3 0,1 5 0,1-3 0,-1-1 0,1 0 0,-1-2 0,-1 4 0,1-3 0,1 5 0,-1-5 0,2 1 0,-5 2 0,2-3 0,-1 3 0,1-2 0,-2 0 0,2 1 0,-1-1 0,3 0 0,-1-2 0,0 2 0,-1-2 0,-2 0 0,3 2 0,-1-1 0,0 1 0,1-2 0,-1 0 0,1 0 0,-1 0 0,1 0 0,-1 2 0,1-2 0,-1 2 0,1-2 0,-1 0 0,1 0 0,-1 0 0,0 0 0,1 0 0,-1 0 0,1 0 0,-1 0 0,1 0 0,-1 0 0,1 0 0,-1 0 0,1 0 0,-1 0 0,0 0 0,1 0 0,-1-2 0,1 2 0,-1-2 0,3 0 0,-2 1 0,-1-3 0,0 4 0,1-5 0,0 5 0,1-4 0,1 1 0,-3 1 0,3-2 0,-3 3 0,1-3 0,-1 2 0,1-1 0,1-1 0,-1 2 0,2-1 0,-3-1 0,1 2 0,-1-1 0,3-1 0,-2 4 0,1-4 0,-2 1 0,3-2 0,-2 3 0,1-2 0,-1 1 0,-1-1 0,1 1 0,1-1 0,-1 2 0,2-1 0,-1-1 0,-3 2 0,3-3 0,-4 3 0,5-2 0,-2 3 0,1-3 0,-1 3 0,1-3 0,-1 2 0,2-1 0,-3-1 0,1 2 0,-1-1 0,3-1 0,-2 4 0,1-4 0,-2 1 0,1 1 0,1-2 0,-1 1 0,2 1 0,-1-2 0,-3 1 0,5-2 0,-5 3 0,6-2 0,-4 3 0,3-5 0,-3 5 0,4-5 0,-2 4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8:25.847"/>
    </inkml:context>
    <inkml:brush xml:id="br0">
      <inkml:brushProperty name="width" value="0.2" units="cm"/>
      <inkml:brushProperty name="height" value="1.2" units="cm"/>
      <inkml:brushProperty name="color" value="#CC0066"/>
      <inkml:brushProperty name="inkEffects" value="pencil"/>
    </inkml:brush>
  </inkml:definitions>
  <inkml:trace contextRef="#ctx0" brushRef="#br0">219 0 16383,'-10'5'0,"3"1"0,3-3 0,2 1 0,-1 1 0,-1-3 0,4 2 0,-2-1 0,-2-1 0,3 2 0,-3-1 0,2 1 0,1 1 0,-3-3 0,4 2 0,-4-1 0,3 1 0,-3-1 0,4 1 0,-4-2 0,3 3 0,-3-3 0,4 2 0,-5-1 0,5 1 0,-4-1 0,3 1 0,-3-2 0,4 3 0,-4-3 0,3 2 0,-3-1 0,2 1 0,-1 1 0,-1-3 0,4 2 0,-4-1 0,3 1 0,-3 1 0,2-3 0,-1 2 0,1-1 0,-2 1 0,3 1 0,-5-1 0,3 1 0,-1-1 0,1 1 0,1-1 0,0-1 0,2 1 0,-4-2 0,3 3 0,-3-1 0,4 1 0,-4-1 0,1 1 0,1-1 0,-2 1 0,3-1 0,-1 1 0,0-3 0,2 2 0,-4 1 0,3 0 0,-3 1 0,1-1 0,1-1 0,0 1 0,0-1 0,1 1 0,-3-1 0,4 1 0,-2-1 0,0-1 0,1 1 0,-3-2 0,4 3 0,-2-1 0,0-1 0,1 1 0,-1 0 0,0 1 0,2 2 0,-4-3 0,3 1 0,-1-1 0,2 1 0,0-1 0,-2 1 0,2-1 0,-2 1 0,2-1 0,0 1 0,0-1 0,0 1 0,0-1 0,0 1 0,0-1 0,0 1 0,0-1 0,0 1 0,0-1 0,0 1 0,0-1 0,0 1 0,0-1 0,0 1 0,0-1 0,0 1 0,0-1 0,0 1 0,0-1 0,2 1 0,-2-1 0,2 1 0,-2-1 0,0 1 0,0-1 0,0 1 0,2-1 0,-1 1 0,3-1 0,-4 1 0,2-1 0,-2 1 0,0-1 0,0 1 0,2-1 0,-1 1 0,1-1 0,0 1 0,-2-1 0,2 1 0,-2-1 0,0 1 0,2-1 0,-1 1 0,1-1 0,0 1 0,-2-1 0,4 1 0,-3-1 0,1 1 0,-2-1 0,2 1 0,-2-1 0,2 1 0,0-1 0,-1 1 0,3-1 0,-4 1 0,2-1 0,0 1 0,-1-1 0,1 1 0,0-3 0,-2 4 0,4-3 0,-3 4 0,1-3 0,0-1 0,0 3 0,1-3 0,1 3 0,-2-1 0,1-1 0,-1 1 0,0-3 0,0 2 0,1-1 0,1 1 0,-2 1 0,1-1 0,1-1 0,-4 1 0,4-2 0,-3 3 0,3-3 0,-4 2 0,4-1 0,-1 1 0,-1 1 0,2-3 0,-3 2 0,3-1 0,-2-1 0,1 2 0,1-1 0,-2 1 0,3 1 0,-1-1 0,1-1 0,-3 1 0,2-2 0,-1 3 0,1-3 0,-1 2 0,1-3 0,-2 3 0,3-2 0,-1 3 0,1-1 0,-1 1 0,1-3 0,-1 2 0,1-1 0,-1-1 0,1 2 0,-1-3 0,-1 3 0,1-4 0,-2 4 0,3-1 0,-1-1 0,1 0 0,-3 0 0,2 1 0,-1-1 0,3 2 0,-1-3 0,2 3 0,-3-4 0,-1 4 0,1-3 0,-2 3 0,3-4 0,-1 2 0,-1 0 0,3 1 0,-3-1 0,3 0 0,-1 0 0,-1-1 0,-1 3 0,1-4 0,2 4 0,0-1 0,2-1 0,-3 0 0,-1 0 0,1-1 0,-1 3 0,1-4 0,-1 2 0,1 0 0,-1-1 0,1 1 0,-1 0 0,1-2 0,-1 4 0,1-3 0,-1 1 0,1-2 0,-1 2 0,1-2 0,1 4 0,-1-3 0,2 1 0,-3-2 0,1 2 0,-1-2 0,3 2 0,-2 0 0,1-1 0,-1 1 0,-1-2 0,3 0 0,-2 2 0,1-2 0,-1 2 0,-1-2 0,1 0 0,-1 2 0,1-1 0,-1 1 0,3-2 0,0 0 0,0 0 0,-1 0 0,1 2 0,-2-2 0,1 2 0,1-2 0,-2 0 0,1 0 0,-1 0 0,-1 0 0,1 2 0,1-1 0,-1 1 0,2-2 0,-1 0 0,-1 0 0,2 0 0,-3 2 0,1-2 0,1 2 0,-1-2 0,2 0 0,-3 0 0,1 2 0,1-1 0,-1 1 0,2-2 0,-1 0 0,-1 0 0,2 0 0,-3 0 0,3 0 0,-2 2 0,1-2 0,-2 2 0,1-2 0,-1 0 0,3 0 0,-2 0 0,1 0 0,-1 0 0,-1 0 0,1 0 0,-1 0 0,3 0 0,-2 0 0,1 0 0,-1 0 0,1 0 0,-1 0 0,4 0 0,-4 0 0,3 0 0,-3 0 0,2 0 0,-3 0 0,1 0 0,-1 0 0,1 0 0,-1 0 0,1 0 0,-1 0 0,3 0 0,0 0 0,0 0 0,-1 0 0,-1 0 0,-1 0 0,1 0 0,-1 0 0,1 0 0,-1 0 0,3 0 0,-2 0 0,1 0 0,-1 0 0,-1 0 0,1 0 0,-1 0 0,1 0 0,-1 0 0,1 0 0,-1 0 0,1 0 0,-1 0 0,1 0 0,-1-2 0,1 2 0,1-2 0,1 2 0,0 0 0,0-2 0,-1 1 0,3-1 0,1 0 0,-1 1 0,-1-1 0,-1 0 0,0 2 0,0-2 0,-3 2 0,1 0 0,-1-2 0,1 1 0,1-1 0,-1 0 0,2 2 0,-3-2 0,1 2 0,-1 0 0,1 0 0,-1-2 0,1 1 0,-1-1 0,1 2 0,-1 0 0,1-2 0,-1 2 0,1-2 0,-1 2 0,1-2 0,-1 1 0,1-1 0,-1 2 0,1-2 0,-1 2 0,1-2 0,1 2 0,-1 0 0,2-2 0,-3 1 0,1-1 0,1 2 0,-1-2 0,2 2 0,-3-2 0,1 2 0,-1-2 0,1 1 0,-1-1 0,1 0 0,-1 2 0,1-3 0,-1 3 0,1 0 0,-1-2 0,1 2 0,-1-4 0,1 3 0,-1-1 0,1 2 0,-1-2 0,1 2 0,-1-2 0,-1 0 0,1 1 0,0-3 0,1 4 0,2-2 0,-3 0 0,1 1 0,-3-3 0,2 4 0,-1-2 0,1 0 0,1 1 0,-1-3 0,1 4 0,-1-4 0,1 3 0,-1-1 0,-1 0 0,1 2 0,-2-4 0,3 3 0,-1-1 0,-1 0 0,1 1 0,-2-3 0,3 4 0,-1-4 0,1 3 0,-1-1 0,1 0 0,-1 2 0,-1-4 0,1 3 0,-2-1 0,3 0 0,-1 0 0,1-1 0,-1 1 0,-1 0 0,3 0 0,-3-1 0,3-1 0,-1 4 0,-3-4 0,2 3 0,-1-3 0,1 3 0,-1-3 0,3 2 0,-3-3 0,3 3 0,-1-2 0,-1 1 0,1-1 0,-1 1 0,-1-1 0,1 4 0,0-6 0,1 3 0,2-4 0,-3 5 0,-1-3 0,1 5 0,-2-4 0,1 1 0,3-1 0,-5-1 0,5 3 0,-6-2 0,4 3 0,-1-3 0,-1 2 0,2-1 0,-1-3 0,-1 3 0,2-1 0,-3 0 0,3 3 0,-2-3 0,1 1 0,1-1 0,-4-1 0,4 3 0,-3-2 0,3 1 0,-4-1 0,4-1 0,-1-1 0,-1 1 0,2 0 0,-3 1 0,1 1 0,0-1 0,-2-1 0,4 1 0,-3-1 0,1 1 0,-2-1 0,2 3 0,-2-4 0,2 1 0,-2-2 0,0 0 0,0 2 0,0 1 0,0-1 0,0-3 0,0 2 0,0-2 0,0 3 0,0 1 0,0-1 0,0-4 0,0 4 0,0-4 0,0 5 0,0-1 0,0 1 0,0-1 0,0-3 0,0 2 0,0-3 0,0 5 0,0-1 0,0 1 0,0-7 0,0 5 0,0-4 0,0 5 0,0 0 0,0 1 0,-2-5 0,2 4 0,-2-4 0,2 5 0,-2 1 0,1-3 0,-3-3 0,4 1 0,-4-3 0,3 7 0,-1-1 0,2 1 0,-2-5 0,0 4 0,-1-4 0,1 4 0,2 1 0,-2-5 0,2 4 0,-4-2 0,3 3 0,-1 2 0,2-3 0,-2-2 0,2 2 0,-3-1 0,3 1 0,-2 1 0,2-1 0,-2 1 0,2-1 0,-2 3 0,1-4 0,-1 3 0,2-4 0,-2 4 0,2-1 0,-2 0 0,0 1 0,1-3 0,-1 3 0,0-1 0,2-1 0,-4 1 0,3-1 0,-3 1 0,4-1 0,-2 0 0,0 3 0,1-2 0,-3 1 0,4-1 0,-2-1 0,0 3 0,1-2 0,-3 1 0,4-1 0,-4 1 0,3-1 0,-3 2 0,3-3 0,-3 3 0,4-3 0,-2 3 0,2-3 0,-2 1 0,1-1 0,-3 3 0,4-2 0,-4 1 0,3-1 0,-3 1 0,4-1 0,-2 2 0,0-3 0,-1 1 0,-1-1 0,1 0 0,-1 3 0,2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8:28.922"/>
    </inkml:context>
    <inkml:brush xml:id="br0">
      <inkml:brushProperty name="width" value="0.2" units="cm"/>
      <inkml:brushProperty name="height" value="1.2" units="cm"/>
      <inkml:brushProperty name="color" value="#CC0066"/>
      <inkml:brushProperty name="inkEffects" value="pencil"/>
    </inkml:brush>
  </inkml:definitions>
  <inkml:trace contextRef="#ctx0" brushRef="#br0">1254 84 16383,'-13'0'0,"3"0"0,7 2 0,-1-2 0,0 2 0,-1 0 0,-2-1 0,3 1 0,-1 0 0,1-2 0,-1 2 0,0-2 0,3 2 0,-4 1 0,3-1 0,-4 0 0,3 0 0,-1-1 0,1 3 0,-1-4 0,1 2 0,-1 0 0,0-1 0,1 1 0,-1 0 0,1 0 0,-1 1 0,1-1 0,-1 0 0,1-2 0,-1 4 0,1-3 0,-3 3 0,2-4 0,-2 4 0,3-3 0,-1 3 0,1-4 0,-1 4 0,1-3 0,-1 3 0,1-4 0,-1 4 0,-1-1 0,0-1 0,0 2 0,1-3 0,-1 3 0,1-2 0,-2 1 0,3 1 0,-1-2 0,1 1 0,-1 1 0,1-4 0,-1 4 0,0-3 0,1 3 0,-3-2 0,2 1 0,-1-1 0,1 0 0,-1 0 0,1 3 0,-4-1 0,4 1 0,-2-3 0,3 2 0,-3-1 0,0 1 0,0 1 0,1-1 0,1-1 0,1 1 0,-1-2 0,1 1 0,-3 1 0,0-2 0,0 3 0,0-3 0,3 2 0,-1-1 0,1-1 0,-3 2 0,2-1 0,-1-1 0,1 0 0,1 0 0,-1 1 0,0-1 0,1 2 0,-1-3 0,1 3 0,-1-2 0,1 1 0,-1-1 0,1 0 0,-1 0 0,1 1 0,-1 1 0,0-4 0,1 4 0,-1-3 0,1 3 0,-1-2 0,1 1 0,-1 1 0,1-4 0,-3 4 0,2-1 0,-2-1 0,5 2 0,-2-3 0,1 3 0,-1-4 0,-1 4 0,1-3 0,-1 1 0,1 0 0,-1-2 0,1 4 0,-1-1 0,1-1 0,-7 4 0,5-3 0,-5 2 0,9-1 0,-4-4 0,5 4 0,-5-3 0,3 1 0,-1 0 0,-1-2 0,1 4 0,-1-3 0,0 3 0,-1-2 0,1 1 0,0 1 0,1-4 0,2 4 0,-3-3 0,1 3 0,-1-2 0,1 1 0,1 1 0,-1-4 0,1 4 0,-1-1 0,-1-1 0,3 2 0,-2-3 0,-1 5 0,0-5 0,-1 5 0,1-4 0,1 3 0,-1-3 0,3 2 0,-2-3 0,1 3 0,-2-2 0,1 1 0,-1 1 0,3-2 0,-2 1 0,1 1 0,-1-2 0,-1 3 0,1-1 0,-1-1 0,3 1 0,-2-2 0,1 3 0,-2-1 0,3 1 0,-2-1 0,1-1 0,-1 1 0,1-2 0,-1 3 0,2-3 0,-1 2 0,-1-1 0,2-1 0,-3 4 0,1-5 0,1 5 0,-1-3 0,1 1 0,1 1 0,-2-1 0,1 1 0,-1-1 0,-1 1 0,1-1 0,-1 3 0,1-2 0,1 1 0,-1-3 0,2 1 0,-1-2 0,-1 3 0,2-1 0,-1 1 0,-1-1 0,1 1 0,1-1 0,-2 1 0,1-1 0,1 1 0,-2-1 0,1 3 0,-1-4 0,-1 3 0,3-4 0,-2 3 0,1-1 0,1 1 0,-2-1 0,3 1 0,-3-1 0,3 1 0,-3-1 0,2 1 0,-1-1 0,-1 1 0,2-1 0,-1 1 0,-1-1 0,2 1 0,-1-1 0,-1 1 0,2-1 0,-1 1 0,-1-1 0,4 1 0,-4-1 0,3 1 0,-3-1 0,4 1 0,-3-1 0,1 1 0,0 1 0,-1-1 0,-1 2 0,4-3 0,-2 1 0,0-1 0,1 1 0,-3-1 0,4 1 0,-2-1 0,0 1 0,1-1 0,-3 1 0,4-1 0,-2 1 0,2-1 0,-2 1 0,1-1 0,-1 1 0,0-1 0,2 1 0,-4-1 0,3 1 0,-1-1 0,2 1 0,0-1 0,-2 1 0,2-1 0,-2 1 0,0-1 0,1 1 0,-1-1 0,2 1 0,-2-1 0,1 1 0,-1-1 0,0 1 0,2-1 0,-2 1 0,2-1 0,-2 1 0,1-1 0,-1 3 0,0-2 0,2 1 0,-4 1 0,3-2 0,-3 3 0,4-3 0,-4 0 0,3-1 0,-1 0 0,0-1 0,2 3 0,-2-1 0,0 0 0,1 1 0,-3-3 0,4 3 0,-2-3 0,0 3 0,1-1 0,-3 1 0,3-1 0,-3 2 0,4-3 0,-2 1 0,0-1 0,1 1 0,-3-1 0,4 1 0,-4 1 0,3 1 0,-3 0 0,4 0 0,-2-3 0,0 1 0,1-1 0,-1 1 0,0-1 0,2 3 0,-2-2 0,0 1 0,1-1 0,-3-1 0,4 1 0,-2-1 0,2 1 0,0-1 0,-2 1 0,1-1 0,-1 3 0,0-2 0,2 3 0,-2-1 0,2 0 0,0 0 0,-3-3 0,3 1 0,-2-1 0,2 1 0,0-1 0,0 1 0,0-1 0,0 1 0,-2-1 0,1 1 0,-1-1 0,2 1 0,0-1 0,0 1 0,0-1 0,0 1 0,0-1 0,-2 1 0,2-1 0,-2 1 0,2-1 0,0 1 0,0-1 0,0 1 0,0-1 0,0 1 0,0-1 0,0 1 0,-2-1 0,1 1 0,-1-1 0,2 1 0,0-1 0,0 1 0,0-1 0,0 1 0,-2-1 0,2 1 0,-2-1 0,2 1 0,0-1 0,-2 1 0,1-1 0,-1 1 0,2-1 0,0 1 0,0-1 0,0 1 0,-2-1 0,2 1 0,-2-1 0,2 1 0,0-1 0,0 1 0,0-1 0,0 1 0,0-1 0,-2 1 0,1-1 0,-1 1 0,2-1 0,0 1 0,0-1 0,0 1 0,0-1 0,0 1 0,0-1 0,0 1 0,0-1 0,0 1 0,2-1 0,1-1 0,-1 1 0,4-4 0,-3 2 0,4-2 0,-3 0 0,1 0 0,-1 0 0,1 0 0,-1 0 0,1 0 0,-1 0 0,1 0 0,-1-2 0,1 2 0,-1-2 0,1 2 0,-1 0 0,1 0 0,-1 0 0,1-2 0,-1 1 0,1-1 0,-1 2 0,1 0 0,-1 0 0,1 0 0,-1 0 0,1 0 0,-1-2 0,1 2 0,-1-2 0,1 2 0,1 0 0,-1 0 0,2-2 0,-3 1 0,3-1 0,-2 2 0,3 0 0,-3-2 0,2 2 0,-1-2 0,-1 2 0,2 0 0,-1 0 0,1 0 0,0-2 0,0 1 0,-1-1 0,1 2 0,0 0 0,0 0 0,9-2 0,-8 2 0,10-5 0,-13 5 0,8-2 0,-6 2 0,6 0 0,-6 0 0,0-2 0,1 1 0,-1-1 0,2 2 0,-2 0 0,2 0 0,17-3 0,-14 3 0,15-3 0,-15 3 0,-4 0 0,5 0 0,-6 0 0,2-2 0,0 1 0,-2-1 0,7 2 0,-8 0 0,23 0 0,-18 0 0,14 0 0,-18 0 0,2 0 0,-2 0 0,2 0 0,0 0 0,0 0 0,0 0 0,-2 0 0,1 0 0,-1 0 0,18 0 0,-14 0 0,18 0 0,-22 0 0,6 0 0,-6 0 0,2 0 0,0 0 0,0 0 0,0 0 0,-2 0 0,1 0 0,4 0 0,12 0 0,-6 0 0,5 0 0,-14 0 0,0 0 0,0 0 0,0 0 0,0 0 0,0 0 0,0 0 0,0 0 0,0 0 0,14 0 0,-11 0 0,11 0 0,-14 0 0,0 0 0,-2 0 0,2 0 0,-2 0 0,2 0 0,0 2 0,0-1 0,0 1 0,-2-2 0,24 0 0,-20 0 0,20 0 0,-24 0 0,2 0 0,0 0 0,0 0 0,0 0 0,0 0 0,0 2 0,0-2 0,0 2 0,2-2 0,3 0 0,-1 0 0,-2 0 0,3 0 0,-8 0 0,7 0 0,-6 0 0,2 0 0,0 0 0,0 0 0,0 0 0,0 0 0,0 0 0,0 0 0,4 2 0,-5-1 0,5 1 0,-6-2 0,2 0 0,0 0 0,0 0 0,0 0 0,-2 0 0,6 0 0,-7 0 0,8 0 0,-7 0 0,2 0 0,0 0 0,0 0 0,2 0 0,-2 0 0,2 0 0,-2 0 0,0 0 0,-2 0 0,6 0 0,-6 0 0,6 0 0,-8 0 0,3 0 0,-1 0 0,2 0 0,0 0 0,-2 0 0,2 0 0,5 0 0,-6 0 0,8 0 0,-11 0 0,3 0 0,-1 0 0,0 0 0,2 0 0,-2 0 0,0 0 0,1 0 0,-1 0 0,0 0 0,2 0 0,-4 0 0,9 0 0,-5 0 0,4 0 0,-5 0 0,-1 0 0,2 0 0,-2 0 0,2 0 0,-2 0 0,2 0 0,0 0 0,0 0 0,0 0 0,-2 0 0,6 3 0,-3-3 0,5 3 0,-4-3 0,-4 0 0,1 0 0,-1 0 0,2 0 0,-2 0 0,0 0 0,4 0 0,-5 0 0,7 2 0,-8-1 0,4 1 0,-4-2 0,3 0 0,-1 0 0,0 0 0,2 2 0,-2-2 0,0 2 0,1-2 0,-3 0 0,4 0 0,-2 0 0,2 0 0,0 2 0,-2-1 0,1 1 0,-3-2 0,4 0 0,-2 0 0,6 0 0,-3 0 0,1 0 0,-3 0 0,-1 0 0,2 2 0,-2-2 0,2 2 0,-2-2 0,0 0 0,1 0 0,-3 0 0,4 0 0,-4 0 0,3 0 0,-3 0 0,6 0 0,-4 0 0,2 0 0,-2 0 0,-1 0 0,-1 0 0,2 2 0,-3-1 0,3 1 0,-2-2 0,1 0 0,-1 0 0,1 0 0,-1 0 0,2 0 0,-3 0 0,3 0 0,0 0 0,0 0 0,-1 0 0,-1 0 0,1 0 0,-1 0 0,2 0 0,-3 0 0,1 0 0,-1 0 0,3 0 0,-2 0 0,1 0 0,-1 0 0,1 0 0,-1 0 0,2 0 0,-3 0 0,1 0 0,-1 0 0,1 0 0,-1 0 0,1 0 0,-1 0 0,1 0 0,-1 0 0,1 0 0,-1 0 0,1 0 0,-1 0 0,3 0 0,-2 0 0,1 0 0,-1 0 0,-1 0 0,1 0 0,-1 0 0,1 0 0,-1 0 0,1 0 0,-1 0 0,1 0 0,-1 0 0,1 0 0,-1 0 0,1 0 0,-1 0 0,1 0 0,-1 0 0,1 0 0,-1 0 0,1 0 0,-1 0 0,1 0 0,-1 0 0,1 0 0,-1 0 0,1 0 0,1 0 0,-1 0 0,2 0 0,-3 0 0,1 0 0,-1 0 0,1 0 0,-1 0 0,1 0 0,-1 0 0,1 0 0,-1 0 0,1 0 0,-1 0 0,1 0 0,-1 0 0,1 0 0,-1 0 0,1 0 0,-1 0 0,1 0 0,-1 0 0,1 0 0,-1 0 0,1 0 0,-1 0 0,1 0 0,-1 0 0,1 0 0,-1 0 0,1 0 0,-1 0 0,1-2 0,-1 1 0,1-1 0,-1 2 0,1 0 0,-1 0 0,1 0 0,-1 0 0,1 0 0,-1 0 0,1 0 0,-1 0 0,1 0 0,-1 0 0,1 0 0,-1 0 0,1 0 0,-1 0 0,1 0 0,-1 0 0,1 0 0,-1 0 0,1 0 0,-1 0 0,1 0 0,-1 0 0,5 0 0,-4 0 0,4 0 0,-5 0 0,3 0 0,-2 0 0,1 0 0,-1 0 0,3 0 0,-2 0 0,2 0 0,-3 0 0,-1 0 0,1 0 0,-1 0 0,7 0 0,-5 0 0,4 0 0,-5 0 0,-1 0 0,1 0 0,1 0 0,-1 0 0,2 0 0,-3 0 0,1 0 0,-1 0 0,1 0 0,-1 0 0,1 0 0,-1 0 0,1 0 0,-1-2 0,-1 0 0,1-1 0,-4-3 0,2 3 0,-2-3 0,0 1 0,0 0 0,0 1 0,0-3 0,0 2 0,0-1 0,0 1 0,0-1 0,0 1 0,-2-2 0,2 3 0,-2-1 0,2-4 0,0 4 0,0-4 0,0 5 0,0-1 0,0 1 0,0-1 0,0 1 0,-2-7 0,1 5 0,-1-5 0,2 7 0,0-1 0,0 1 0,0-1 0,0 1 0,-2-5 0,2 3 0,-2-2 0,2 3 0,-2 1 0,1-1 0,-1 1 0,2-1 0,-2-3 0,2 2 0,-2-3 0,0 5 0,1-1 0,-1 1 0,0-1 0,2 1 0,-2-3 0,0 2 0,1-1 0,-1 1 0,2 0 0,-2 3 0,1-4 0,-3 1 0,4-2 0,-4 2 0,3 1 0,-1 2 0,0-3 0,2 1 0,-4-5 0,3 3 0,-3 0 0,4 2 0,-2 1 0,0-1 0,-1-3 0,1 2 0,0-1 0,2 1 0,0 1 0,0-1 0,0 0 0,0 1 0,0-1 0,0 1 0,-2-1 0,1 1 0,-1-1 0,0 3 0,2-2 0,-2-1 0,0 0 0,1-2 0,-1 3 0,2-1 0,-2 3 0,1-4 0,-3 3 0,4-4 0,-2 3 0,2-3 0,0 2 0,0-2 0,-2 3 0,1-1 0,-1 1 0,0-1 0,2 1 0,-4-1 0,3 1 0,-1-1 0,0 3 0,2-2 0,-6 1 0,5-1 0,-3-1 0,2 0 0,1 1 0,-3-1 0,2 1 0,-1-1 0,-1 1 0,1-1 0,1 1 0,0-1 0,0 1 0,-1-3 0,1 2 0,0-4 0,0 4 0,1-1 0,-1 1 0,0 1 0,2-1 0,-2 1 0,0-1 0,1 1 0,-3-1 0,4 1 0,-4-1 0,3 0 0,-1 1 0,-2-1 0,3 1 0,-5-1 0,6 1 0,-2-1 0,0 1 0,1-1 0,-3 1 0,1-1 0,1 0 0,0 1 0,0-1 0,1 1 0,-1-1 0,0 1 0,0-3 0,-1 2 0,-1 1 0,4 0 0,-2 1 0,0-2 0,1 1 0,-3-1 0,4 1 0,-4-1 0,3 1 0,-3-1 0,4 1 0,-4-1 0,3 1 0,-3-3 0,1 2 0,1-2 0,0 3 0,0 1 0,1-1 0,-3 0 0,2-1 0,-3-2 0,3 3 0,-2-1 0,3 1 0,-3-1 0,4 0 0,-4 1 0,3-3 0,-3 2 0,4-1 0,-4 1 0,1 1 0,1-1 0,-1 1 0,1-3 0,0 2 0,-1-2 0,-1 3 0,4-1 0,-4 1 0,3-1 0,-3 1 0,4-1 0,-4 1 0,1-1 0,1 1 0,-2-1 0,3 1 0,-3-1 0,2 0 0,-1 1 0,-1-1 0,4 1 0,-4-1 0,3 1 0,-3-1 0,1 1 0,1-1 0,-2 1 0,-1-3 0,2 0 0,-3 2 0,6-1 0,-4 1 0,1 0 0,-1-1 0,-1 1 0,3 1 0,-2 1 0,3-1 0,-3 2 0,1-3 0,-1 0 0,-1 1 0,3-1 0,-4-1 0,3 1 0,-2-2 0,1 3 0,4-1 0,-4 1 0,1 1 0,1-1 0,-2 2 0,1-3 0,1 0 0,-3 1 0,3-1 0,-3 3 0,3-2 0,-2 1 0,1-1 0,-1-1 0,-1 1 0,1-1 0,-1 1 0,1-1 0,-1 0 0,1 1 0,1-1 0,-1 3 0,1-2 0,-1 1 0,-1 1 0,3-2 0,-2 1 0,1 1 0,-1-2 0,1 1 0,-1 1 0,2-2 0,-5 1 0,4-2 0,-3 1 0,3 1 0,-1-1 0,-1 4 0,1-4 0,-1 3 0,3-3 0,-2 4 0,1-4 0,1 1 0,-2 1 0,1-2 0,-1 1 0,1-1 0,-1 1 0,2 1 0,-3 0 0,0 2 0,3-4 0,-2 3 0,1-3 0,-1 3 0,-1-3 0,3 2 0,-2-1 0,1-1 0,1 2 0,-2-1 0,1 1 0,-1-2 0,1 1 0,-1-1 0,1 0 0,-1 1 0,-1 1 0,3-2 0,-2 3 0,1-3 0,-3 1 0,1-1 0,-2-1 0,3 1 0,-1-1 0,1 3 0,-1-2 0,0 3 0,3-3 0,-2 4 0,1-4 0,-1 1 0,-1 1 0,3-2 0,-2 3 0,1-3 0,-1 4 0,1-5 0,-1 5 0,2-4 0,-3 3 0,2-3 0,-1 2 0,2-1 0,-3 1 0,1 0 0,1 0 0,-1-1 0,2-1 0,-3 4 0,1-4 0,-1 1 0,1 1 0,-1-2 0,1 1 0,-1-1 0,0 1 0,3-1 0,-2 3 0,1-3 0,-1 2 0,-1-1 0,1-1 0,-1 4 0,3-4 0,-2 3 0,1-1 0,-1 0 0,-1 2 0,0-4 0,1 3 0,1-3 0,-1 4 0,2-2 0,-3 0 0,1 1 0,1-3 0,-1 4 0,2-2 0,-3 0 0,1 1 0,-1-1 0,2 0 0,-1 1 0,0-1 0,1 0 0,-3 2 0,3-2 0,-1 2 0,-1-2 0,1 1 0,1-3 0,-1 4 0,2-2 0,-3 0 0,1 1 0,1-3 0,-1 4 0,1-2 0,-1 2 0,-1-2 0,1 1 0,-1-3 0,1 4 0,-1-2 0,1 0 0,-1 1 0,1-1 0,1 0 0,-1 2 0,1-4 0,-1 3 0,-1-1 0,1 2 0,-1-2 0,1 2 0,-1-2 0,3-1 0,-2 3 0,-1-2 0,0 2 0,0-2 0,1 1 0,2-1 0,-3 2 0,1-2 0,-1 2 0,1-2 0,-1 2 0,3-2 0,-4 1 0,3-1 0,-4 0 0,3 2 0,-1-2 0,0 2 0,1 0 0,-1-2 0,1 1 0,-1-1 0,1 2 0,-1 0 0,1 0 0,-1-2 0,1 2 0,-1-2 0,0 2 0,1 0 0,-1 0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8:31.883"/>
    </inkml:context>
    <inkml:brush xml:id="br0">
      <inkml:brushProperty name="width" value="0.2" units="cm"/>
      <inkml:brushProperty name="height" value="1.2" units="cm"/>
      <inkml:brushProperty name="color" value="#CC0066"/>
      <inkml:brushProperty name="inkEffects" value="pencil"/>
    </inkml:brush>
  </inkml:definitions>
  <inkml:trace contextRef="#ctx0" brushRef="#br0">445 1 16383,'0'12'0,"0"-2"0,2-5 0,-2-1 0,4-1 0,-3 1 0,3-2 0,-4 3 0,4-1 0,-3 1 0,3-3 0,-4 2 0,4-1 0,-1 1 0,-1 1 0,2-3 0,-3 2 0,3-1 0,-2 1 0,3 1 0,-1-1 0,-1 1 0,1-3 0,-4 2 0,4-1 0,-1 1 0,1 1 0,1-1 0,-1 1 0,-1-1 0,1-1 0,-4 1 0,4-2 0,-1 1 0,1 1 0,1-4 0,-3 4 0,2-1 0,-1-1 0,1 2 0,1-1 0,-3 1 0,2-1 0,-1-1 0,1 2 0,1-3 0,-3 5 0,2-6 0,-3 4 0,3-1 0,-2-1 0,3 0 0,-1 2 0,1-3 0,-3 5 0,2-5 0,-3 3 0,3-2 0,-2 1 0,1 1 0,1-2 0,-2 1 0,1 1 0,1-2 0,-2 1 0,1 1 0,1-2 0,-2 1 0,1 1 0,3-2 0,-3 3 0,3-1 0,-1 1 0,-1-3 0,-1 2 0,1-3 0,-2 3 0,1-2 0,1 1 0,-2 1 0,3-4 0,-3 4 0,2-3 0,-1 3 0,1-4 0,-1 4 0,1-3 0,-2 3 0,3-2 0,-1 1 0,1 1 0,-1-4 0,-1 4 0,1-3 0,-2 5 0,3-3 0,-1 3 0,1-1 0,-1-3 0,-1 2 0,1-3 0,-2 3 0,1-2 0,1 1 0,-2 1 0,3-2 0,-1 3 0,1-1 0,-1-1 0,-1 1 0,1-4 0,-2 4 0,1-1 0,1-1 0,-14-8 0,10 2 0,-13-5 0,11 5 0,-1 2 0,-1-1 0,2-1 0,-1 2 0,-1-1 0,2-1 0,-3 2 0,-1-7 0,1 3 0,-2 0 0,5 2 0,-2 3 0,1-3 0,0 2 0,-1-1 0,0-3 0,1 3 0,-3-1 0,3 0 0,1 1 0,-2-1 0,1 1 0,-1-1 0,-1 1 0,1-1 0,-1-1 0,0 1 0,1-1 0,-1 1 0,1-1 0,-1 1 0,1 1 0,1-1 0,-1 2 0,2-1 0,-1-1 0,-1 1 0,2 1 0,-3-2 0,1 1 0,1-1 0,-1 1 0,1-1 0,-1 2 0,-1-1 0,3-1 0,-2 4 0,1-4 0,1 1 0,-2 1 0,1-2 0,1 1 0,-2 0 0,1-1 0,1 2 0,-4-3 0,4 1 0,-4 1 0,6-1 0,-4 4 0,1-4 0,-1 1 0,1-1 0,-1 1 0,4-1 0,-6 4 0,5-4 0,-5 1 0,3-1 0,-1-1 0,-1 2 0,3-1 0,-3 4 0,3-4 0,-1 1 0,-1 1 0,2 0 0,-3 0 0,1-1 0,-1-1 0,1 1 0,1-1 0,-1 4 0,2-4 0,-3 3 0,1-3 0,-1 4 0,2-4 0,-1 3 0,2-1 0,-3 0 0,3-1 0,-2 1 0,1 0 0,-1 0 0,-1 1 0,3-3 0,-2 4 0,1-2 0,-1 2 0,-1-2 0,0 1 0,1-1 0,-1 2 0,1 2 0,-1-1 0,3 3 0,-2-4 0,1 2 0,-1 0 0,-1-1 0,3 3 0,-2-4 0,1 4 0,1-1 0,-3-1 0,3 0 0,-3 0 0,3 1 0,-2-1 0,1 2 0,1-1 0,-2-1 0,1 2 0,-1-1 0,1 1 0,-1-1 0,2 1 0,-3-4 0,3 4 0,-2-1 0,1-1 0,0 2 0,-1-1 0,4 1 0,-4-1 0,1 1 0,-3-2 0,1 3 0,-2-1 0,3 1 0,-1-3 0,1 2 0,-1-1 0,1 1 0,-3 1 0,2-1 0,-2 1 0,3-1 0,-1-1 0,3 1 0,-4-4 0,5 4 0,-5-3 0,3 3 0,-1-2 0,-1 1 0,0 1 0,1-4 0,1 4 0,-1-1 0,2-1 0,-3 2 0,1-3 0,-1 3 0,1-4 0,-1 4 0,1-1 0,-3 1 0,2-1 0,-2 1 0,3-2 0,-1 1 0,3 1 0,-4-4 0,5 4 0,-9 1 0,6-2 0,-4 3 0,3-4 0,1 1 0,-1 1 0,0-2 0,1 1 0,1 1 0,-1-4 0,-2 8 0,0-4 0,-2 4 0,5-3 0,-1-3 0,4 2 0,-4-1 0,1 1 0,-1 3 0,-1-4 0,2 3 0,1-4 0,0 1 0,0 3 0,-1-3 0,-1 7 0,2-6 0,-1 4 0,1-6 0,0 1 0,2 3 0,-2-3 0,2 1 0,0-2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8:32.625"/>
    </inkml:context>
    <inkml:brush xml:id="br0">
      <inkml:brushProperty name="width" value="0.2" units="cm"/>
      <inkml:brushProperty name="height" value="1.2" units="cm"/>
      <inkml:brushProperty name="color" value="#CC0066"/>
      <inkml:brushProperty name="inkEffects" value="pencil"/>
    </inkml:brush>
  </inkml:definitions>
  <inkml:trace contextRef="#ctx0" brushRef="#br0">0 214 16383,'12'-3'0,"-3"-1"0,-5 4 0,-2-4 0,1 1 0,1 1 0,-2-2 0,3 1 0,-1 1 0,-1-2 0,1 3 0,-2-3 0,3 1 0,-1 1 0,-1-2 0,1 3 0,-2-3 0,3 4 0,-3-4 0,2 3 0,-1-3 0,1 2 0,1-1 0,-3-1 0,2 4 0,-1-2 0,1 0 0,1-1 0,-1-1 0,1-1 0,-1 3 0,1 0 0,-1-1 0,1 1 0,-1-1 0,-1-1 0,0 2 0,0-1 0,2 1 0,-1 0 0,0 0 0,1-1 0,-3-1 0,2 4 0,-1-4 0,1 1 0,1 1 0,-1-2 0,1 3 0,-3-3 0,2 4 0,-1-4 0,-1 1 0,2 0 0,-1 1 0,1 0 0,1 0 0,-1-1 0,-1-1 0,1 4 0,-2-4 0,3 3 0,-1-3 0,1 4 0,-1-4 0,-1 1 0,1 1 0,-2 0 0,3 0 0,-1 1 0,-1-3 0,1 4 0,-2-2 0,3 0 0,-1 1 0,1-1 0,-1 2 0,1-2 0,-1 2 0,-1-5 0,1 5 0,-2-2 0,3 2 0,-1 0 0,1-2 0,-1 1 0,1-1 0,-1 2 0,1-2 0,-1 2 0,1-2 0,-1 0 0,1 1 0,-1-1 0,1 2 0,-1 0 0,1 0 0,-1 0 0,1 0 0,-1 0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8:38.828"/>
    </inkml:context>
    <inkml:brush xml:id="br0">
      <inkml:brushProperty name="width" value="0.2" units="cm"/>
      <inkml:brushProperty name="height" value="1.2" units="cm"/>
      <inkml:brushProperty name="color" value="#CC0066"/>
      <inkml:brushProperty name="inkEffects" value="pencil"/>
    </inkml:brush>
  </inkml:definitions>
  <inkml:trace contextRef="#ctx0" brushRef="#br0">107 83 16383,'-13'0'0,"3"0"0,5 0 0,1 0 0,-1 0 0,1 0 0,-1 0 0,1 0 0,-1 0 0,1 0 0,-1 2 0,0-2 0,1 2 0,-1-2 0,1 0 0,-1 2 0,1-1 0,-1 1 0,1-2 0,-1 0 0,15 4 0,-7-1 0,11 1 0,-9-2 0,-3 0 0,4-1 0,-3 1 0,2 0 0,-1-2 0,-2 2 0,3-2 0,-1 2 0,1-1 0,-1 3 0,1-4 0,-1 2 0,1-2 0,-1 2 0,1-1 0,-1 1 0,1-2 0,-1 0 0,1 0 0,-1 0 0,1 0 0,-1 0 0,1 0 0,-1 0 0,1 0 0,-1 0 0,1-2 0,-3-1 0,2 1 0,-3-4 0,3 5 0,-4-5 0,2 3 0,-2-1 0,0-1 0,0 1 0,0-1 0,-2 1 0,1-1 0,-1 0 0,0 3 0,2-2 0,-4 1 0,3-1 0,-3 1 0,2-1 0,-3 4 0,3-4 0,-2 3 0,1-1 0,-1 2 0,-1 0 0,1 2 0,1 1 0,-1-1 0,2 2 0,-1-1 0,9-1 0,-2 0 0,6-2 0,-5 0 0,-1 0 0,1-2 0,-1 2 0,-1-4 0,1 1 0,-4-1 0,2-1 0,-2 0 0,0 1 0,-2-1 0,2 1 0,-4 1 0,3-1 0,-3 2 0,2-1 0,-1-1 0,-3 4 0,5-4 0,-5 3 0,4-1 0,-3 2 0,1 0 0,-1 0 0,0-2 0,1 2 0,-1-2 0,1 2 0,-1 0 0,1 0 0,-1 0 0,1 0 0,-1 0 0,1 0 0,-1 2 0,1-2 0,-1 2 0,0 0 0,1-1 0,-1 1 0,1 0 0,-1-2 0,1 2 0,-1-2 0,3 2 0,-4-1 0,5 3 0,-5-4 0,3 2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8:39.959"/>
    </inkml:context>
    <inkml:brush xml:id="br0">
      <inkml:brushProperty name="width" value="0.2" units="cm"/>
      <inkml:brushProperty name="height" value="1.2" units="cm"/>
      <inkml:brushProperty name="color" value="#CC0066"/>
      <inkml:brushProperty name="inkEffects" value="pencil"/>
    </inkml:brush>
  </inkml:definitions>
  <inkml:trace contextRef="#ctx0" brushRef="#br0">73 28 16383,'-9'-5'0,"0"1"0,7 2 0,-2 2 0,-1-2 0,0 2 0,-2 0 0,3 0 0,-1 0 0,1 0 0,-1 0 0,1 2 0,1 0 0,-1 1 0,4 3 0,-2-3 0,2 3 0,0-1 0,2-3 0,0 2 0,1-1 0,1-1 0,-2 2 0,1-1 0,1-1 0,-2 0 0,3 0 0,-1-1 0,1 1 0,-1-2 0,1 0 0,-1 2 0,1-2 0,-1 2 0,1-2 0,-1 0 0,1 0 0,-1 0 0,1 0 0,-1 0 0,1 0 0,-1 0 0,1 0 0,-1 0 0,1 0 0,-1 0 0,1 0 0,-1 0 0,1 0 0,-1 0 0,1-2 0,-1 2 0,1-4 0,-1 3 0,-1-3 0,1 2 0,-4-3 0,2 0 0,-2 1 0,0-1 0,0 1 0,-2-1 0,0 3 0,-1-2 0,-3 1 0,3 1 0,-2-2 0,1 3 0,2-1 0,-3 0 0,1 2 0,-1-2 0,1 2 0,1-2 0,-3 1 0,3-1 0,-4 2 0,3 0 0,-1 0 0,1-2 0,-1 1 0,1-1 0,-1 2 0,1 2 0,1 1 0,1 1 0,0 1 0,2-1 0,-2 1 0,2-1 0,0 1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8:41.101"/>
    </inkml:context>
    <inkml:brush xml:id="br0">
      <inkml:brushProperty name="width" value="0.2" units="cm"/>
      <inkml:brushProperty name="height" value="1.2" units="cm"/>
      <inkml:brushProperty name="color" value="#CC0066"/>
      <inkml:brushProperty name="inkEffects" value="pencil"/>
    </inkml:brush>
  </inkml:definitions>
  <inkml:trace contextRef="#ctx0" brushRef="#br0">73 46 16383,'-12'-2'0,"2"0"0,7 4 0,1 0 0,6 5 0,-1-4 0,2 3 0,-1-6 0,-2 4 0,3-3 0,-1 1 0,1-2 0,-1 0 0,1 2 0,-1-2 0,1 2 0,-1-2 0,1-2 0,-3 0 0,0-3 0,-2 1 0,0-1 0,0 1 0,0-1 0,0 0 0,0 1 0,0-1 0,0 1 0,0-1 0,-2 1 0,0-1 0,-3 3 0,2-2 0,-1 3 0,2-1 0,-3 2 0,1-2 0,-1 2 0,1-2 0,-1 2 0,1 0 0,-1 0 0,1 0 0,-1 0 0,0 0 0,1 0 0,-1 0 0,1 2 0,-1-2 0,1 4 0,-1-3 0,3 3 0,-2-4 0,1 4 0,1-1 0,-2-1 0,3 4 0,-1-5 0,2 3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8:54.454"/>
    </inkml:context>
    <inkml:brush xml:id="br0">
      <inkml:brushProperty name="width" value="0.2" units="cm"/>
      <inkml:brushProperty name="height" value="1.2" units="cm"/>
      <inkml:brushProperty name="color" value="#CC0066"/>
      <inkml:brushProperty name="inkEffects" value="pencil"/>
    </inkml:brush>
  </inkml:definitions>
  <inkml:trace contextRef="#ctx0" brushRef="#br0">0 1 16383,'10'7'0,"-2"-3"0,-5 0 0,1-3 0,-2 3 0,3-2 0,-3 3 0,2-3 0,-1 0 0,1 2 0,1-3 0,-3 5 0,2-5 0,-3 3 0,5-2 0,-3 3 0,3-1 0,-1 1 0,-1-3 0,-1 2 0,1-1 0,-2-1 0,3 2 0,-1-1 0,1 1 0,-1-1 0,-1 1 0,-1-2 0,2 1 0,-3 1 0,5-4 0,-4 4 0,3-1 0,-3 1 0,2-1 0,-1 1 0,1-2 0,1 1 0,-1 1 0,3-2 0,-4 3 0,3-3 0,-4 2 0,1-1 0,1-1 0,-2 2 0,3-3 0,-3 3 0,2-4 0,-1 4 0,1-1 0,1-1 0,-1 4 0,1-5 0,-1 5 0,1-5 0,-3 3 0,2-4 0,-1 4 0,1-1 0,1-1 0,-3 2 0,2-1 0,-1-1 0,-1 2 0,2-1 0,-1-1 0,-1 2 0,2-1 0,-1-1 0,1 2 0,1-3 0,-3 3 0,2-2 0,-1 1 0,-1 1 0,2-2 0,-1 1 0,-1 1 0,4-4 0,-5 4 0,5-3 0,-3 1 0,1-2 0,1 2 0,-1 0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8:54.860"/>
    </inkml:context>
    <inkml:brush xml:id="br0">
      <inkml:brushProperty name="width" value="0.2" units="cm"/>
      <inkml:brushProperty name="height" value="1.2" units="cm"/>
      <inkml:brushProperty name="color" value="#CC0066"/>
      <inkml:brushProperty name="inkEffects" value="pencil"/>
    </inkml:brush>
  </inkml:definitions>
  <inkml:trace contextRef="#ctx0" brushRef="#br0">409 0 16383,'-12'2'0,"2"-1"0,5 3 0,1-4 0,-1 2 0,1 0 0,-1-1 0,0 1 0,-1 0 0,1-2 0,-2 4 0,3-3 0,-3 3 0,2-4 0,-1 2 0,1 0 0,0-1 0,1 1 0,-1 0 0,1-2 0,-1 4 0,1-3 0,-1 1 0,1 0 0,-3-2 0,2 4 0,-1-1 0,1-1 0,0 0 0,1-2 0,-1 2 0,1 1 0,-1-1 0,1 2 0,-1-3 0,1 3 0,-1-4 0,1 4 0,-1-3 0,1 1 0,-1 0 0,0 0 0,1 1 0,-1 1 0,1-4 0,-1 4 0,1-1 0,-1-1 0,1 2 0,-1-3 0,1 3 0,-1-2 0,0 3 0,1-3 0,-1 2 0,1-1 0,-1 1 0,1-1 0,1 1 0,-3-2 0,3 3 0,-3-3 0,3 2 0,-1-3 0,1 3 0,-1-2 0,-1 3 0,1-3 0,1 2 0,-1-3 0,2 3 0,-3-2 0,1 3 0,1-1 0,-1-1 0,2 1 0,-3-4 0,3 4 0,-3-3 0,3 5 0,-3-5 0,1 5 0,1-4 0,-1 1 0,2-1 0,-3 0 0,3 0 0,-2 3 0,1-3 0,-1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8:55.476"/>
    </inkml:context>
    <inkml:brush xml:id="br0">
      <inkml:brushProperty name="width" value="0.2" units="cm"/>
      <inkml:brushProperty name="height" value="1.2" units="cm"/>
      <inkml:brushProperty name="color" value="#CC0066"/>
      <inkml:brushProperty name="inkEffects" value="pencil"/>
    </inkml:brush>
  </inkml:definitions>
  <inkml:trace contextRef="#ctx0" brushRef="#br0">0 1 16383,'10'5'0,"-4"0"0,-2-4 0,-1 1 0,1 0 0,-1 0 0,1 1 0,-2 1 0,1-2 0,1 1 0,-2-1 0,3 2 0,-1-3 0,1 5 0,-1-4 0,1 1 0,-3 1 0,2-4 0,-1 4 0,1-1 0,1 1 0,-1 1 0,1-3 0,-3 2 0,4-1 0,-5 1 0,5-1 0,-3 1 0,1-4 0,-1 4 0,1-1 0,-2-1 0,3 2 0,-1-1 0,1 1 0,-1 1 0,-1-1 0,1-1 0,-2 1 0,3-2 0,-1 1 0,-1 1 0,1-2 0,-2 3 0,3-3 0,-1 2 0,1-1 0,-1 1 0,1 1 0,-1-3 0,1 2 0,-3-1 0,2 1 0,-1 1 0,3-1 0,-1-1 0,0 1 0,-1-2 0,-2 1 0,3 1 0,-1-2 0,-1 3 0,1-3 0,-2 2 0,3-1 0,-1 1 0,1-1 0,-3 1 0,2-2 0,-1 3 0,1-3 0,-1 2 0,1-3 0,-2 3 0,3-2 0,-1 3 0,1-1 0,-1-1 0,1 1 0,-1-2 0,1 3 0,-1-1 0,1-1 0,-3 1 0,2-4 0,-1 4 0,1-3 0,-1 3 0,1-4 0,-2 4 0,1-1 0,1-1 0,-2 2 0,3-1 0,-1-1 0,1 0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8:55.840"/>
    </inkml:context>
    <inkml:brush xml:id="br0">
      <inkml:brushProperty name="width" value="0.2" units="cm"/>
      <inkml:brushProperty name="height" value="1.2" units="cm"/>
      <inkml:brushProperty name="color" value="#CC0066"/>
      <inkml:brushProperty name="inkEffects" value="pencil"/>
    </inkml:brush>
  </inkml:definitions>
  <inkml:trace contextRef="#ctx0" brushRef="#br0">382 0 16383,'-13'5'0,"3"-1"0,5-2 0,-1 1 0,1-1 0,-2 0 0,3 0 0,-1-1 0,0 1 0,3 0 0,-2-2 0,1 4 0,-1-3 0,-1 1 0,-9 2 0,7-1 0,-8 1 0,10-2 0,1 0 0,-1-1 0,1 3 0,-1-4 0,1 2 0,-1 0 0,1-1 0,-1 3 0,1-4 0,-1 2 0,0 0 0,-1-1 0,3 3 0,-3-4 0,1 4 0,0-3 0,-1 3 0,1-4 0,1 4 0,-1-3 0,1 1 0,-1 0 0,0 0 0,-1 1 0,-1 1 0,0-2 0,0 1 0,3 1 0,-1-4 0,1 4 0,-1-3 0,1 1 0,-1 0 0,0-2 0,3 4 0,-2-3 0,1 3 0,-1-4 0,-1 4 0,1-3 0,-1 3 0,1-4 0,-1 2 0,3 0 0,-2-1 0,1 3 0,-2-4 0,1 4 0,-1-3 0,1 3 0,-1-4 0,1 2 0,1 0 0,-1-1 0,2 3 0,-3-4 0,3 4 0,-2-3 0,1 1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8:56.717"/>
    </inkml:context>
    <inkml:brush xml:id="br0">
      <inkml:brushProperty name="width" value="0.2" units="cm"/>
      <inkml:brushProperty name="height" value="1.2" units="cm"/>
      <inkml:brushProperty name="color" value="#CC0066"/>
      <inkml:brushProperty name="inkEffects" value="pencil"/>
    </inkml:brush>
  </inkml:definitions>
  <inkml:trace contextRef="#ctx0" brushRef="#br0">0 19 16383,'9'-5'0,"0"1"0,-5 4 0,1 0 0,-1-2 0,1 1 0,-1-1 0,1 2 0,-1 0 0,1 0 0,-1 0 0,1 0 0,-1 0 0,1 0 0,-1 0 0,1 0 0,-1 0 0,3 0 0,-2 0 0,3 0 0,-3 0 0,2 0 0,-1 0 0,-1 0 0,2 0 0,-1 0 0,1 0 0,0 0 0,2 0 0,-4 0 0,1 0 0,1 0 0,-2 0 0,5 0 0,-4 0 0,4-2 0,-5 2 0,2-2 0,-3 2 0,3 0 0,-2 0 0,3 0 0,-3 0 0,4 0 0,-4 0 0,1 0 0,1 0 0,-2 0 0,3 0 0,1 0 0,-1 0 0,0 0 0,-1 0 0,-2 0 0,3 0 0,-3 0 0,2 0 0,-1 0 0,-1 0 0,4 0 0,-4 0 0,1 0 0,1 2 0,-2-2 0,1 2 0,-1-2 0,1 0 0,-1 0 0,2 0 0,-1 0 0,-1 0 0,2 0 0,-3 0 0,1 2 0,1-1 0,-1 1 0,2-2 0,-3 0 0,1 0 0,-1 0 0,1 0 0,1 0 0,1 2 0,0-2 0,2 2 0,-4-2 0,1 0 0,-1 2 0,-1-1 0,1 1 0,-1-2 0,1 0 0,-1 0 0,1 0 0,-1 2 0,1-2 0,-1 2 0,1-2 0,-1 0 0,1 2 0,-1-1 0,1 1 0,-1-2 0,1 2 0,-1-2 0,1 2 0,-1-2 0,1 2 0,-1-1 0,1 3 0,-1-4 0,1 2 0,-1-2 0,1 0 0,-1 2 0,3-1 0,-4 3 0,3-4 0,-4 2 0,3 0 0,-1-1 0,1 1 0,-1-2 0,1 0 0,-1 2 0,1-2 0,-1 2 0,1-2 0,-1 2 0,1-1 0,-1 1 0,1-2 0,-1 2 0,1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9:17.587"/>
    </inkml:context>
    <inkml:brush xml:id="br0">
      <inkml:brushProperty name="width" value="0.2" units="cm"/>
      <inkml:brushProperty name="height" value="1.2" units="cm"/>
      <inkml:brushProperty name="color" value="#849398"/>
      <inkml:brushProperty name="inkEffects" value="pencil"/>
    </inkml:brush>
  </inkml:definitions>
  <inkml:trace contextRef="#ctx0" brushRef="#br0">651 164 16383,'5'-9'0,"-1"0"0,-4 4 0,0 1 0,0-1 0,0 1 0,0-1 0,0 1 0,0-1 0,0 1 0,-2-1 0,1 1 0,-1-1 0,0 3 0,2-3 0,-4 3 0,3-3 0,-1 1 0,0-1 0,2 1 0,-4 1 0,3-1 0,-1 2 0,0-3 0,-1 1 0,1-1 0,-2 3 0,3-3 0,-3 3 0,2-1 0,-3-1 0,1 2 0,-1-3 0,1 3 0,-1-2 0,1 1 0,-1 1 0,1 0 0,-1 0 0,0 1 0,1-1 0,1 0 0,-1 2 0,0-2 0,-1 2 0,-2 0 0,3 0 0,-1 0 0,1 0 0,-1 0 0,0 0 0,1 0 0,-1 0 0,1 0 0,-1 0 0,1 0 0,-1 0 0,1 0 0,-1 0 0,1 0 0,-1 0 0,0 2 0,1-2 0,-1 2 0,1-2 0,-1 0 0,1 0 0,-1 2 0,1-1 0,-1 3 0,1-4 0,-1 2 0,1-2 0,-1 2 0,0-1 0,1 3 0,-1-4 0,1 2 0,-1 0 0,1-1 0,1 3 0,-1-4 0,2 2 0,-3 0 0,1-1 0,1 3 0,-1-4 0,1 6 0,-1-3 0,-1 4 0,3-3 0,0 1 0,0-3 0,1 2 0,-3 1 0,4 0 0,-2 1 0,2-1 0,0-1 0,0 1 0,0-1 0,-2 1 0,1-1 0,-1 1 0,2-1 0,0 1 0,0-1 0,0 1 0,0-1 0,0 1 0,0-1 0,0 1 0,0-1 0,0 1 0,0-1 0,0 1 0,0-1 0,0 1 0,0-1 0,0 1 0,0-1 0,0 1 0,0-1 0,0 1 0,0-1 0,0 1 0,0-1 0,0 1 0,0-1 0,0 1 0,0-1 0,0 1 0,0-1 0,0 1 0,0-1 0,0 1 0,0-1 0,2 1 0,-1-1 0,1 1 0,-2-1 0,2 1 0,-2-1 0,4-1 0,-3 1 0,3 0 0,-4 1 0,4 2 0,-3-3 0,3 1 0,-4-1 0,4 1 0,-3-1 0,3-1 0,-4 1 0,4-2 0,-1 5 0,-1-2 0,0 1 0,0-3 0,-1 1 0,3-2 0,-4 3 0,2-1 0,0 1 0,-1-1 0,3-1 0,-4 1 0,4-2 0,-3 3 0,1-1 0,0-1 0,-2 3 0,2-3 0,0 1 0,-1 0 0,1-1 0,0 1 0,-2 1 0,-4-3 0,1 0 0,-6-2 0,4 0 0,1 0 0,-1 2 0,1-1 0,-1 1 0,1 0 0,-1-2 0,1 2 0,1 0 0,-3 1 0,3-1 0,-3 2 0,1-3 0,2 3 0,-1-4 0,2 4 0,-3-3 0,1 3 0,-1-2 0,1 1 0,-1 1 0,1-2 0,-1 1 0,3 1 0,-2-4 0,1 4 0,-2-1 0,1 1 0,-1 1 0,-1-1 0,3 1 0,-3-3 0,5 2 0,-3-3 0,2 3 0,-3-2 0,1 3 0,-1-1 0,0 1 0,1-1 0,-1 1 0,3-1 0,-2-1 0,1 1 0,-1-2 0,1 3 0,-1-1 0,2 1 0,-3-1 0,1 1 0,-1-1 0,1 1 0,1-1 0,-3 1 0,5-1 0,-5 1 0,3-1 0,1 1 0,-2 1 0,1-1 0,-1 2 0,-1-3 0,1 1 0,1-1 0,-1 1 0,2-1 0,-3 1 0,1-1 0,1 1 0,-1-1 0,1 1 0,-1 1 0,1-1 0,-1 2 0,2-3 0,-5 3 0,4-2 0,-3 1 0,4-1 0,-1-1 0,-1 3 0,2-4 0,-1 5 0,-1-5 0,3 3 0,-3-1 0,2-1 0,-3 1 0,3-1 0,-2 3 0,3-2 0,-5 3 0,5-3 0,-3 4 0,2-6 0,2 5 0,-2-5 0,0 3 0,1-1 0,-3-1 0,4 1 0,-4-1 0,3 3 0,-3 0 0,3 0 0,-1-1 0,2-1 0,-2-1 0,2 3 0,-4-2 0,3 1 0,-1-1 0,2-1 0,-2 1 0,2-1 0,-2 1 0,2 1 0,0-1 0,0 2 0,-2-3 0,1 1 0,-1-1 0,2 3 0,0-2 0,0 1 0,0-1 0,0-1 0,0 3 0,0-2 0,0 1 0,0-1 0,0-1 0,0 1 0,0-1 0,0 3 0,0-2 0,0 3 0,0-3 0,0 2 0,0-3 0,0 1 0,0-1 0,0 1 0,0-1 0,0 1 0,2-1 0,-1 1 0,1-1 0,-2 2 0,2 3 0,-2-1 0,2 0 0,0-5 0,-1 1 0,1 0 0,-2 1 0,0 2 0,2-5 0,-2 2 0,4 5 0,-3-3 0,3 4 0,-4-5 0,2-1 0,-2 1 0,0 3 0,2-2 0,-1 2 0,1-3 0,-2 1 0,0-1 0,0 2 0,0-3 0,0 1 0,0-1 0,0 1 0,0-1 0,0 1 0,0-1 0,-2 1 0,9-5 0,-5 0 0,9-3 0,-7 1 0,-1 0 0,1 2 0,0-2 0,1 2 0,0-2 0,-1 1 0,0-1 0,1 2 0,2 0 0,-3 0 0,1-2 0,-1 2 0,1-2 0,-1 0 0,1 1 0,-1-1 0,1 2 0,-1-2 0,1 2 0,-1-2 0,1 2 0,-1 0 0,1 0 0,-1-2 0,1 1 0,-1-1 0,1 2 0,-1 0 0,1-2 0,-1 2 0,3-4 0,-2 3 0,1-1 0,-1 2 0,-1 0 0,1 0 0,-1-2 0,1 2 0,-1-2 0,1 2 0,-1 0 0,1-3 0,-1 3 0,1-2 0,-1 2 0,1 0 0,3-2 0,-2 1 0,2-1 0,-3 2 0,-1 0 0,1-2 0,-1 2 0,1-2 0,-1 2 0,1 0 0,-1 0 0,1 0 0,-1-2 0,1 1 0,-1-1 0,1 2 0,-3-2 0,4 2 0,-3-2 0,4 2 0,-3 0 0,1 0 0,-1 0 0,1 0 0,-1 0 0,1-2 0,-1 1 0,1-1 0,-1 2 0,1 0 0,-1 0 0,1 0 0,-1 0 0,1 0 0,-1 0 0,1-2 0,-1 2 0,1-2 0,-1 2 0,1 0 0,-1 0 0,1 0 0,-1 0 0,1 0 0,-1 0 0,1 2 0,-1-2 0,1 2 0,-1-2 0,1 0 0,-1 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9:18.744"/>
    </inkml:context>
    <inkml:brush xml:id="br0">
      <inkml:brushProperty name="width" value="0.2" units="cm"/>
      <inkml:brushProperty name="height" value="1.2" units="cm"/>
      <inkml:brushProperty name="color" value="#849398"/>
      <inkml:brushProperty name="inkEffects" value="pencil"/>
    </inkml:brush>
  </inkml:definitions>
  <inkml:trace contextRef="#ctx0" brushRef="#br0">46 0 16383,'0'12'0,"0"-1"0,0-7 0,0 1 0,-2-1 0,1 1 0,-1-1 0,2 1 0,0-1 0,-2 1 0,2-1 0,-4-1 0,3 1 0,-1-2 0,2 3 0,0-1 0,0 1 0,-2-1 0,2 1 0,-2-1 0,2 1 0,-2-3 0,1 4 0,-3-3 0,4 4 0,-4-3 0,3 1 0,-1-1 0,0 1 0,2-1 0,-5 1 0,5-1 0,-2 1 0,2-1 0,-2-1 0,1 3 0,-1-3 0,2 3 0,0-1 0,0-1 0,0 1 0,0-1 0,0 1 0,0-1 0,0 1 0,0-1 0,0 1 0,0-1 0,0 1 0,0-1 0,2 1 0,-1-1 0,3-1 0,-4 1 0,4-2 0,-3 3 0,1-1 0,0-1 0,0 1 0,1-2 0,-1 3 0,0-1 0,-2 1 0,4-1 0,-3 1 0,3-1 0,-4 1 0,2-1 0,0-1 0,-1 3 0,3-5 0,-4 5 0,2-4 0,0 3 0,-1-1 0,1 1 0,0-3 0,-2 4 0,4-5 0,-3 5 0,1-3 0,0 1 0,-2 1 0,4-3 0,-3 2 0,3 1 0,-4 0 0,2 1 0,0-3 0,-1 1 0,3 0 0,-4 1 0,2 2 0,-2-3 0,2-2 0,-1 4 0,1-3 0,0 2 0,-2-1 0,2-2 0,-2 3 0,0-1 0,2 1 0,-1-1 0,1 1 0,-2-1 0,0 1 0,0-1 0,0 1 0,0-1 0,0 1 0,0-1 0,0 1 0,0-1 0,0 1 0,0-1 0,0 1 0,0-1 0,0 1 0,2-1 0,-2 1 0,2-1 0,-2 1 0,0-1 0,0 1 0,0-1 0,0 1 0,0-1 0,0 1 0,0-1 0,2 1 0,-1-1 0,1 1 0,-2-1 0,0 1 0,0-1 0,0 1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9:20.327"/>
    </inkml:context>
    <inkml:brush xml:id="br0">
      <inkml:brushProperty name="width" value="0.2" units="cm"/>
      <inkml:brushProperty name="height" value="1.2" units="cm"/>
      <inkml:brushProperty name="color" value="#849398"/>
      <inkml:brushProperty name="inkEffects" value="pencil"/>
    </inkml:brush>
  </inkml:definitions>
  <inkml:trace contextRef="#ctx0" brushRef="#br0">637 223 16383,'-2'-10'0,"1"0"0,-1 8 0,2-3 0,-2 1 0,2-1 0,-2 0 0,0 3 0,1-2 0,-3-1 0,4-2 0,-4 2 0,3-1 0,-1 4 0,0-3 0,2 1 0,-4-1 0,3 0 0,-3-1 0,1 1 0,1-2 0,-2 5 0,1-2 0,1 1 0,-2-1 0,3-1 0,-1 1 0,0 1 0,0-1 0,-1 2 0,-1-1 0,2-1 0,-1 1 0,-1-1 0,4-1 0,-4 1 0,1 1 0,0-1 0,-1 2 0,2-1 0,-1-1 0,-3 2 0,5-3 0,-5 3 0,6-2 0,-4 3 0,1-3 0,1 1 0,-2 1 0,1-2 0,-1 3 0,1-3 0,-1 4 0,2-4 0,-3 3 0,2-3 0,-1 4 0,2-2 0,-3 2 0,1 0 0,-1 0 0,1 0 0,-1 0 0,1 0 0,-1 0 0,1 0 0,-1 0 0,0 2 0,1 0 0,-1 1 0,1 1 0,-1-4 0,3 4 0,-2-3 0,1 3 0,-1-4 0,1 4 0,-1-3 0,2 3 0,-3-2 0,2 3 0,-1-3 0,4 2 0,-6-1 0,3 1 0,-2 1 0,1-3 0,2 2 0,-1-1 0,-1-1 0,2 2 0,-3-3 0,3 3 0,-2-2 0,3 3 0,-3-3 0,2 2 0,-1-1 0,-1-1 0,1 2 0,1-1 0,-2-1 0,3 4 0,-3-5 0,4 5 0,-2-3 0,2 1 0,-2 1 0,1-1 0,-1 1 0,2-1 0,0 1 0,-2-1 0,2 1 0,-2-1 0,2 1 0,2-1 0,-2 1 0,2-1 0,-2 1 0,0-1 0,0 1 0,0-1 0,0 1 0,0-1 0,2 1 0,-1-1 0,1 1 0,-2-1 0,0 1 0,0-1 0,0 1 0,0-1 0,0 1 0,0-1 0,0 1 0,0-1 0,0 1 0,0-1 0,0 1 0,2-1 0,-2 1 0,2-1 0,-2 1 0,0-1 0,2 1 0,-1-1 0,3 1 0,-4-1 0,4-1 0,-3 1 0,3-2 0,-4 3 0,4-3 0,-3 2 0,3-1 0,-2-1 0,1 2 0,1-1 0,-2-1 0,1 2 0,3-1 0,-5 1 0,5-1 0,-4-1 0,1 0 0,1 0 0,-2 1 0,1 1 0,-5 0 0,-1-1 0,-6 5 0,6-5 0,-3 2 0,3-3 0,1 0 0,-2 0 0,-3 5 0,2-2 0,-4 1 0,5-3 0,1 1 0,-1-4 0,2 4 0,-7 3 0,3-2 0,-2 2 0,5-3 0,-1-4 0,2 4 0,-3-1 0,1-1 0,1 2 0,-1-3 0,0 5 0,-3-1 0,-1 0 0,4 1 0,0-4 0,1 3 0,-1-1 0,-1-1 0,1 1 0,1-2 0,-1 3 0,2-3 0,-11 12 0,6-11 0,-5 11 0,7-11 0,1 1 0,-1-1 0,3 1 0,-2-2 0,1 3 0,-1-1 0,-1 1 0,1-3 0,-7 10 0,5-7 0,-5 7 0,9-7 0,-2-3 0,1 2 0,1-1 0,-2 1 0,1 1 0,1-1 0,-2 1 0,1-1 0,-2 1 0,3-1 0,0 1 0,0-3 0,1 2 0,-3-1 0,4 1 0,-4-1 0,3 1 0,-1-2 0,0 3 0,2-1 0,-4-1 0,3 1 0,-1-2 0,0 3 0,0-1 0,-1 1 0,1-1 0,0 1 0,2-1 0,-4 1 0,3-1 0,-1 1 0,0-3 0,2 2 0,-5-1 0,3 3 0,-1-1 0,-1 2 0,4-3 0,-4 1 0,3-1 0,-1 1 0,0-1 0,-2 5 0,1-4 0,-1 4 0,2-7 0,1 2 0,-1 1 0,0-2 0,2 3 0,-2-4 0,2 3 0,-2-1 0,1 1 0,-1-1 0,2 1 0,0-1 0,0 1 0,0-1 0,0 1 0,0-1 0,0 1 0,0-1 0,2 1 0,1-1 0,-1 1 0,2-3 0,-3 2 0,3-1 0,-2 1 0,1 1 0,1-3 0,-2 0 0,1 2 0,1-3 0,-4 5 0,4-3 0,-1-1 0,1 0 0,1-2 0,-1 2 0,1-1 0,-1 1 0,1 0 0,-1-2 0,1 2 0,-1-2 0,1 0 0,-1 2 0,1-1 0,-1 1 0,1-2 0,-1 0 0,1 0 0,-1 0 0,1 0 0,-1 0 0,1 0 0,-1 0 0,1 0 0,-1 0 0,3 0 0,-2 0 0,1 0 0,-1 0 0,-1 0 0,1 0 0,-1 0 0,1 0 0,-1 0 0,1 0 0,-1 0 0,1 0 0,-1 0 0,1 0 0,-1 0 0,1 0 0,-1 0 0,1 0 0,-1 0 0,1 0 0,-1 0 0,1 0 0,-1 0 0,1 0 0,-1 0 0,1 0 0,-1 0 0,1 0 0,-1 0 0,1 0 0,-1 0 0,1 0 0,-1 0 0,1 0 0,-1 0 0,1-2 0,-3-1 0,2 1 0,-1 0 0,1 2 0,1-2 0,-1-1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9:21.817"/>
    </inkml:context>
    <inkml:brush xml:id="br0">
      <inkml:brushProperty name="width" value="0.2" units="cm"/>
      <inkml:brushProperty name="height" value="1.2" units="cm"/>
      <inkml:brushProperty name="color" value="#849398"/>
      <inkml:brushProperty name="inkEffects" value="pencil"/>
    </inkml:brush>
  </inkml:definitions>
  <inkml:trace contextRef="#ctx0" brushRef="#br0">5 282 16383,'-2'-12'0,"0"1"0,2 7 0,0-1 0,0 1 0,0-1 0,0 1 0,0-1 0,0 0 0,0 1 0,0-1 0,0 1 0,0-1 0,0 1 0,0-1 0,0 1 0,0-1 0,0 1 0,0-1 0,0 1 0,0-1 0,0 0 0,0 1 0,0-1 0,0 1 0,0-3 0,0 2 0,0-1 0,0 1 0,0 1 0,0-1 0,0 0 0,2 1 0,0-1 0,1 1 0,1-1 0,-4 1 0,4-1 0,-1 1 0,-1-1 0,2 1 0,-1-1 0,-1 0 0,2 3 0,-1-2 0,-1 1 0,2 1 0,-1-4 0,1 5 0,-1-5 0,1 5 0,-4-3 0,4 2 0,-1-1 0,1-1 0,1 4 0,-3-4 0,2 3 0,-1-1 0,1 0 0,1 0 0,-1-1 0,1 1 0,-3 0 0,2 1 0,1-3 0,0 4 0,1-2 0,-3 0 0,1 1 0,0-1 0,1 2 0,2 0 0,-3 0 0,1 0 0,-1 0 0,1 0 0,-1 0 0,1 0 0,-1 0 0,1 0 0,-1 0 0,1 0 0,-1 0 0,1 0 0,-1 0 0,1 2 0,-1-1 0,1 3 0,-1-4 0,1 2 0,-1 0 0,1-1 0,-1 3 0,1-2 0,-1 1 0,-1 1 0,-1-2 0,0 3 0,-2-1 0,4-1 0,-3 1 0,3-2 0,-4 3 0,4-3 0,-3 2 0,3-1 0,-4 1 0,2 1 0,0-1 0,-1 1 0,1-1 0,0 1 0,-2-1 0,2 1 0,0-1 0,-1 1 0,3-1 0,-4 1 0,2-1 0,-2 1 0,2-1 0,-1 1 0,1-1 0,-2 1 0,0-1 0,0 1 0,0-1 0,0 1 0,0-1 0,0 1 0,0-1 0,0 1 0,0-1 0,0 1 0,0-1 0,0 1 0,-2-1 0,1 1 0,-3-3 0,4 2 0,-2-1 0,0 1 0,1 1 0,-1-1 0,0-1 0,1 1 0,-3-2 0,4 3 0,-4-3 0,3 2 0,-3-1 0,4 1 0,-4-1 0,1 1 0,1-2 0,-2 1 0,1 1 0,-1-4 0,1 4 0,-1-3 0,2 3 0,-3-2 0,0 1 0,1-1 0,1 0 0,-1-2 0,2 4 0,-3-3 0,3 3 0,-2-4 0,1 4 0,-1-1 0,-1-1 0,3 2 0,-2-3 0,1 1 0,-1 0 0,-1-2 0,0 2 0,3 0 0,-2 1 0,3 1 0,-1 1 0,2-1 0,0 1 0,0-1 0,0 1 0,2 1 0,-1-1 0,1 2 0,0-5 0,-2 2 0,4 1 0,-1 4 0,1-4 0,-1 3 0,1-5 0,-4 1 0,2 1 0,0-3 0,1 4 0,3 3 0,-3-1 0,3 3 0,-5-7 0,3 1 0,-4-1 0,4 1 0,-3-1 0,3 1 0,-4-1 0,4 1 0,-3-1 0,3 1 0,-4-1 0,4 1 0,-3-1 0,1 1 0,0-1 0,0 1 0,1-1 0,-1 1 0,0-1 0,0 1 0,1-1 0,-1 1 0,0-1 0,-2 1 0,4-1 0,-3 1 0,3-1 0,-4 1 0,4-1 0,-3 3 0,3-2 0,-4 1 0,4-1 0,-3-1 0,3-1 0,-4 1 0,4-2 0,-3 3 0,1-1 0,0 1 0,-2-1 0,4 1 0,-3-1 0,1 1 0,0-1 0,0 1 0,1-1 0,-1 1 0,0-1 0,-2 1 0,4-1 0,-3 1 0,1-1 0,0-1 0,-2 3 0,4-3 0,-1 3 0,-1-1 0,0-1 0,-2 1 0,2-1 0,-1 1 0,3-3 0,-4 2 0,4-1 0,-3 1 0,1 1 0,-2-1 0,2 1 0,-2-1 0,4-1 0,-3 1 0,1 0 0,0-1 0,-2 3 0,2-3 0,0 1 0,-1 1 0,3-3 0,-4 2 0,4-1 0,-3 1 0,3-1 0,-4 1 0,4-2 0,-1 3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9:23.203"/>
    </inkml:context>
    <inkml:brush xml:id="br0">
      <inkml:brushProperty name="width" value="0.2" units="cm"/>
      <inkml:brushProperty name="height" value="1.2" units="cm"/>
      <inkml:brushProperty name="color" value="#849398"/>
      <inkml:brushProperty name="inkEffects" value="pencil"/>
    </inkml:brush>
  </inkml:definitions>
  <inkml:trace contextRef="#ctx0" brushRef="#br0">242 198 16383,'0'-12'0,"0"1"0,0 7 0,0-1 0,-2 1 0,1-1 0,-1 1 0,0 1 0,2-1 0,-2 0 0,0-1 0,1-2 0,-3 2 0,4 1 0,-4-1 0,3 1 0,-1-1 0,0 3 0,2-2 0,-4 1 0,3-1 0,-3 1 0,3-1 0,-3 2 0,2-3 0,-1 0 0,-1 1 0,4-1 0,-4 3 0,3-2 0,-3 1 0,4-1 0,-4 1 0,1-1 0,1 2 0,-4-3 0,5 1 0,-5-1 0,3 0 0,-2 3 0,3-2 0,-2 1 0,1 1 0,1-2 0,-2 1 0,1 1 0,1-2 0,-4 3 0,3 1 0,-2 3 0,1-1 0,2 2 0,-1-1 0,-1-1 0,2 4 0,-1-3 0,-1 2 0,3-1 0,-3-2 0,4 3 0,-4-3 0,3 2 0,-3-1 0,2 1 0,-1 1 0,-1-3 0,4 2 0,-4-1 0,1-1 0,1 2 0,-2-1 0,1 1 0,-1 1 0,-1-1 0,0-1 0,3 1 0,-2-4 0,1 4 0,1-1 0,-2-1 0,3 4 0,-3-5 0,4 5 0,-4-3 0,3 1 0,-1 1 0,2-1 0,0 1 0,0-1 0,0 1 0,0-1 0,0 1 0,2-1 0,-1 1 0,1-1 0,0-1 0,-2 3 0,4-5 0,-3 5 0,3-4 0,-4 3 0,4-1 0,-1 1 0,-1-1 0,2-1 0,-3 1 0,3-2 0,-4 3 0,4-3 0,-3 2 0,3-1 0,-2-1 0,1 2 0,1-1 0,-2-1 0,1 2 0,1-1 0,-2-1 0,1 2 0,1-1 0,-2-1 0,3 2 0,-3-1 0,2-1 0,-1 2 0,-1-1 0,2-1 0,-1 2 0,-1-1 0,0 1 0,-2 1 0,0-1 0,0 1 0,0-1 0,0 1 0,0-1 0,0 1 0,-2-1 0,0-1 0,-1 1 0,-1-2 0,2 1 0,-1 1 0,-1-2 0,1 1 0,1 1 0,-4-2 0,3 3 0,-4-3 0,5 2 0,-2-1 0,1 1 0,-1 1 0,-1-1 0,3 1 0,-2-3 0,3 2 0,-3-1 0,1 1 0,-1 1 0,1-1 0,-1-1 0,4 1 0,-2-2 0,0 3 0,1-1 0,-3-1 0,4 1 0,-4-2 0,3 3 0,-3-3 0,4 2 0,-2-1 0,0 1 0,1 1 0,-3-3 0,4 2 0,-2-1 0,2 1 0,-2 1 0,1-1 0,-1 1 0,2-1 0,0 1 0,0-1 0,0 1 0,0-1 0,0 1 0,0-1 0,0 1 0,0-1 0,0 1 0,2-1 0,1-1 0,1-1 0,1 0 0,-1-2 0,1 2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9:24.865"/>
    </inkml:context>
    <inkml:brush xml:id="br0">
      <inkml:brushProperty name="width" value="0.2" units="cm"/>
      <inkml:brushProperty name="height" value="1.2" units="cm"/>
      <inkml:brushProperty name="color" value="#849398"/>
      <inkml:brushProperty name="inkEffects" value="pencil"/>
    </inkml:brush>
  </inkml:definitions>
  <inkml:trace contextRef="#ctx0" brushRef="#br0">32 295 16383,'-5'-9'0,"-1"0"0,5 5 0,-1-1 0,0 1 0,2-1 0,-2 0 0,2 1 0,0-1 0,0 1 0,0-1 0,-2 1 0,1-1 0,-1 1 0,0-3 0,2 2 0,-2-2 0,2 3 0,0-1 0,0 1 0,0-1 0,-2 1 0,1-1 0,-1 1 0,2-3 0,0 2 0,0-1 0,0 1 0,0 0 0,0 1 0,0-1 0,0 1 0,0-1 0,0 1 0,0-1 0,0-1 0,0 1 0,0-2 0,0 2 0,0 1 0,2-1 0,-1 1 0,3 1 0,-4-1 0,2 2 0,0-3 0,-1 1 0,3-1 0,-4 1 0,4 1 0,-3-1 0,3 1 0,-4-1 0,4 1 0,-1-1 0,1 2 0,1-1 0,-3-1 0,2 4 0,-1-4 0,1 3 0,1-3 0,-1 4 0,1-2 0,-3 0 0,2 1 0,1-1 0,0 0 0,1 2 0,-1-2 0,-1 2 0,1 0 0,-1 0 0,1-2 0,-1 1 0,1-1 0,-1 2 0,1 0 0,-1 0 0,1 0 0,-1 0 0,1 0 0,-1 0 0,1 0 0,-1 0 0,1 2 0,-1-1 0,1 1 0,-1 0 0,1-2 0,-3 4 0,2-3 0,1 1 0,-2 0 0,3-2 0,-4 2 0,3 0 0,-1-1 0,1 3 0,-1-2 0,1 1 0,-1 1 0,1-4 0,-1 4 0,1-3 0,-3 3 0,2-4 0,-1 4 0,1-1 0,1-1 0,-3 2 0,2-3 0,-1 3 0,1-4 0,1 4 0,-3-1 0,2-1 0,-1 2 0,-1-1 0,2-1 0,-1 2 0,-1-1 0,2 1 0,-3 1 0,3-3 0,-4 2 0,2 1 0,-2 0 0,2-1 0,-1 0 0,1-1 0,-2 1 0,0 1 0,0-1 0,0 1 0,-2-1 0,1 1 0,-3-3 0,4 2 0,-4-1 0,1 1 0,-2 1 0,1-3 0,1 2 0,-1-1 0,2 1 0,-3-1 0,3 1 0,-2-4 0,1 2 0,-1 0 0,1 1 0,-1-1 0,2 2 0,-1-1 0,-1-1 0,1 2 0,-1-1 0,-1-1 0,3 2 0,-2-3 0,1 3 0,-1-2 0,1 3 0,-1-3 0,2 0 0,-3 0 0,3 1 0,-2-1 0,1 2 0,-2-3 0,3 3 0,-2-4 0,1 4 0,-1-3 0,1 3 0,-1-2 0,2 1 0,-1 1 0,-1-2 0,6 3 0,-4-1 0,4 1 0,-2 1 0,2-3 0,-1 3 0,1-3 0,-2 1 0,0 1 0,2-1 0,-2 1 0,2-1 0,-2 1 0,0-1 0,2 1 0,-1-1 0,1 1 0,-2-1 0,0 1 0,2-1 0,-2 1 0,2-1 0,-2 1 0,0-1 0,0 1 0,0-1 0,2 1 0,-1-1 0,1 1 0,-2-1 0,0 1 0,0-1 0,0 3 0,2-4 0,-2 3 0,2-4 0,-2 3 0,0-1 0,0 3 0,0-2 0,0 1 0,2-1 0,-1-1 0,1 1 0,-2-1 0,0 1 0,0-1 0,0 1 0,0-1 0,2 1 0,-2-1 0,2 1 0,-2-1 0,0 1 0,2-1 0,-1 1 0,1-1 0,-2 0 0,0 1 0,0-1 0,0 1 0,0-1 0,2 1 0,-2-1 0,2 1 0,-2-1 0,0 1 0,0-1 0,2 1 0,-1-1 0,1 1 0,-2-1 0,0 1 0,0-1 0,2 1 0,-2-1 0,2 1 0,-2-1 0,0 1 0,0-1 0,0 1 0,0-1 0,0 1 0,0-1 0,2 1 0,-1-1 0,1 1 0,-2-1 0,0 1 0,0-1 0,0 1 0,0-1 0,0 1 0,0-1 0,0 1 0,0-1 0,0 1 0,0-1 0,2 3 0,-2-2 0,2 1 0,-2-1 0,0-1 0,-4-1 0,-1-5 0,0-1 0,-1-4 0,3 3 0,1-1 0,-2 3 0,1 0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9:25.327"/>
    </inkml:context>
    <inkml:brush xml:id="br0">
      <inkml:brushProperty name="width" value="0.2" units="cm"/>
      <inkml:brushProperty name="height" value="1.2" units="cm"/>
      <inkml:brushProperty name="color" value="#849398"/>
      <inkml:brushProperty name="inkEffects" value="pencil"/>
    </inkml:brush>
  </inkml:definitions>
  <inkml:trace contextRef="#ctx0" brushRef="#br0">177 1 16383,'-9'7'0,"0"-1"0,5-4 0,1 2 0,1-1 0,-2 1 0,3 1 0,-5-3 0,6 2 0,-4-3 0,1 5 0,-2-5 0,3 5 0,-2-6 0,3 4 0,-3-1 0,2 1 0,-1 1 0,-1-1 0,2 1 0,-3-3 0,3 2 0,0-1 0,-2 1 0,1 3 0,-4-4 0,2 3 0,3-4 0,-2 1 0,3 3 0,-3-5 0,2 5 0,-1-4 0,1 3 0,-2-1 0,3 1 0,-5-1 0,4 1 0,-3-1 0,1 1 0,1-1 0,-1 1 0,2-3 0,-1 2 0,-1-1 0,1 1 0,-1 1 0,1-1 0,-1-1 0,4 1 0,-4-2 0,1 1 0,13-5 0,-7 1 0,9-5 0,-10 5 0,-2-1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9:27.051"/>
    </inkml:context>
    <inkml:brush xml:id="br0">
      <inkml:brushProperty name="width" value="0.2" units="cm"/>
      <inkml:brushProperty name="height" value="1.2" units="cm"/>
      <inkml:brushProperty name="color" value="#849398"/>
      <inkml:brushProperty name="inkEffects" value="pencil"/>
    </inkml:brush>
  </inkml:definitions>
  <inkml:trace contextRef="#ctx0" brushRef="#br0">0 264 16383,'0'-13'0,"0"3"0,0 5 0,0 1 0,0-1 0,0 1 0,0-1 0,0 1 0,0-1 0,0 0 0,0-1 0,0 1 0,0-2 0,0 3 0,0-1 0,0 1 0,0-1 0,2 1 0,-1-1 0,1-2 0,0 4 0,-2-3 0,2 4 0,-2-3 0,2 1 0,-1-1 0,3 1 0,-4-1 0,2 1 0,0-1 0,-1 1 0,1-1 0,0 2 0,-2-1 0,4 0 0,-3-1 0,3-2 0,-4 3 0,4-1 0,-3 1 0,3 1 0,-4-1 0,4 2 0,-3-3 0,3 2 0,-4-1 0,4 2 0,-1-1 0,1-1 0,1 4 0,-1-4 0,-1 1 0,1 1 0,-2-2 0,3 3 0,-1-1 0,-1 0 0,1 2 0,-2-4 0,3 3 0,-1-1 0,1 2 0,-1 0 0,1-2 0,-1 2 0,1-2 0,-1 0 0,1 1 0,-1-1 0,1 2 0,-1 0 0,1 0 0,-1 0 0,1 0 0,-1 0 0,1 0 0,-1 0 0,1 0 0,-1 0 0,1 0 0,-1 0 0,1 0 0,-1 0 0,1 0 0,-1 2 0,1-1 0,-3 3 0,2-4 0,-1 4 0,-1-1 0,2-1 0,-3 4 0,3-5 0,-4 5 0,2-3 0,0 1 0,1 1 0,-1-1 0,0 1 0,0-3 0,-1 4 0,1-3 0,0 2 0,-2-1 0,2-2 0,-2 3 0,2-1 0,-1 1 0,1-1 0,-2 1 0,0-1 0,0 1 0,0-1 0,0 1 0,0-1 0,0 1 0,0-1 0,0 1 0,0-1 0,0 1 0,-2-1 0,1 1 0,-3-1 0,2 1 0,-1-1 0,-1 1 0,1-3 0,1 2 0,-2 1 0,1-2 0,1 3 0,-2-6 0,3 4 0,-3-1 0,2-1 0,-1 2 0,-5 1 0,5 0 0,-6-1 0,7 0 0,-2-3 0,1 3 0,-2-4 0,1 4 0,-1-3 0,3 3 0,-2-4 0,1 2 0,1 2 0,-2-3 0,3 5 0,-1-3 0,2 1 0,2 1 0,1-3 0,-1 2 0,0-1 0,0 1 0,1-1 0,-1 1 0,0-2 0,0 3 0,-1-1 0,3-1 0,-4 1 0,4 0 0,-3 1 0,3 1 0,-4-1 0,2-1 0,0-1 0,1 3 0,-1-3 0,0 3 0,0-3 0,-1 1 0,3-2 0,-4 3 0,2-1 0,-2 1 0,2-1 0,-1 1 0,3-1 0,-4 1 0,4-1 0,-3 1 0,1-1 0,0-1 0,-2 3 0,4-3 0,-3 3 0,1-1 0,-2-1 0,2 1 0,-2-1 0,4 1 0,-3-1 0,1 1 0,-2-1 0,2 1 0,-2-1 0,2 1 0,0-1 0,-1 1 0,1-1 0,-2 1 0,0-1 0,2 1 0,-2-1 0,2 1 0,-2-1 0,0 1 0,2-1 0,-1 1 0,1-1 0,-2 1 0,2-1 0,-2 1 0,2-1 0,-2 1 0,0 1 0,0-1 0,2 2 0,-1-3 0,1 1 0,-2-1 0,0 1 0,0-1 0,2 1 0,-2-1 0,2 1 0,-2-1 0,0 1 0,0-1 0,0 1 0,0-1 0,0 1 0,0-1 0,2 1 0,-1-1 0,1 1 0,-2-1 0,0 1 0,0-1 0,0 1 0,0-1 0,0 1 0,2-1 0,-2 1 0,2-1 0,-2 1 0,0-1 0,0 1 0,0-1 0,0 1 0,0-1 0,0 1 0,0-1 0,0 1 0,0-1 0,0 1 0,0-1 0,0 1 0,0-1 0,0 1 0,0-1 0,0 1 0,0-1 0,0 1 0,0-1 0,0 1 0,0-1 0,0 1 0,0-1 0,0 1 0,0-1 0,0 1 0,0-1 0,0 1 0,0 1 0,0-1 0,0 2 0,-2-5 0,2 2 0,-2 1 0,2 0 0,0 1 0,0-1 0,0-1 0,0 1 0,0-1 0,0 1 0,0-1 0,0 1 0,-2-1 0,1 1 0,-3-3 0,0-6 0,-2-3 0,2-3 0,2 2 0,0 3 0,1 1 0,-1-1 0,2 0 0,-2 1 0,0-1 0,-1 1 0,1-1 0,2 1 0,-2 1 0,0-3 0,-1 3 0,1-3 0,0 1 0,2 0 0,-4 1 0,3-1 0,-1 3 0,2 0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9:27.541"/>
    </inkml:context>
    <inkml:brush xml:id="br0">
      <inkml:brushProperty name="width" value="0.2" units="cm"/>
      <inkml:brushProperty name="height" value="1.2" units="cm"/>
      <inkml:brushProperty name="color" value="#849398"/>
      <inkml:brushProperty name="inkEffects" value="pencil"/>
    </inkml:brush>
  </inkml:definitions>
  <inkml:trace contextRef="#ctx0" brushRef="#br0">159 0 16383,'-9'5'0,"2"1"0,3-5 0,4 3 0,-4-2 0,1 1 0,1 1 0,-3-2 0,3 1 0,-1 1 0,-1-2 0,2 1 0,-1 1 0,-3-4 0,5 4 0,-5-3 0,4 3 0,-3-2 0,1 1 0,1 1 0,-1-4 0,2 4 0,-3-1 0,2 1 0,-3-1 0,3 1 0,-3-4 0,3 4 0,-1-3 0,2 3 0,-3-2 0,1 3 0,-1-1 0,3 1 0,-2-3 0,1 2 0,-1-1 0,1 1 0,-1-1 0,3 1 0,-1-2 0,0 3 0,2-1 0,-4-1 0,3 1 0,-1-2 0,2 3 0,0-1 0,0 1 0,0-1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9:29.189"/>
    </inkml:context>
    <inkml:brush xml:id="br0">
      <inkml:brushProperty name="width" value="0.2" units="cm"/>
      <inkml:brushProperty name="height" value="1.2" units="cm"/>
      <inkml:brushProperty name="color" value="#849398"/>
      <inkml:brushProperty name="inkEffects" value="pencil"/>
    </inkml:brush>
  </inkml:definitions>
  <inkml:trace contextRef="#ctx0" brushRef="#br0">73 295 16383,'-8'-7'0,"0"3"0,8 0 0,-4 3 0,3-5 0,-3 5 0,3-5 0,-3 4 0,4-3 0,-4 1 0,3-1 0,-3 3 0,4-2 0,-2 1 0,0-2 0,-1 1 0,1-1 0,0 1 0,0-1 0,1 1 0,-3-1 0,4 1 0,-2-1 0,0 3 0,1-2 0,-1-1 0,0 2 0,2-3 0,-2 1 0,2 0 0,0-1 0,-2 1 0,1 1 0,-1-1 0,2 1 0,0-1 0,0 0 0,0 1 0,0-1 0,0 1 0,0-1 0,0 1 0,0-1 0,2 1 0,1-1 0,-1 1 0,2-1 0,-3 1 0,3-1 0,-4 0 0,4 1 0,-1-1 0,-1 1 0,0-1 0,0 3 0,-1-2 0,3 1 0,-2-1 0,1-1 0,1 3 0,-2-2 0,3 1 0,-1 0 0,-1-1 0,1 2 0,-2-1 0,3 1 0,-1 0 0,-1 0 0,1-1 0,-2 1 0,3 0 0,-1 2 0,1-2 0,-3 0 0,2 1 0,1-1 0,0 2 0,1 0 0,-1 0 0,-1 0 0,1 0 0,-1 2 0,1-1 0,-1 1 0,-1 0 0,1 0 0,-2 1 0,3-1 0,-1 0 0,1 0 0,-1 1 0,-1 1 0,1-4 0,-2 4 0,3-3 0,-3 3 0,2-4 0,-1 4 0,1-1 0,1 1 0,-1 1 0,1-1 0,-3 1 0,2-3 0,-3 2 0,3-1 0,-2-1 0,1 2 0,1-1 0,-2-1 0,1 2 0,1-1 0,-4 1 0,4-1 0,-3 1 0,3-2 0,-4 3 0,4-1 0,-3 1 0,1-1 0,-2 1 0,2-1 0,-2 1 0,2-1 0,-2 1 0,0-1 0,0 1 0,0-1 0,0 1 0,0-1 0,0 1 0,0-1 0,0 1 0,0-1 0,0 1 0,0-1 0,0 1 0,0-1 0,0 1 0,-2-1 0,1 1 0,-3-3 0,4 2 0,-2-1 0,0 1 0,-1-1 0,1 1 0,-2-2 0,1 1 0,1 1 0,-2-2 0,1 1 0,1 1 0,-2-2 0,1 1 0,-1 1 0,-1-4 0,3 4 0,-3-1 0,3-1 0,-1 2 0,-3-1 0,3 1 0,-3-1 0,3 1 0,-1-4 0,2 4 0,-3-3 0,3 3 0,-2-4 0,1 4 0,-1-3 0,-1 1 0,2 0 0,-1-2 0,2 4 0,-3-3 0,3 3 0,0 0 0,2 1 0,0 2 0,0-3 0,2 1 0,-2-1 0,2 1 0,-2-1 0,0 1 0,2 1 0,-1-1 0,1 2 0,-2-3 0,0 1 0,0-1 0,2 1 0,-2-1 0,2 1 0,-2-1 0,2 1 0,-1-1 0,1 1 0,-2-1 0,0 1 0,0-1 0,2 1 0,-2-1 0,2 1 0,-2-1 0,0 1 0,0-1 0,0 1 0,2-1 0,-1 1 0,1-1 0,-2 1 0,0-1 0,2 1 0,-2-1 0,2 1 0,-2-1 0,0 1 0,0-1 0,0 1 0,0-1 0,0 1 0,0-1 0,2 1 0,-1-1 0,1 1 0,-2 1 0,0-1 0,0 2 0,2-3 0,-2 1 0,2-1 0,-2 1 0,0-1 0,0 1 0,2-1 0,-1 1 0,1-1 0,-2 3 0,0-2 0,0 1 0,0-1 0,0-1 0,0 1 0,2-1 0,-2 1 0,2-1 0,-2 1 0,0 1 0,0-1 0,0 2 0,0-3 0,0 1 0,0-1 0,0 1 0,0-1 0,2 1 0,-1-1 0,1 1 0,-2-1 0,0 1 0,0-1 0,0 1 0,-4-15 0,3 7 0,-3-12 0,2 11 0,1-1 0,-1 1 0,0-1 0,2-1 0,-2 3 0,2-1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9:29.764"/>
    </inkml:context>
    <inkml:brush xml:id="br0">
      <inkml:brushProperty name="width" value="0.2" units="cm"/>
      <inkml:brushProperty name="height" value="1.2" units="cm"/>
      <inkml:brushProperty name="color" value="#849398"/>
      <inkml:brushProperty name="inkEffects" value="pencil"/>
    </inkml:brush>
  </inkml:definitions>
  <inkml:trace contextRef="#ctx0" brushRef="#br0">189 0 16383,'-12'2'0,"1"-1"0,9 3 0,-2-2 0,3 3 0,-3-3 0,4 2 0,-4-1 0,1-1 0,1 2 0,0-1 0,-1 1 0,1-1 0,-1 1 0,-1-2 0,2 3 0,-1-1 0,-1 1 0,2-1 0,-3 1 0,3-1 0,-2-1 0,3 1 0,-3-2 0,2 3 0,-1-1 0,-1-1 0,2 3 0,-3-3 0,2 3 0,-1-3 0,4 1 0,-4-2 0,1 1 0,1 1 0,-2-2 0,1 3 0,1-1 0,-4-1 0,5 1 0,-5-2 0,3 3 0,-1-3 0,1 2 0,1-1 0,-2 1 0,3 1 0,-5-3 0,3 2 0,1-1 0,-2 1 0,1 1 0,1-1 0,-2-1 0,3 1 0,-3-2 0,4 3 0,-4-3 0,3 2 0,9-3 0,-3 1 0,7-2 0,-7 0 0,-1 0 0,1 0 0,-1 0 0,1 0 0,-1 0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9:30.694"/>
    </inkml:context>
    <inkml:brush xml:id="br0">
      <inkml:brushProperty name="width" value="0.2" units="cm"/>
      <inkml:brushProperty name="height" value="1.2" units="cm"/>
      <inkml:brushProperty name="color" value="#849398"/>
      <inkml:brushProperty name="inkEffects" value="pencil"/>
    </inkml:brush>
  </inkml:definitions>
  <inkml:trace contextRef="#ctx0" brushRef="#br0">246 186 16383,'0'-12'0,"-1"2"0,1 5 0,0 1 0,0-1 0,0 0 0,0 1 0,-2-1 0,2 1 0,-2-1 0,2 1 0,-2 1 0,1-3 0,-1 3 0,2-3 0,-2 3 0,2-1 0,-4-1 0,3 0 0,-3-3 0,2 5 0,-1-3 0,1 3 0,0 1 0,0-4 0,-1 3 0,-1-2 0,4 1 0,-4 1 0,1-1 0,-1-1 0,-1 1 0,0-1 0,1 1 0,-1 1 0,3-1 0,-2 4 0,1-4 0,-1 3 0,-1-3 0,1 4 0,-1-2 0,3 0 0,-2 1 0,-1-1 0,0 2 0,-2 0 0,3 0 0,1 2 0,-3 1 0,3 1 0,-1 1 0,0-3 0,3 2 0,-3-1 0,4 1 0,-4-1 0,3 1 0,-1-2 0,0 3 0,-1-1 0,1 1 0,-2-1 0,3 1 0,-3-3 0,4 2 0,-4-1 0,3 1 0,-3-1 0,4 1 0,-2-2 0,0 3 0,-1-1 0,1 1 0,-2-3 0,3 2 0,-3-1 0,4 1 0,-4-1 0,3 1 0,-1-2 0,0 3 0,0-3 0,-1 2 0,-1-1 0,1-1 0,1 2 0,-2-1 0,1 1 0,-1 1 0,-1-3 0,3 2 0,-2-3 0,3 5 0,-1-3 0,2 3 0,0-1 0,0-1 0,0 1 0,0-1 0,0 1 0,0-1 0,0 1 0,2-1 0,-1 1 0,1-1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1T17:29:32.024"/>
    </inkml:context>
    <inkml:brush xml:id="br0">
      <inkml:brushProperty name="width" value="0.2" units="cm"/>
      <inkml:brushProperty name="height" value="1.2" units="cm"/>
      <inkml:brushProperty name="color" value="#849398"/>
      <inkml:brushProperty name="inkEffects" value="pencil"/>
    </inkml:brush>
  </inkml:definitions>
  <inkml:trace contextRef="#ctx0" brushRef="#br0">530 0 16383,'3'12'0,"-3"-1"0,-1-7 0,-1 1 0,0-3 0,2 2 0,-4-1 0,3 1 0,-3 1 0,4-1 0,-4-1 0,3 1 0,-3-2 0,4 3 0,-4-3 0,3 2 0,-5-1 0,5 1 0,-5-1 0,3 1 0,1-2 0,-2 1 0,1 3 0,-1-5 0,1 5 0,-1-4 0,2 1 0,-1 1 0,-1-2 0,0 3 0,-1-1 0,-2 1 0,2-1 0,1 1 0,-1-1 0,1-1 0,1 1 0,-1-4 0,2 4 0,-3-3 0,1 3 0,-1-4 0,3 4 0,-2-3 0,1 3 0,1-2 0,-2 1 0,1 1 0,-2-2 0,1 1 0,-1 1 0,1-4 0,1 4 0,-1-3 0,2 3 0,-3-4 0,3 4 0,-2-3 0,1 1 0,-1 0 0,-1-2 0,2 4 0,-1-3 0,2 3 0,-3-4 0,3 4 0,0 1 0,4-2 0,-2 3 0,4-4 0,-3 3 0,3-1 0,-4 1 0,4-1 0,-3 1 0,3-1 0,-4 1 0,4-1 0,-3 1 0,3-1 0,-4 1 0,2-1 0,0 1 0,-1-1 0,1 1 0,0-1 0,0 1 0,1-1 0,1-1 0,-4 1 0,4 0 0,-3 1 0,3 2 0,-4-3 0,2 1 0,0-1 0,-1 1 0,1-1 0,0 1 0,-2 1 0,4 1 0,-3 2 0,3-2 0,-4 0 0,2-3 0,0 1 0,-1-1 0,3 1 0,-4-1 0,2 1 0,0-1 0,-1 1 0,1 1 0,0-1 0,-2 2 0,4-3 0,-3 1 0,3-1 0,-4 1 0,4 1 0,-3-1 0,1 2 0,0-3 0,-2 1 0,4 1 0,-3-1 0,3 2 0,-4-3 0,2 3 0,0-2 0,1 1 0,-1-1 0,2 1 0,-1-1 0,-1 4 0,2-4 0,-1 5 0,-1-4 0,2 2 0,-1-1 0,-1-2 0,2 1 0,-3-1 0,3 1 0,-2 1 0,1 0 0,1 2 0,-4-4 0,4 1 0,-1 1 0,-1-2 0,2 1 0,-3-1 0,3 1 0,-4-1 0,2 2 0,0-1 0,-1-1 0,3 2 0,-4-1 0,4-1 0,-3 2 0,3-1 0,-4-1 0,2 2 0,0-3 0,-1 2 0,3-1 0,-4 2 0,4-3 0,-3 1 0,3 1 0,-4-1 0,4 2 0,-3-3 0,1 1 0,0-1 0,-2 1 0,4-1 0,-3 1 0,3-1 0,-4 1 0,2-1 0,0 1 0,-1 1 0,3-1 0,-4 2 0,2-3 0,0 1 0,-1-1 0,1 1 0,0-1 0,-2 1 0,4-1 0,-3 1 0,1-1 0,-2 1 0,2-1 0,-2 1 0,4-1 0,-3 1 0,1-1 0,0-1 0,-2 3 0,2-3 0,0 1 0,-1 0 0,1-1 0,-2 1 0,0 1 0,0-1 0,2 1 0,-2-1 0,-8-5 0,4 2 0,-9-7 0,9 5 0,-1-1 0,0 0 0,1 2 0,-1-2 0,-1 2 0,3-2 0,-3 1 0,3-1 0,-5 0 0,2 2 0,-3-2 0,5 2 0,-1-2 0,1 1 0,-1-1 0,1 2 0,-1 0 0,1 0 0,-7 0 0,5-2 0,-5 2 0,7-2 0,-1 2 0,1 0 0,-3 0 0,2 0 0,-1 0 0,-1 0 0,2-2 0,-1 1 0,1-1 0,0 2 0,1 0 0,-1 0 0,1 0 0,-1 0 0,1 0 0,-1 0 0,1 0 0,-1 0 0,1 0 0,-3 0 0,2-2 0,-2 2 0,3-2 0,-1 2 0,1 0 0,-1 0 0,1 0 0,-1 0 0,1 0 0,-1 0 0,0 0 0,1 0 0,-1 0 0,-1 0 0,1 0 0,-2 0 0,3-2 0,-1 1 0,1-1 0,-1 2 0,1 0 0,-1 0 0,0 0 0,1 0 0,-1 0 0,1 0 0,-1 0 0,-1 0 0,1 0 0,-2 0 0,3 0 0,-1 0 0,1-2 0,-1 1 0,0-1 0,1 2 0,-1 0 0,1 0 0,-1 0 0,1 0 0,-1 0 0,1 0 0,-1 0 0,1 0 0,-1 0 0,0 0 0,1 0 0,-1 0 0,1 0 0,-1-2 0,1 2 0,-1-2 0,1 2 0,-1 0 0,1 0 0,-1 0 0,0 0 0,1 0 0,-1 0 0,1 0 0,-1 0 0,1 0 0,-1 0 0,1 0 0,-1 0 0,1 0 0,-1 0 0,1 0 0,-1 0 0,0 0 0,1-2 0,-1 1 0,1-1 0,-1 2 0,1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7680B7-2493-3542-8B1A-84368C050439}" type="datetimeFigureOut">
              <a:rPr lang="en-US" smtClean="0"/>
              <a:t>10/14/25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2F630B-1A6D-DA46-BBD4-D83C83B1BBF6}" type="slidenum">
              <a:rPr lang="en-US" smtClean="0"/>
              <a:t>‹#›</a:t>
            </a:fld>
            <a:endParaRPr lang="en-US"/>
          </a:p>
        </p:txBody>
      </p:sp>
    </p:spTree>
    <p:extLst>
      <p:ext uri="{BB962C8B-B14F-4D97-AF65-F5344CB8AC3E}">
        <p14:creationId xmlns:p14="http://schemas.microsoft.com/office/powerpoint/2010/main" val="14298661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2F630B-1A6D-DA46-BBD4-D83C83B1BBF6}" type="slidenum">
              <a:rPr lang="en-US" smtClean="0"/>
              <a:t>1</a:t>
            </a:fld>
            <a:endParaRPr lang="en-US"/>
          </a:p>
        </p:txBody>
      </p:sp>
    </p:spTree>
    <p:extLst>
      <p:ext uri="{BB962C8B-B14F-4D97-AF65-F5344CB8AC3E}">
        <p14:creationId xmlns:p14="http://schemas.microsoft.com/office/powerpoint/2010/main" val="2471374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Linda, Senior Platform Engineer, which I consider as a iteration or new rebranding of </a:t>
            </a:r>
            <a:r>
              <a:rPr lang="en-US" dirty="0" err="1"/>
              <a:t>devops</a:t>
            </a:r>
            <a:r>
              <a:rPr lang="en-US" dirty="0"/>
              <a:t> engineer. Have been working with Kubernetes and other open-source tooling almost 4 years now. I come from a team of platform engineers and our responsibility is taking care of internal developer platform for VELUX developers based in Kubernetes. We have around 25 clusters, most of them on-prem, while few also on Azure. </a:t>
            </a:r>
          </a:p>
          <a:p>
            <a:r>
              <a:rPr lang="en-US" dirty="0"/>
              <a:t>We create, update, upgrade, improve and break all around our platform. I have always liked when things done properly, not big of a fan of cowboys, so there is no surprise that quite early in my work in the team I became The </a:t>
            </a:r>
            <a:r>
              <a:rPr lang="en-US" dirty="0" err="1"/>
              <a:t>Kyverno</a:t>
            </a:r>
            <a:r>
              <a:rPr lang="en-US" dirty="0"/>
              <a:t> person and have been since then, but before we get to </a:t>
            </a:r>
            <a:r>
              <a:rPr lang="en-US" dirty="0" err="1"/>
              <a:t>Kyverno</a:t>
            </a:r>
            <a:r>
              <a:rPr lang="en-US" dirty="0"/>
              <a:t>.</a:t>
            </a:r>
          </a:p>
        </p:txBody>
      </p:sp>
      <p:sp>
        <p:nvSpPr>
          <p:cNvPr id="4" name="Slide Number Placeholder 3"/>
          <p:cNvSpPr>
            <a:spLocks noGrp="1"/>
          </p:cNvSpPr>
          <p:nvPr>
            <p:ph type="sldNum" sz="quarter" idx="5"/>
          </p:nvPr>
        </p:nvSpPr>
        <p:spPr/>
        <p:txBody>
          <a:bodyPr/>
          <a:lstStyle/>
          <a:p>
            <a:fld id="{E89ECCCA-9915-4A1A-B9A8-9F141B987F72}" type="slidenum">
              <a:rPr lang="en-GB" smtClean="0"/>
              <a:pPr/>
              <a:t>2</a:t>
            </a:fld>
            <a:endParaRPr lang="en-GB" dirty="0"/>
          </a:p>
        </p:txBody>
      </p:sp>
    </p:spTree>
    <p:extLst>
      <p:ext uri="{BB962C8B-B14F-4D97-AF65-F5344CB8AC3E}">
        <p14:creationId xmlns:p14="http://schemas.microsoft.com/office/powerpoint/2010/main" val="929314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Whenever you are a </a:t>
            </a:r>
            <a:r>
              <a:rPr lang="en-US" dirty="0" err="1"/>
              <a:t>devops</a:t>
            </a:r>
            <a:r>
              <a:rPr lang="en-US" dirty="0"/>
              <a:t> or platform engineer, most likely we work with some sort of environment, and we help to get apps running on that environment. To get from A to B there is a process. Usually if we work with multiple teams and we provide those teams templates, we try to create golden paths that are easier, safer, convenient and faster. But at the end of every golden path lies the point B, the environment, the hosted infrastructure and not always we can be sure that no developer took a shortcut to get to your cluster. We can not always rely on the golden paths, we need something within our clusters, that makes sure that no dangerous shortcuts or misconfiguration gets in. And what that could possibly look like is the topic of my today's introduction into policy as code.</a:t>
            </a:r>
          </a:p>
        </p:txBody>
      </p:sp>
      <p:sp>
        <p:nvSpPr>
          <p:cNvPr id="4" name="Slide Number Placeholder 3"/>
          <p:cNvSpPr>
            <a:spLocks noGrp="1"/>
          </p:cNvSpPr>
          <p:nvPr>
            <p:ph type="sldNum" sz="quarter" idx="5"/>
          </p:nvPr>
        </p:nvSpPr>
        <p:spPr/>
        <p:txBody>
          <a:bodyPr/>
          <a:lstStyle/>
          <a:p>
            <a:fld id="{262F630B-1A6D-DA46-BBD4-D83C83B1BBF6}" type="slidenum">
              <a:rPr lang="en-US" smtClean="0"/>
              <a:t>3</a:t>
            </a:fld>
            <a:endParaRPr lang="en-US"/>
          </a:p>
        </p:txBody>
      </p:sp>
    </p:spTree>
    <p:extLst>
      <p:ext uri="{BB962C8B-B14F-4D97-AF65-F5344CB8AC3E}">
        <p14:creationId xmlns:p14="http://schemas.microsoft.com/office/powerpoint/2010/main" val="4089524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subject: policy as code.</a:t>
            </a:r>
          </a:p>
          <a:p>
            <a:endParaRPr lang="en-US" dirty="0"/>
          </a:p>
          <a:p>
            <a:r>
              <a:rPr lang="en-US" sz="1200" b="0" i="0" u="none" strike="noStrike" kern="1200" dirty="0">
                <a:solidFill>
                  <a:schemeClr val="tx1"/>
                </a:solidFill>
                <a:effectLst/>
                <a:latin typeface="+mn-lt"/>
                <a:ea typeface="+mn-ea"/>
                <a:cs typeface="+mn-cs"/>
              </a:rPr>
              <a:t>I think that the name itself kind of explains it already just like Infrastructure as Code, right? But just to be aligned -- Policy as Code means managing and enforcing security, compliance, and operational rules through code instead of relying on manual processes, documents, or manual checks. This allows to treat your policies like software, applying them automatically and consistently. Of course, of course there are many tooling out there that can do similar things, and they do overlap in ways how they work.  All are within the space of policy as code. Few notable mentions here are also within CNCF landscape: Gatekeeper/OPA, </a:t>
            </a:r>
            <a:r>
              <a:rPr lang="en-US" sz="1200" b="0" i="0" u="none" strike="noStrike" kern="1200" dirty="0" err="1">
                <a:solidFill>
                  <a:schemeClr val="tx1"/>
                </a:solidFill>
                <a:effectLst/>
                <a:latin typeface="+mn-lt"/>
                <a:ea typeface="+mn-ea"/>
                <a:cs typeface="+mn-cs"/>
              </a:rPr>
              <a:t>Kubewarden</a:t>
            </a:r>
            <a:r>
              <a:rPr lang="en-US" sz="1200" b="0" i="0" u="none" strike="noStrike" kern="1200" dirty="0">
                <a:solidFill>
                  <a:schemeClr val="tx1"/>
                </a:solidFill>
                <a:effectLst/>
                <a:latin typeface="+mn-lt"/>
                <a:ea typeface="+mn-ea"/>
                <a:cs typeface="+mn-cs"/>
              </a:rPr>
              <a:t> and Polaris. You can write policies in various languages, Golang, Rust, Rego and then distribute as library/package across your organization or environment. Obviously, there are helpful docs how to integrate these tools with Kubernetes and for example Polaris provides and agent and then you can give it configurations. Although I am going to talk about </a:t>
            </a:r>
            <a:r>
              <a:rPr lang="en-US" sz="1200" b="0" i="0" u="none" strike="noStrike" kern="1200" dirty="0" err="1">
                <a:solidFill>
                  <a:schemeClr val="tx1"/>
                </a:solidFill>
                <a:effectLst/>
                <a:latin typeface="+mn-lt"/>
                <a:ea typeface="+mn-ea"/>
                <a:cs typeface="+mn-cs"/>
              </a:rPr>
              <a:t>Kyverno</a:t>
            </a:r>
            <a:r>
              <a:rPr lang="en-US" sz="1200" b="0" i="0" u="none" strike="noStrike" kern="1200" dirty="0">
                <a:solidFill>
                  <a:schemeClr val="tx1"/>
                </a:solidFill>
                <a:effectLst/>
                <a:latin typeface="+mn-lt"/>
                <a:ea typeface="+mn-ea"/>
                <a:cs typeface="+mn-cs"/>
              </a:rPr>
              <a:t>, there are contexts and ways of working when other tools would be a better fit that what I am used to. </a:t>
            </a:r>
            <a:endParaRPr lang="en-US" dirty="0"/>
          </a:p>
        </p:txBody>
      </p:sp>
      <p:sp>
        <p:nvSpPr>
          <p:cNvPr id="4" name="Slide Number Placeholder 3"/>
          <p:cNvSpPr>
            <a:spLocks noGrp="1"/>
          </p:cNvSpPr>
          <p:nvPr>
            <p:ph type="sldNum" sz="quarter" idx="5"/>
          </p:nvPr>
        </p:nvSpPr>
        <p:spPr/>
        <p:txBody>
          <a:bodyPr/>
          <a:lstStyle/>
          <a:p>
            <a:fld id="{262F630B-1A6D-DA46-BBD4-D83C83B1BBF6}" type="slidenum">
              <a:rPr lang="en-US" smtClean="0"/>
              <a:t>4</a:t>
            </a:fld>
            <a:endParaRPr lang="en-US"/>
          </a:p>
        </p:txBody>
      </p:sp>
    </p:spTree>
    <p:extLst>
      <p:ext uri="{BB962C8B-B14F-4D97-AF65-F5344CB8AC3E}">
        <p14:creationId xmlns:p14="http://schemas.microsoft.com/office/powerpoint/2010/main" val="24616618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73862-A828-CE44-426B-A51324D3B4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F2F88-8ECD-3D65-EA3A-EFFA3A1D8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235084-1E53-DF24-93CB-412E4A037820}"/>
              </a:ext>
            </a:extLst>
          </p:cNvPr>
          <p:cNvSpPr>
            <a:spLocks noGrp="1"/>
          </p:cNvSpPr>
          <p:nvPr>
            <p:ph type="body" idx="1"/>
          </p:nvPr>
        </p:nvSpPr>
        <p:spPr/>
        <p:txBody>
          <a:bodyPr/>
          <a:lstStyle/>
          <a:p>
            <a:r>
              <a:rPr lang="en-US" dirty="0"/>
              <a:t>In my team we use </a:t>
            </a:r>
            <a:r>
              <a:rPr lang="en-US" dirty="0" err="1"/>
              <a:t>Kyverno</a:t>
            </a:r>
            <a:r>
              <a:rPr lang="en-US" dirty="0"/>
              <a:t>, which I think is the easiest, but then again of course I would think that. What I like about </a:t>
            </a:r>
            <a:r>
              <a:rPr lang="en-US" dirty="0" err="1"/>
              <a:t>Kyverno</a:t>
            </a:r>
            <a:r>
              <a:rPr lang="en-US" dirty="0"/>
              <a:t> that it works almost like any other tooling we manage in our platform and just extends K8s API to give us some extra stuff we can configure and all of it is YAML. No other language whatsoever, just regular YAML, which is very friendly approach for Kubernetes admins as we are familiar with YAML. Also when we started the platform more that those 4 years ago, there were much less options in CNCF landscape and OPA agent isn’t </a:t>
            </a:r>
            <a:r>
              <a:rPr lang="en-US" dirty="0" err="1"/>
              <a:t>yaml</a:t>
            </a:r>
            <a:r>
              <a:rPr lang="en-US" dirty="0"/>
              <a:t>, so </a:t>
            </a:r>
            <a:r>
              <a:rPr lang="en-US" dirty="0" err="1"/>
              <a:t>Kyverno</a:t>
            </a:r>
            <a:r>
              <a:rPr lang="en-US" dirty="0"/>
              <a:t> it was. And now we are just used to it, it does the work we require from the tool itself, so I don’t see how we would change at this moment.</a:t>
            </a:r>
          </a:p>
        </p:txBody>
      </p:sp>
      <p:sp>
        <p:nvSpPr>
          <p:cNvPr id="4" name="Slide Number Placeholder 3">
            <a:extLst>
              <a:ext uri="{FF2B5EF4-FFF2-40B4-BE49-F238E27FC236}">
                <a16:creationId xmlns:a16="http://schemas.microsoft.com/office/drawing/2014/main" id="{71288996-B958-11A9-DF48-8B8E57900C8F}"/>
              </a:ext>
            </a:extLst>
          </p:cNvPr>
          <p:cNvSpPr>
            <a:spLocks noGrp="1"/>
          </p:cNvSpPr>
          <p:nvPr>
            <p:ph type="sldNum" sz="quarter" idx="5"/>
          </p:nvPr>
        </p:nvSpPr>
        <p:spPr/>
        <p:txBody>
          <a:bodyPr/>
          <a:lstStyle/>
          <a:p>
            <a:fld id="{262F630B-1A6D-DA46-BBD4-D83C83B1BBF6}" type="slidenum">
              <a:rPr lang="en-US" smtClean="0"/>
              <a:t>5</a:t>
            </a:fld>
            <a:endParaRPr lang="en-US"/>
          </a:p>
        </p:txBody>
      </p:sp>
    </p:spTree>
    <p:extLst>
      <p:ext uri="{BB962C8B-B14F-4D97-AF65-F5344CB8AC3E}">
        <p14:creationId xmlns:p14="http://schemas.microsoft.com/office/powerpoint/2010/main" val="1647458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937D3-B7E1-4BAB-B318-D725CCE09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C68983-DEF2-F25C-3BD9-BC417E87E9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AA50B2-B85C-DE13-1016-5D92496368C4}"/>
              </a:ext>
            </a:extLst>
          </p:cNvPr>
          <p:cNvSpPr>
            <a:spLocks noGrp="1"/>
          </p:cNvSpPr>
          <p:nvPr>
            <p:ph type="body" idx="1"/>
          </p:nvPr>
        </p:nvSpPr>
        <p:spPr/>
        <p:txBody>
          <a:bodyPr/>
          <a:lstStyle/>
          <a:p>
            <a:r>
              <a:rPr lang="en-US" dirty="0"/>
              <a:t>Admission controller</a:t>
            </a:r>
          </a:p>
          <a:p>
            <a:endParaRPr lang="en-US" dirty="0"/>
          </a:p>
        </p:txBody>
      </p:sp>
      <p:sp>
        <p:nvSpPr>
          <p:cNvPr id="4" name="Slide Number Placeholder 3">
            <a:extLst>
              <a:ext uri="{FF2B5EF4-FFF2-40B4-BE49-F238E27FC236}">
                <a16:creationId xmlns:a16="http://schemas.microsoft.com/office/drawing/2014/main" id="{74370170-EA51-C8D4-1910-68496C6D6CB7}"/>
              </a:ext>
            </a:extLst>
          </p:cNvPr>
          <p:cNvSpPr>
            <a:spLocks noGrp="1"/>
          </p:cNvSpPr>
          <p:nvPr>
            <p:ph type="sldNum" sz="quarter" idx="5"/>
          </p:nvPr>
        </p:nvSpPr>
        <p:spPr/>
        <p:txBody>
          <a:bodyPr/>
          <a:lstStyle/>
          <a:p>
            <a:fld id="{E89ECCCA-9915-4A1A-B9A8-9F141B987F72}" type="slidenum">
              <a:rPr lang="en-GB" smtClean="0"/>
              <a:pPr/>
              <a:t>6</a:t>
            </a:fld>
            <a:endParaRPr lang="en-GB" dirty="0"/>
          </a:p>
        </p:txBody>
      </p:sp>
    </p:spTree>
    <p:extLst>
      <p:ext uri="{BB962C8B-B14F-4D97-AF65-F5344CB8AC3E}">
        <p14:creationId xmlns:p14="http://schemas.microsoft.com/office/powerpoint/2010/main" val="9336163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1E856-7C96-FAEC-94C2-356D913155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B608DB-CEA9-0288-6E51-33C7224C39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AFA9B2-AB0B-1251-6964-398209072FD9}"/>
              </a:ext>
            </a:extLst>
          </p:cNvPr>
          <p:cNvSpPr>
            <a:spLocks noGrp="1"/>
          </p:cNvSpPr>
          <p:nvPr>
            <p:ph type="body" idx="1"/>
          </p:nvPr>
        </p:nvSpPr>
        <p:spPr/>
        <p:txBody>
          <a:bodyPr/>
          <a:lstStyle/>
          <a:p>
            <a:r>
              <a:rPr lang="en-US" dirty="0"/>
              <a:t>So how </a:t>
            </a:r>
            <a:r>
              <a:rPr lang="en-US" dirty="0" err="1"/>
              <a:t>kyverno</a:t>
            </a:r>
            <a:r>
              <a:rPr lang="en-US" dirty="0"/>
              <a:t> works, you install </a:t>
            </a:r>
            <a:r>
              <a:rPr lang="en-US" dirty="0" err="1"/>
              <a:t>kyverno</a:t>
            </a:r>
            <a:r>
              <a:rPr lang="en-US" dirty="0"/>
              <a:t> agent as like any other tool, but it is very configurable, so I would suggest looking at the values files first.</a:t>
            </a:r>
          </a:p>
          <a:p>
            <a:endParaRPr lang="en-US" dirty="0"/>
          </a:p>
          <a:p>
            <a:r>
              <a:rPr lang="en-US" dirty="0"/>
              <a:t>And then separately you can install policies themselves, honestly it is up to you, but I like the separation between the engine and the rules and I can release them independently. It is expected that policies actually change frequently than the engine once configured. </a:t>
            </a:r>
          </a:p>
        </p:txBody>
      </p:sp>
      <p:sp>
        <p:nvSpPr>
          <p:cNvPr id="4" name="Slide Number Placeholder 3">
            <a:extLst>
              <a:ext uri="{FF2B5EF4-FFF2-40B4-BE49-F238E27FC236}">
                <a16:creationId xmlns:a16="http://schemas.microsoft.com/office/drawing/2014/main" id="{28EB2F3F-FB1A-9188-8A5D-BBF01BE79ACC}"/>
              </a:ext>
            </a:extLst>
          </p:cNvPr>
          <p:cNvSpPr>
            <a:spLocks noGrp="1"/>
          </p:cNvSpPr>
          <p:nvPr>
            <p:ph type="sldNum" sz="quarter" idx="5"/>
          </p:nvPr>
        </p:nvSpPr>
        <p:spPr/>
        <p:txBody>
          <a:bodyPr/>
          <a:lstStyle/>
          <a:p>
            <a:fld id="{262F630B-1A6D-DA46-BBD4-D83C83B1BBF6}" type="slidenum">
              <a:rPr lang="en-US" smtClean="0"/>
              <a:t>7</a:t>
            </a:fld>
            <a:endParaRPr lang="en-US"/>
          </a:p>
        </p:txBody>
      </p:sp>
    </p:spTree>
    <p:extLst>
      <p:ext uri="{BB962C8B-B14F-4D97-AF65-F5344CB8AC3E}">
        <p14:creationId xmlns:p14="http://schemas.microsoft.com/office/powerpoint/2010/main" val="1451755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A2112-641B-4A3F-33F2-3767516EA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1CB585-006F-2D77-6C50-DAAB6E99FB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B49414-A7AC-46D4-FAA1-98EB522973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04A596-3196-BAE3-862C-B30B24578712}"/>
              </a:ext>
            </a:extLst>
          </p:cNvPr>
          <p:cNvSpPr>
            <a:spLocks noGrp="1"/>
          </p:cNvSpPr>
          <p:nvPr>
            <p:ph type="sldNum" sz="quarter" idx="5"/>
          </p:nvPr>
        </p:nvSpPr>
        <p:spPr/>
        <p:txBody>
          <a:bodyPr/>
          <a:lstStyle/>
          <a:p>
            <a:fld id="{E89ECCCA-9915-4A1A-B9A8-9F141B987F72}" type="slidenum">
              <a:rPr lang="en-GB" smtClean="0"/>
              <a:pPr/>
              <a:t>8</a:t>
            </a:fld>
            <a:endParaRPr lang="en-GB" dirty="0"/>
          </a:p>
        </p:txBody>
      </p:sp>
    </p:spTree>
    <p:extLst>
      <p:ext uri="{BB962C8B-B14F-4D97-AF65-F5344CB8AC3E}">
        <p14:creationId xmlns:p14="http://schemas.microsoft.com/office/powerpoint/2010/main" val="30961277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Next question: what to police? As in what guardrails are needed and Trade-off between freedom vs consistency</a:t>
            </a:r>
          </a:p>
          <a:p>
            <a:pPr marL="0" indent="0">
              <a:buNone/>
            </a:pPr>
            <a:r>
              <a:rPr lang="en-US" dirty="0"/>
              <a:t>When to add? Mostly from new lessons learned and sane defaults. And I can not tell you what is right and what is wrong, people hate “it depends”, but it does depend on your context. It is up to really the </a:t>
            </a:r>
          </a:p>
          <a:p>
            <a:endParaRPr lang="en-US" dirty="0"/>
          </a:p>
        </p:txBody>
      </p:sp>
      <p:sp>
        <p:nvSpPr>
          <p:cNvPr id="4" name="Slide Number Placeholder 3"/>
          <p:cNvSpPr>
            <a:spLocks noGrp="1"/>
          </p:cNvSpPr>
          <p:nvPr>
            <p:ph type="sldNum" sz="quarter" idx="5"/>
          </p:nvPr>
        </p:nvSpPr>
        <p:spPr/>
        <p:txBody>
          <a:bodyPr/>
          <a:lstStyle/>
          <a:p>
            <a:fld id="{262F630B-1A6D-DA46-BBD4-D83C83B1BBF6}" type="slidenum">
              <a:rPr lang="en-US" smtClean="0"/>
              <a:t>9</a:t>
            </a:fld>
            <a:endParaRPr lang="en-US"/>
          </a:p>
        </p:txBody>
      </p:sp>
    </p:spTree>
    <p:extLst>
      <p:ext uri="{BB962C8B-B14F-4D97-AF65-F5344CB8AC3E}">
        <p14:creationId xmlns:p14="http://schemas.microsoft.com/office/powerpoint/2010/main" val="1794872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and ‘duh’ policies (latest tag, no default namespace)</a:t>
            </a:r>
          </a:p>
          <a:p>
            <a:r>
              <a:rPr lang="en-US" dirty="0"/>
              <a:t>Keep track of scale and workloads</a:t>
            </a:r>
          </a:p>
          <a:p>
            <a:r>
              <a:rPr lang="en-US" dirty="0"/>
              <a:t>Make sure a single misconfiguration does not break cluster</a:t>
            </a:r>
          </a:p>
          <a:p>
            <a:endParaRPr lang="en-US" dirty="0"/>
          </a:p>
        </p:txBody>
      </p:sp>
      <p:sp>
        <p:nvSpPr>
          <p:cNvPr id="4" name="Slide Number Placeholder 3"/>
          <p:cNvSpPr>
            <a:spLocks noGrp="1"/>
          </p:cNvSpPr>
          <p:nvPr>
            <p:ph type="sldNum" sz="quarter" idx="5"/>
          </p:nvPr>
        </p:nvSpPr>
        <p:spPr/>
        <p:txBody>
          <a:bodyPr/>
          <a:lstStyle/>
          <a:p>
            <a:fld id="{262F630B-1A6D-DA46-BBD4-D83C83B1BBF6}" type="slidenum">
              <a:rPr lang="en-US" smtClean="0"/>
              <a:t>10</a:t>
            </a:fld>
            <a:endParaRPr lang="en-US"/>
          </a:p>
        </p:txBody>
      </p:sp>
    </p:spTree>
    <p:extLst>
      <p:ext uri="{BB962C8B-B14F-4D97-AF65-F5344CB8AC3E}">
        <p14:creationId xmlns:p14="http://schemas.microsoft.com/office/powerpoint/2010/main" val="1185406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2F630B-1A6D-DA46-BBD4-D83C83B1BBF6}" type="slidenum">
              <a:rPr lang="en-US" smtClean="0"/>
              <a:t>11</a:t>
            </a:fld>
            <a:endParaRPr lang="en-US"/>
          </a:p>
        </p:txBody>
      </p:sp>
    </p:spTree>
    <p:extLst>
      <p:ext uri="{BB962C8B-B14F-4D97-AF65-F5344CB8AC3E}">
        <p14:creationId xmlns:p14="http://schemas.microsoft.com/office/powerpoint/2010/main" val="33060024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answer to what to do with core </a:t>
            </a:r>
            <a:r>
              <a:rPr lang="en-US" dirty="0" err="1"/>
              <a:t>regcred</a:t>
            </a:r>
            <a:r>
              <a:rPr lang="en-US" dirty="0"/>
              <a:t> secrets with </a:t>
            </a:r>
            <a:r>
              <a:rPr lang="en-US" dirty="0" err="1"/>
              <a:t>GitOps</a:t>
            </a:r>
            <a:endParaRPr lang="en-US" dirty="0"/>
          </a:p>
          <a:p>
            <a:r>
              <a:rPr lang="en-US" dirty="0"/>
              <a:t>Utility tasks</a:t>
            </a:r>
          </a:p>
        </p:txBody>
      </p:sp>
      <p:sp>
        <p:nvSpPr>
          <p:cNvPr id="4" name="Slide Number Placeholder 3"/>
          <p:cNvSpPr>
            <a:spLocks noGrp="1"/>
          </p:cNvSpPr>
          <p:nvPr>
            <p:ph type="sldNum" sz="quarter" idx="5"/>
          </p:nvPr>
        </p:nvSpPr>
        <p:spPr/>
        <p:txBody>
          <a:bodyPr/>
          <a:lstStyle/>
          <a:p>
            <a:fld id="{262F630B-1A6D-DA46-BBD4-D83C83B1BBF6}" type="slidenum">
              <a:rPr lang="en-US" smtClean="0"/>
              <a:t>12</a:t>
            </a:fld>
            <a:endParaRPr lang="en-US"/>
          </a:p>
        </p:txBody>
      </p:sp>
    </p:spTree>
    <p:extLst>
      <p:ext uri="{BB962C8B-B14F-4D97-AF65-F5344CB8AC3E}">
        <p14:creationId xmlns:p14="http://schemas.microsoft.com/office/powerpoint/2010/main" val="39045396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Although use-cases we could find plenty, but the loop between synchronization and mutating is exhausting. </a:t>
            </a:r>
          </a:p>
          <a:p>
            <a:pPr marL="0" indent="0">
              <a:buNone/>
            </a:pPr>
            <a:r>
              <a:rPr lang="en-US" dirty="0"/>
              <a:t>And one policy rules over all other designs: Git over all - if important – put in git</a:t>
            </a:r>
          </a:p>
          <a:p>
            <a:endParaRPr lang="en-US" dirty="0"/>
          </a:p>
        </p:txBody>
      </p:sp>
      <p:sp>
        <p:nvSpPr>
          <p:cNvPr id="4" name="Slide Number Placeholder 3"/>
          <p:cNvSpPr>
            <a:spLocks noGrp="1"/>
          </p:cNvSpPr>
          <p:nvPr>
            <p:ph type="sldNum" sz="quarter" idx="5"/>
          </p:nvPr>
        </p:nvSpPr>
        <p:spPr/>
        <p:txBody>
          <a:bodyPr/>
          <a:lstStyle/>
          <a:p>
            <a:fld id="{262F630B-1A6D-DA46-BBD4-D83C83B1BBF6}" type="slidenum">
              <a:rPr lang="en-US" smtClean="0"/>
              <a:t>13</a:t>
            </a:fld>
            <a:endParaRPr lang="en-US"/>
          </a:p>
        </p:txBody>
      </p:sp>
    </p:spTree>
    <p:extLst>
      <p:ext uri="{BB962C8B-B14F-4D97-AF65-F5344CB8AC3E}">
        <p14:creationId xmlns:p14="http://schemas.microsoft.com/office/powerpoint/2010/main" val="41342381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8287E-44D8-EF5C-4C38-FCEDC3921A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FB6FB-A35C-5E04-E276-B8C9786F20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9E47CD-2A5F-3E9A-C492-3A691AA916EC}"/>
              </a:ext>
            </a:extLst>
          </p:cNvPr>
          <p:cNvSpPr>
            <a:spLocks noGrp="1"/>
          </p:cNvSpPr>
          <p:nvPr>
            <p:ph type="body" idx="1"/>
          </p:nvPr>
        </p:nvSpPr>
        <p:spPr/>
        <p:txBody>
          <a:bodyPr/>
          <a:lstStyle/>
          <a:p>
            <a:r>
              <a:rPr lang="en-US" dirty="0"/>
              <a:t>Stuck in Audit -- How elevating security on clusters when you no longer own what is running becomes a hard battle to wage against.</a:t>
            </a:r>
          </a:p>
          <a:p>
            <a:r>
              <a:rPr lang="en-US" dirty="0"/>
              <a:t>Dogfooding can be acquired taste. It takes discipline to keep ourselves in check when you can just edit to Audit.</a:t>
            </a:r>
          </a:p>
          <a:p>
            <a:r>
              <a:rPr lang="en-US" dirty="0"/>
              <a:t>Power of </a:t>
            </a:r>
            <a:r>
              <a:rPr lang="en-US" dirty="0" err="1"/>
              <a:t>Kyverno</a:t>
            </a:r>
            <a:r>
              <a:rPr lang="en-US" dirty="0"/>
              <a:t>, if it fails, then all the rest hangs</a:t>
            </a:r>
          </a:p>
          <a:p>
            <a:r>
              <a:rPr lang="en-US" dirty="0"/>
              <a:t>Showcasing and communicating policy errors to </a:t>
            </a:r>
            <a:r>
              <a:rPr lang="en-US" dirty="0" err="1"/>
              <a:t>devs</a:t>
            </a:r>
            <a:r>
              <a:rPr lang="en-US" dirty="0"/>
              <a:t> is work in progress</a:t>
            </a:r>
          </a:p>
          <a:p>
            <a:endParaRPr lang="en-US" dirty="0"/>
          </a:p>
        </p:txBody>
      </p:sp>
      <p:sp>
        <p:nvSpPr>
          <p:cNvPr id="4" name="Slide Number Placeholder 3">
            <a:extLst>
              <a:ext uri="{FF2B5EF4-FFF2-40B4-BE49-F238E27FC236}">
                <a16:creationId xmlns:a16="http://schemas.microsoft.com/office/drawing/2014/main" id="{6E8D66F4-01D6-922A-A2DA-7DE01FA7B13F}"/>
              </a:ext>
            </a:extLst>
          </p:cNvPr>
          <p:cNvSpPr>
            <a:spLocks noGrp="1"/>
          </p:cNvSpPr>
          <p:nvPr>
            <p:ph type="sldNum" sz="quarter" idx="5"/>
          </p:nvPr>
        </p:nvSpPr>
        <p:spPr/>
        <p:txBody>
          <a:bodyPr/>
          <a:lstStyle/>
          <a:p>
            <a:fld id="{262F630B-1A6D-DA46-BBD4-D83C83B1BBF6}" type="slidenum">
              <a:rPr lang="en-US" smtClean="0"/>
              <a:t>14</a:t>
            </a:fld>
            <a:endParaRPr lang="en-US"/>
          </a:p>
        </p:txBody>
      </p:sp>
    </p:spTree>
    <p:extLst>
      <p:ext uri="{BB962C8B-B14F-4D97-AF65-F5344CB8AC3E}">
        <p14:creationId xmlns:p14="http://schemas.microsoft.com/office/powerpoint/2010/main" val="8183869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My teammates have donated our own made </a:t>
            </a:r>
            <a:r>
              <a:rPr lang="en-US" dirty="0" err="1"/>
              <a:t>Kyverno</a:t>
            </a:r>
            <a:r>
              <a:rPr lang="en-US" dirty="0"/>
              <a:t> backstage policy reporter plugin to </a:t>
            </a:r>
            <a:r>
              <a:rPr lang="en-US" dirty="0" err="1"/>
              <a:t>Kyverno.io</a:t>
            </a:r>
            <a:r>
              <a:rPr lang="en-US" dirty="0"/>
              <a:t>, but it still takes </a:t>
            </a:r>
            <a:r>
              <a:rPr lang="en-US" dirty="0" err="1"/>
              <a:t>devs</a:t>
            </a:r>
            <a:r>
              <a:rPr lang="en-US" dirty="0"/>
              <a:t> to add the </a:t>
            </a:r>
            <a:r>
              <a:rPr lang="en-US" dirty="0" err="1"/>
              <a:t>annotions</a:t>
            </a:r>
            <a:r>
              <a:rPr lang="en-US" dirty="0"/>
              <a:t> to enable it.</a:t>
            </a:r>
          </a:p>
          <a:p>
            <a:endParaRPr lang="en-US" dirty="0"/>
          </a:p>
        </p:txBody>
      </p:sp>
      <p:sp>
        <p:nvSpPr>
          <p:cNvPr id="4" name="Slide Number Placeholder 3"/>
          <p:cNvSpPr>
            <a:spLocks noGrp="1"/>
          </p:cNvSpPr>
          <p:nvPr>
            <p:ph type="sldNum" sz="quarter" idx="5"/>
          </p:nvPr>
        </p:nvSpPr>
        <p:spPr/>
        <p:txBody>
          <a:bodyPr/>
          <a:lstStyle/>
          <a:p>
            <a:fld id="{262F630B-1A6D-DA46-BBD4-D83C83B1BBF6}" type="slidenum">
              <a:rPr lang="en-US" smtClean="0"/>
              <a:t>15</a:t>
            </a:fld>
            <a:endParaRPr lang="en-US"/>
          </a:p>
        </p:txBody>
      </p:sp>
    </p:spTree>
    <p:extLst>
      <p:ext uri="{BB962C8B-B14F-4D97-AF65-F5344CB8AC3E}">
        <p14:creationId xmlns:p14="http://schemas.microsoft.com/office/powerpoint/2010/main" val="969336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83A50-C63D-8BE6-AE2B-DF11C34E46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B6C9E-949E-C322-2E28-45B779BA0A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C04FEF-B365-D0AB-E3F9-19E8A5B0C0C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7FD8558-30EE-F6F4-39FE-FC123877B00B}"/>
              </a:ext>
            </a:extLst>
          </p:cNvPr>
          <p:cNvSpPr>
            <a:spLocks noGrp="1"/>
          </p:cNvSpPr>
          <p:nvPr>
            <p:ph type="sldNum" sz="quarter" idx="5"/>
          </p:nvPr>
        </p:nvSpPr>
        <p:spPr/>
        <p:txBody>
          <a:bodyPr/>
          <a:lstStyle/>
          <a:p>
            <a:fld id="{262F630B-1A6D-DA46-BBD4-D83C83B1BBF6}" type="slidenum">
              <a:rPr lang="en-US" smtClean="0"/>
              <a:t>16</a:t>
            </a:fld>
            <a:endParaRPr lang="en-US"/>
          </a:p>
        </p:txBody>
      </p:sp>
    </p:spTree>
    <p:extLst>
      <p:ext uri="{BB962C8B-B14F-4D97-AF65-F5344CB8AC3E}">
        <p14:creationId xmlns:p14="http://schemas.microsoft.com/office/powerpoint/2010/main" val="6590749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D8494-61D8-5410-2A32-F16F0F17B5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91211-9405-E812-1D8E-E33CEC3255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540F03-DEC6-BA16-CFDC-7836E76B245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694E92B-872C-FEFE-1A65-16B03A13CAC7}"/>
              </a:ext>
            </a:extLst>
          </p:cNvPr>
          <p:cNvSpPr>
            <a:spLocks noGrp="1"/>
          </p:cNvSpPr>
          <p:nvPr>
            <p:ph type="sldNum" sz="quarter" idx="5"/>
          </p:nvPr>
        </p:nvSpPr>
        <p:spPr/>
        <p:txBody>
          <a:bodyPr/>
          <a:lstStyle/>
          <a:p>
            <a:fld id="{262F630B-1A6D-DA46-BBD4-D83C83B1BBF6}" type="slidenum">
              <a:rPr lang="en-US" smtClean="0"/>
              <a:t>17</a:t>
            </a:fld>
            <a:endParaRPr lang="en-US"/>
          </a:p>
        </p:txBody>
      </p:sp>
    </p:spTree>
    <p:extLst>
      <p:ext uri="{BB962C8B-B14F-4D97-AF65-F5344CB8AC3E}">
        <p14:creationId xmlns:p14="http://schemas.microsoft.com/office/powerpoint/2010/main" val="272056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B237C9B-0302-0447-956C-916723D9A69A}" type="datetimeFigureOut">
              <a:rPr lang="en-US" smtClean="0"/>
              <a:t>10/14/25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21DD08-4413-9842-97FD-72F07D3879B6}" type="slidenum">
              <a:rPr lang="en-US" smtClean="0"/>
              <a:t>‹#›</a:t>
            </a:fld>
            <a:endParaRPr lang="en-US"/>
          </a:p>
        </p:txBody>
      </p:sp>
    </p:spTree>
    <p:extLst>
      <p:ext uri="{BB962C8B-B14F-4D97-AF65-F5344CB8AC3E}">
        <p14:creationId xmlns:p14="http://schemas.microsoft.com/office/powerpoint/2010/main" val="2931747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237C9B-0302-0447-956C-916723D9A69A}" type="datetimeFigureOut">
              <a:rPr lang="en-US" smtClean="0"/>
              <a:t>10/14/25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21DD08-4413-9842-97FD-72F07D3879B6}" type="slidenum">
              <a:rPr lang="en-US" smtClean="0"/>
              <a:t>‹#›</a:t>
            </a:fld>
            <a:endParaRPr lang="en-US"/>
          </a:p>
        </p:txBody>
      </p:sp>
    </p:spTree>
    <p:extLst>
      <p:ext uri="{BB962C8B-B14F-4D97-AF65-F5344CB8AC3E}">
        <p14:creationId xmlns:p14="http://schemas.microsoft.com/office/powerpoint/2010/main" val="3180407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7"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7"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237C9B-0302-0447-956C-916723D9A69A}" type="datetimeFigureOut">
              <a:rPr lang="en-US" smtClean="0"/>
              <a:t>10/14/25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21DD08-4413-9842-97FD-72F07D3879B6}" type="slidenum">
              <a:rPr lang="en-US" smtClean="0"/>
              <a:t>‹#›</a:t>
            </a:fld>
            <a:endParaRPr lang="en-US"/>
          </a:p>
        </p:txBody>
      </p:sp>
    </p:spTree>
    <p:extLst>
      <p:ext uri="{BB962C8B-B14F-4D97-AF65-F5344CB8AC3E}">
        <p14:creationId xmlns:p14="http://schemas.microsoft.com/office/powerpoint/2010/main" val="1163721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237C9B-0302-0447-956C-916723D9A69A}" type="datetimeFigureOut">
              <a:rPr lang="en-US" smtClean="0"/>
              <a:t>10/14/25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21DD08-4413-9842-97FD-72F07D3879B6}" type="slidenum">
              <a:rPr lang="en-US" smtClean="0"/>
              <a:t>‹#›</a:t>
            </a:fld>
            <a:endParaRPr lang="en-US"/>
          </a:p>
        </p:txBody>
      </p:sp>
    </p:spTree>
    <p:extLst>
      <p:ext uri="{BB962C8B-B14F-4D97-AF65-F5344CB8AC3E}">
        <p14:creationId xmlns:p14="http://schemas.microsoft.com/office/powerpoint/2010/main" val="1139649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B237C9B-0302-0447-956C-916723D9A69A}" type="datetimeFigureOut">
              <a:rPr lang="en-US" smtClean="0"/>
              <a:t>10/14/25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C21DD08-4413-9842-97FD-72F07D3879B6}" type="slidenum">
              <a:rPr lang="en-US" smtClean="0"/>
              <a:t>‹#›</a:t>
            </a:fld>
            <a:endParaRPr lang="en-US"/>
          </a:p>
        </p:txBody>
      </p:sp>
    </p:spTree>
    <p:extLst>
      <p:ext uri="{BB962C8B-B14F-4D97-AF65-F5344CB8AC3E}">
        <p14:creationId xmlns:p14="http://schemas.microsoft.com/office/powerpoint/2010/main" val="4178473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B237C9B-0302-0447-956C-916723D9A69A}" type="datetimeFigureOut">
              <a:rPr lang="en-US" smtClean="0"/>
              <a:t>10/14/25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C21DD08-4413-9842-97FD-72F07D3879B6}" type="slidenum">
              <a:rPr lang="en-US" smtClean="0"/>
              <a:t>‹#›</a:t>
            </a:fld>
            <a:endParaRPr lang="en-US"/>
          </a:p>
        </p:txBody>
      </p:sp>
    </p:spTree>
    <p:extLst>
      <p:ext uri="{BB962C8B-B14F-4D97-AF65-F5344CB8AC3E}">
        <p14:creationId xmlns:p14="http://schemas.microsoft.com/office/powerpoint/2010/main" val="4048400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237C9B-0302-0447-956C-916723D9A69A}" type="datetimeFigureOut">
              <a:rPr lang="en-US" smtClean="0"/>
              <a:t>10/14/25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C21DD08-4413-9842-97FD-72F07D3879B6}" type="slidenum">
              <a:rPr lang="en-US" smtClean="0"/>
              <a:t>‹#›</a:t>
            </a:fld>
            <a:endParaRPr lang="en-US"/>
          </a:p>
        </p:txBody>
      </p:sp>
    </p:spTree>
    <p:extLst>
      <p:ext uri="{BB962C8B-B14F-4D97-AF65-F5344CB8AC3E}">
        <p14:creationId xmlns:p14="http://schemas.microsoft.com/office/powerpoint/2010/main" val="3414064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AB237C9B-0302-0447-956C-916723D9A69A}" type="datetimeFigureOut">
              <a:rPr lang="en-US" smtClean="0"/>
              <a:t>10/14/25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21DD08-4413-9842-97FD-72F07D3879B6}" type="slidenum">
              <a:rPr lang="en-US" smtClean="0"/>
              <a:t>‹#›</a:t>
            </a:fld>
            <a:endParaRPr lang="en-US"/>
          </a:p>
        </p:txBody>
      </p:sp>
    </p:spTree>
    <p:extLst>
      <p:ext uri="{BB962C8B-B14F-4D97-AF65-F5344CB8AC3E}">
        <p14:creationId xmlns:p14="http://schemas.microsoft.com/office/powerpoint/2010/main" val="2389347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AB237C9B-0302-0447-956C-916723D9A69A}" type="datetimeFigureOut">
              <a:rPr lang="en-US" smtClean="0"/>
              <a:t>10/14/25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21DD08-4413-9842-97FD-72F07D3879B6}" type="slidenum">
              <a:rPr lang="en-US" smtClean="0"/>
              <a:t>‹#›</a:t>
            </a:fld>
            <a:endParaRPr lang="en-US"/>
          </a:p>
        </p:txBody>
      </p:sp>
    </p:spTree>
    <p:extLst>
      <p:ext uri="{BB962C8B-B14F-4D97-AF65-F5344CB8AC3E}">
        <p14:creationId xmlns:p14="http://schemas.microsoft.com/office/powerpoint/2010/main" val="3455240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237C9B-0302-0447-956C-916723D9A69A}" type="datetimeFigureOut">
              <a:rPr lang="en-US" smtClean="0"/>
              <a:t>10/14/25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21DD08-4413-9842-97FD-72F07D3879B6}" type="slidenum">
              <a:rPr lang="en-US" smtClean="0"/>
              <a:t>‹#›</a:t>
            </a:fld>
            <a:endParaRPr lang="en-US"/>
          </a:p>
        </p:txBody>
      </p:sp>
    </p:spTree>
    <p:extLst>
      <p:ext uri="{BB962C8B-B14F-4D97-AF65-F5344CB8AC3E}">
        <p14:creationId xmlns:p14="http://schemas.microsoft.com/office/powerpoint/2010/main" val="1431490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3"/>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237C9B-0302-0447-956C-916723D9A69A}" type="datetimeFigureOut">
              <a:rPr lang="en-US" smtClean="0"/>
              <a:t>10/14/25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21DD08-4413-9842-97FD-72F07D3879B6}" type="slidenum">
              <a:rPr lang="en-US" smtClean="0"/>
              <a:t>‹#›</a:t>
            </a:fld>
            <a:endParaRPr lang="en-US"/>
          </a:p>
        </p:txBody>
      </p:sp>
    </p:spTree>
    <p:extLst>
      <p:ext uri="{BB962C8B-B14F-4D97-AF65-F5344CB8AC3E}">
        <p14:creationId xmlns:p14="http://schemas.microsoft.com/office/powerpoint/2010/main" val="13073136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Chapter">
    <p:bg>
      <p:bgPr>
        <a:solidFill>
          <a:srgbClr val="F2E1E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4557761-7AAF-CDA8-B6F3-5F7F284E544A}"/>
              </a:ext>
            </a:extLst>
          </p:cNvPr>
          <p:cNvSpPr>
            <a:spLocks noGrp="1"/>
          </p:cNvSpPr>
          <p:nvPr>
            <p:ph type="subTitle" idx="15" hasCustomPrompt="1"/>
          </p:nvPr>
        </p:nvSpPr>
        <p:spPr>
          <a:xfrm>
            <a:off x="269152" y="242569"/>
            <a:ext cx="7131548" cy="226514"/>
          </a:xfrm>
        </p:spPr>
        <p:txBody>
          <a:bodyPr anchor="t" anchorCtr="0"/>
          <a:lstStyle>
            <a:lvl1pPr marL="0" indent="0" algn="l">
              <a:lnSpc>
                <a:spcPct val="100000"/>
              </a:lnSpc>
              <a:buNone/>
              <a:defRPr sz="1125" b="0" i="0" cap="none" baseline="0">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lvl="0"/>
            <a:r>
              <a:rPr lang="en-GB" dirty="0"/>
              <a:t>Insert agenda point (if needed)</a:t>
            </a:r>
          </a:p>
        </p:txBody>
      </p:sp>
      <p:sp>
        <p:nvSpPr>
          <p:cNvPr id="6" name="Title 1">
            <a:extLst>
              <a:ext uri="{FF2B5EF4-FFF2-40B4-BE49-F238E27FC236}">
                <a16:creationId xmlns:a16="http://schemas.microsoft.com/office/drawing/2014/main" id="{2116E454-5CFA-B6D4-9435-F2344051A4B8}"/>
              </a:ext>
            </a:extLst>
          </p:cNvPr>
          <p:cNvSpPr>
            <a:spLocks noGrp="1"/>
          </p:cNvSpPr>
          <p:nvPr>
            <p:ph type="title" hasCustomPrompt="1"/>
          </p:nvPr>
        </p:nvSpPr>
        <p:spPr>
          <a:xfrm>
            <a:off x="269153" y="569119"/>
            <a:ext cx="7130582" cy="2542072"/>
          </a:xfrm>
        </p:spPr>
        <p:txBody>
          <a:bodyPr anchor="t" anchorCtr="0">
            <a:normAutofit/>
          </a:bodyPr>
          <a:lstStyle>
            <a:lvl1pPr>
              <a:lnSpc>
                <a:spcPct val="90000"/>
              </a:lnSpc>
              <a:defRPr sz="4125" b="0" i="0">
                <a:latin typeface="+mj-lt"/>
              </a:defRPr>
            </a:lvl1pPr>
          </a:lstStyle>
          <a:p>
            <a:r>
              <a:rPr lang="en-GB" dirty="0"/>
              <a:t>Click to add chapter title</a:t>
            </a:r>
          </a:p>
        </p:txBody>
      </p:sp>
      <p:sp>
        <p:nvSpPr>
          <p:cNvPr id="2" name="Date_DateCustomA" hidden="1"/>
          <p:cNvSpPr>
            <a:spLocks noGrp="1"/>
          </p:cNvSpPr>
          <p:nvPr>
            <p:ph type="dt" sz="half" idx="10"/>
          </p:nvPr>
        </p:nvSpPr>
        <p:spPr>
          <a:xfrm>
            <a:off x="0" y="5143500"/>
            <a:ext cx="0" cy="0"/>
          </a:xfrm>
        </p:spPr>
        <p:txBody>
          <a:bodyPr/>
          <a:lstStyle>
            <a:lvl1pPr>
              <a:defRPr b="0" i="0">
                <a:noFill/>
                <a:latin typeface="+mn-lt"/>
              </a:defRPr>
            </a:lvl1pPr>
          </a:lstStyle>
          <a:p>
            <a:endParaRPr lang="en-GB" dirty="0"/>
          </a:p>
        </p:txBody>
      </p:sp>
      <p:sp>
        <p:nvSpPr>
          <p:cNvPr id="4" name="FLD_Presentation"/>
          <p:cNvSpPr>
            <a:spLocks noGrp="1"/>
          </p:cNvSpPr>
          <p:nvPr>
            <p:ph type="ftr" sz="quarter" idx="11"/>
          </p:nvPr>
        </p:nvSpPr>
        <p:spPr/>
        <p:txBody>
          <a:bodyPr/>
          <a:lstStyle>
            <a:lvl1pPr>
              <a:defRPr b="0" i="0">
                <a:latin typeface="+mn-lt"/>
              </a:defRPr>
            </a:lvl1pPr>
          </a:lstStyle>
          <a:p>
            <a:r>
              <a:rPr lang="en-GB" dirty="0"/>
              <a:t>Linda </a:t>
            </a:r>
            <a:r>
              <a:rPr lang="en-GB" dirty="0" err="1"/>
              <a:t>Ārende</a:t>
            </a:r>
            <a:endParaRPr lang="en-GB" dirty="0"/>
          </a:p>
        </p:txBody>
      </p:sp>
      <p:sp>
        <p:nvSpPr>
          <p:cNvPr id="5" name="Slide Number Placeholder 4" hidden="1"/>
          <p:cNvSpPr>
            <a:spLocks noGrp="1"/>
          </p:cNvSpPr>
          <p:nvPr>
            <p:ph type="sldNum" sz="quarter" idx="12"/>
          </p:nvPr>
        </p:nvSpPr>
        <p:spPr/>
        <p:txBody>
          <a:bodyPr/>
          <a:lstStyle>
            <a:lvl1pPr>
              <a:defRPr b="0" i="0">
                <a:latin typeface="+mn-lt"/>
              </a:defRPr>
            </a:lvl1pPr>
          </a:lstStyle>
          <a:p>
            <a:fld id="{10292E62-ABCD-4E1A-9CD4-1F4D24B7AC52}" type="slidenum">
              <a:rPr lang="en-GB" smtClean="0"/>
              <a:pPr/>
              <a:t>‹#›</a:t>
            </a:fld>
            <a:endParaRPr lang="en-GB" dirty="0"/>
          </a:p>
        </p:txBody>
      </p:sp>
      <p:sp>
        <p:nvSpPr>
          <p:cNvPr id="7" name="Text Placeholder 10">
            <a:extLst>
              <a:ext uri="{FF2B5EF4-FFF2-40B4-BE49-F238E27FC236}">
                <a16:creationId xmlns:a16="http://schemas.microsoft.com/office/drawing/2014/main" id="{916572B5-F8B1-D259-492B-BEC8A8ECDAC4}"/>
              </a:ext>
            </a:extLst>
          </p:cNvPr>
          <p:cNvSpPr>
            <a:spLocks noGrp="1"/>
          </p:cNvSpPr>
          <p:nvPr>
            <p:ph type="body" sz="quarter" idx="16" hasCustomPrompt="1"/>
          </p:nvPr>
        </p:nvSpPr>
        <p:spPr>
          <a:xfrm>
            <a:off x="7997238" y="278103"/>
            <a:ext cx="874964" cy="293933"/>
          </a:xfrm>
          <a:blipFill>
            <a:blip r:embed="rId2">
              <a:extLst>
                <a:ext uri="{96DAC541-7B7A-43D3-8B79-37D633B846F1}">
                  <asvg:svgBlip xmlns:asvg="http://schemas.microsoft.com/office/drawing/2016/SVG/main" r:embed="rId3"/>
                </a:ext>
              </a:extLst>
            </a:blip>
            <a:stretch>
              <a:fillRect/>
            </a:stretch>
          </a:blipFill>
        </p:spPr>
        <p:txBody>
          <a:bodyPr bIns="7200" anchor="t" anchorCtr="0">
            <a:normAutofit/>
          </a:bodyPr>
          <a:lstStyle>
            <a:lvl1pPr marL="0" indent="0">
              <a:buFontTx/>
              <a:buNone/>
              <a:defRPr sz="100"/>
            </a:lvl1pPr>
          </a:lstStyle>
          <a:p>
            <a:pPr lvl="0"/>
            <a:r>
              <a:rPr lang="en-GB" dirty="0"/>
              <a:t>.</a:t>
            </a:r>
          </a:p>
        </p:txBody>
      </p:sp>
    </p:spTree>
    <p:extLst>
      <p:ext uri="{BB962C8B-B14F-4D97-AF65-F5344CB8AC3E}">
        <p14:creationId xmlns:p14="http://schemas.microsoft.com/office/powerpoint/2010/main" val="3493660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AB237C9B-0302-0447-956C-916723D9A69A}" type="datetimeFigureOut">
              <a:rPr lang="en-US" smtClean="0"/>
              <a:t>10/14/25</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EC21DD08-4413-9842-97FD-72F07D3879B6}" type="slidenum">
              <a:rPr lang="en-US" smtClean="0"/>
              <a:t>‹#›</a:t>
            </a:fld>
            <a:endParaRPr lang="en-US"/>
          </a:p>
        </p:txBody>
      </p:sp>
    </p:spTree>
    <p:extLst>
      <p:ext uri="{BB962C8B-B14F-4D97-AF65-F5344CB8AC3E}">
        <p14:creationId xmlns:p14="http://schemas.microsoft.com/office/powerpoint/2010/main" val="413302243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image" Target="../media/image14.png"/><Relationship Id="rId21" Type="http://schemas.openxmlformats.org/officeDocument/2006/relationships/customXml" Target="../ink/ink10.xml"/><Relationship Id="rId42" Type="http://schemas.openxmlformats.org/officeDocument/2006/relationships/image" Target="../media/image22.png"/><Relationship Id="rId47" Type="http://schemas.openxmlformats.org/officeDocument/2006/relationships/customXml" Target="../ink/ink23.xml"/><Relationship Id="rId63" Type="http://schemas.openxmlformats.org/officeDocument/2006/relationships/customXml" Target="../ink/ink31.xml"/><Relationship Id="rId68" Type="http://schemas.openxmlformats.org/officeDocument/2006/relationships/image" Target="../media/image35.png"/><Relationship Id="rId84" Type="http://schemas.openxmlformats.org/officeDocument/2006/relationships/image" Target="../media/image43.png"/><Relationship Id="rId89" Type="http://schemas.openxmlformats.org/officeDocument/2006/relationships/customXml" Target="../ink/ink44.xml"/><Relationship Id="rId16" Type="http://schemas.openxmlformats.org/officeDocument/2006/relationships/image" Target="../media/image9.png"/><Relationship Id="rId11" Type="http://schemas.openxmlformats.org/officeDocument/2006/relationships/customXml" Target="../ink/ink5.xml"/><Relationship Id="rId32" Type="http://schemas.openxmlformats.org/officeDocument/2006/relationships/image" Target="../media/image17.png"/><Relationship Id="rId37" Type="http://schemas.openxmlformats.org/officeDocument/2006/relationships/customXml" Target="../ink/ink18.xml"/><Relationship Id="rId53" Type="http://schemas.openxmlformats.org/officeDocument/2006/relationships/customXml" Target="../ink/ink26.xml"/><Relationship Id="rId58" Type="http://schemas.openxmlformats.org/officeDocument/2006/relationships/image" Target="../media/image30.png"/><Relationship Id="rId74" Type="http://schemas.openxmlformats.org/officeDocument/2006/relationships/image" Target="../media/image38.png"/><Relationship Id="rId79" Type="http://schemas.openxmlformats.org/officeDocument/2006/relationships/customXml" Target="../ink/ink39.xml"/><Relationship Id="rId5" Type="http://schemas.openxmlformats.org/officeDocument/2006/relationships/customXml" Target="../ink/ink2.xml"/><Relationship Id="rId90" Type="http://schemas.openxmlformats.org/officeDocument/2006/relationships/image" Target="../media/image46.png"/><Relationship Id="rId22" Type="http://schemas.openxmlformats.org/officeDocument/2006/relationships/image" Target="../media/image12.png"/><Relationship Id="rId27" Type="http://schemas.openxmlformats.org/officeDocument/2006/relationships/customXml" Target="../ink/ink13.xml"/><Relationship Id="rId43" Type="http://schemas.openxmlformats.org/officeDocument/2006/relationships/customXml" Target="../ink/ink21.xml"/><Relationship Id="rId48" Type="http://schemas.openxmlformats.org/officeDocument/2006/relationships/image" Target="../media/image25.png"/><Relationship Id="rId64" Type="http://schemas.openxmlformats.org/officeDocument/2006/relationships/image" Target="../media/image33.png"/><Relationship Id="rId69" Type="http://schemas.openxmlformats.org/officeDocument/2006/relationships/customXml" Target="../ink/ink34.xml"/><Relationship Id="rId8" Type="http://schemas.openxmlformats.org/officeDocument/2006/relationships/image" Target="../media/image5.png"/><Relationship Id="rId51" Type="http://schemas.openxmlformats.org/officeDocument/2006/relationships/customXml" Target="../ink/ink25.xml"/><Relationship Id="rId72" Type="http://schemas.openxmlformats.org/officeDocument/2006/relationships/image" Target="../media/image37.png"/><Relationship Id="rId80" Type="http://schemas.openxmlformats.org/officeDocument/2006/relationships/image" Target="../media/image41.png"/><Relationship Id="rId85" Type="http://schemas.openxmlformats.org/officeDocument/2006/relationships/customXml" Target="../ink/ink42.xml"/><Relationship Id="rId93" Type="http://schemas.openxmlformats.org/officeDocument/2006/relationships/image" Target="../media/image48.png"/><Relationship Id="rId3" Type="http://schemas.openxmlformats.org/officeDocument/2006/relationships/customXml" Target="../ink/ink1.xml"/><Relationship Id="rId12" Type="http://schemas.openxmlformats.org/officeDocument/2006/relationships/image" Target="../media/image7.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20.png"/><Relationship Id="rId46" Type="http://schemas.openxmlformats.org/officeDocument/2006/relationships/image" Target="../media/image24.png"/><Relationship Id="rId59" Type="http://schemas.openxmlformats.org/officeDocument/2006/relationships/customXml" Target="../ink/ink29.xml"/><Relationship Id="rId67" Type="http://schemas.openxmlformats.org/officeDocument/2006/relationships/customXml" Target="../ink/ink33.xml"/><Relationship Id="rId20" Type="http://schemas.openxmlformats.org/officeDocument/2006/relationships/image" Target="../media/image11.png"/><Relationship Id="rId41" Type="http://schemas.openxmlformats.org/officeDocument/2006/relationships/customXml" Target="../ink/ink20.xml"/><Relationship Id="rId54" Type="http://schemas.openxmlformats.org/officeDocument/2006/relationships/image" Target="../media/image28.png"/><Relationship Id="rId62" Type="http://schemas.openxmlformats.org/officeDocument/2006/relationships/image" Target="../media/image32.png"/><Relationship Id="rId70" Type="http://schemas.openxmlformats.org/officeDocument/2006/relationships/image" Target="../media/image36.png"/><Relationship Id="rId75" Type="http://schemas.openxmlformats.org/officeDocument/2006/relationships/customXml" Target="../ink/ink37.xml"/><Relationship Id="rId83" Type="http://schemas.openxmlformats.org/officeDocument/2006/relationships/customXml" Target="../ink/ink41.xml"/><Relationship Id="rId88" Type="http://schemas.openxmlformats.org/officeDocument/2006/relationships/image" Target="../media/image45.png"/><Relationship Id="rId91" Type="http://schemas.openxmlformats.org/officeDocument/2006/relationships/customXml" Target="../ink/ink45.xml"/><Relationship Id="rId1" Type="http://schemas.openxmlformats.org/officeDocument/2006/relationships/slideLayout" Target="../slideLayouts/slideLayout1.xml"/><Relationship Id="rId6" Type="http://schemas.openxmlformats.org/officeDocument/2006/relationships/image" Target="../media/image4.png"/><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15.png"/><Relationship Id="rId36" Type="http://schemas.openxmlformats.org/officeDocument/2006/relationships/image" Target="../media/image19.png"/><Relationship Id="rId49" Type="http://schemas.openxmlformats.org/officeDocument/2006/relationships/customXml" Target="../ink/ink24.xml"/><Relationship Id="rId57" Type="http://schemas.openxmlformats.org/officeDocument/2006/relationships/customXml" Target="../ink/ink28.xml"/><Relationship Id="rId10" Type="http://schemas.openxmlformats.org/officeDocument/2006/relationships/image" Target="../media/image6.png"/><Relationship Id="rId31" Type="http://schemas.openxmlformats.org/officeDocument/2006/relationships/customXml" Target="../ink/ink15.xml"/><Relationship Id="rId44" Type="http://schemas.openxmlformats.org/officeDocument/2006/relationships/image" Target="../media/image23.png"/><Relationship Id="rId52" Type="http://schemas.openxmlformats.org/officeDocument/2006/relationships/image" Target="../media/image27.png"/><Relationship Id="rId60" Type="http://schemas.openxmlformats.org/officeDocument/2006/relationships/image" Target="../media/image31.png"/><Relationship Id="rId65" Type="http://schemas.openxmlformats.org/officeDocument/2006/relationships/customXml" Target="../ink/ink32.xml"/><Relationship Id="rId73" Type="http://schemas.openxmlformats.org/officeDocument/2006/relationships/customXml" Target="../ink/ink36.xml"/><Relationship Id="rId78" Type="http://schemas.openxmlformats.org/officeDocument/2006/relationships/image" Target="../media/image40.png"/><Relationship Id="rId81" Type="http://schemas.openxmlformats.org/officeDocument/2006/relationships/customXml" Target="../ink/ink40.xml"/><Relationship Id="rId86" Type="http://schemas.openxmlformats.org/officeDocument/2006/relationships/image" Target="../media/image44.png"/><Relationship Id="rId4" Type="http://schemas.openxmlformats.org/officeDocument/2006/relationships/image" Target="../media/image3.png"/><Relationship Id="rId9" Type="http://schemas.openxmlformats.org/officeDocument/2006/relationships/customXml" Target="../ink/ink4.xml"/><Relationship Id="rId13" Type="http://schemas.openxmlformats.org/officeDocument/2006/relationships/customXml" Target="../ink/ink6.xml"/><Relationship Id="rId18" Type="http://schemas.openxmlformats.org/officeDocument/2006/relationships/image" Target="../media/image10.png"/><Relationship Id="rId39" Type="http://schemas.openxmlformats.org/officeDocument/2006/relationships/customXml" Target="../ink/ink19.xml"/><Relationship Id="rId34" Type="http://schemas.openxmlformats.org/officeDocument/2006/relationships/image" Target="../media/image18.png"/><Relationship Id="rId50" Type="http://schemas.openxmlformats.org/officeDocument/2006/relationships/image" Target="../media/image26.png"/><Relationship Id="rId55" Type="http://schemas.openxmlformats.org/officeDocument/2006/relationships/customXml" Target="../ink/ink27.xml"/><Relationship Id="rId76" Type="http://schemas.openxmlformats.org/officeDocument/2006/relationships/image" Target="../media/image39.png"/><Relationship Id="rId7" Type="http://schemas.openxmlformats.org/officeDocument/2006/relationships/customXml" Target="../ink/ink3.xml"/><Relationship Id="rId71" Type="http://schemas.openxmlformats.org/officeDocument/2006/relationships/customXml" Target="../ink/ink35.xml"/><Relationship Id="rId92" Type="http://schemas.openxmlformats.org/officeDocument/2006/relationships/image" Target="../media/image47.png"/><Relationship Id="rId2" Type="http://schemas.openxmlformats.org/officeDocument/2006/relationships/notesSlide" Target="../notesSlides/notesSlide1.xml"/><Relationship Id="rId29" Type="http://schemas.openxmlformats.org/officeDocument/2006/relationships/customXml" Target="../ink/ink14.xml"/><Relationship Id="rId24" Type="http://schemas.openxmlformats.org/officeDocument/2006/relationships/image" Target="../media/image13.png"/><Relationship Id="rId40" Type="http://schemas.openxmlformats.org/officeDocument/2006/relationships/image" Target="../media/image21.png"/><Relationship Id="rId45" Type="http://schemas.openxmlformats.org/officeDocument/2006/relationships/customXml" Target="../ink/ink22.xml"/><Relationship Id="rId66" Type="http://schemas.openxmlformats.org/officeDocument/2006/relationships/image" Target="../media/image34.png"/><Relationship Id="rId87" Type="http://schemas.openxmlformats.org/officeDocument/2006/relationships/customXml" Target="../ink/ink43.xml"/><Relationship Id="rId61" Type="http://schemas.openxmlformats.org/officeDocument/2006/relationships/customXml" Target="../ink/ink30.xml"/><Relationship Id="rId82" Type="http://schemas.openxmlformats.org/officeDocument/2006/relationships/image" Target="../media/image42.png"/><Relationship Id="rId19" Type="http://schemas.openxmlformats.org/officeDocument/2006/relationships/customXml" Target="../ink/ink9.xml"/><Relationship Id="rId14" Type="http://schemas.openxmlformats.org/officeDocument/2006/relationships/image" Target="../media/image8.png"/><Relationship Id="rId30" Type="http://schemas.openxmlformats.org/officeDocument/2006/relationships/image" Target="../media/image16.png"/><Relationship Id="rId35" Type="http://schemas.openxmlformats.org/officeDocument/2006/relationships/customXml" Target="../ink/ink17.xml"/><Relationship Id="rId56" Type="http://schemas.openxmlformats.org/officeDocument/2006/relationships/image" Target="../media/image29.png"/><Relationship Id="rId77" Type="http://schemas.openxmlformats.org/officeDocument/2006/relationships/customXml" Target="../ink/ink38.xml"/></Relationships>
</file>

<file path=ppt/slides/_rels/slide2.xml.rels><?xml version="1.0" encoding="UTF-8" standalone="yes"?>
<Relationships xmlns="http://schemas.openxmlformats.org/package/2006/relationships"><Relationship Id="rId26" Type="http://schemas.openxmlformats.org/officeDocument/2006/relationships/customXml" Target="../ink/ink57.xml"/><Relationship Id="rId21" Type="http://schemas.openxmlformats.org/officeDocument/2006/relationships/image" Target="../media/image57.png"/><Relationship Id="rId42" Type="http://schemas.openxmlformats.org/officeDocument/2006/relationships/customXml" Target="../ink/ink65.xml"/><Relationship Id="rId47" Type="http://schemas.openxmlformats.org/officeDocument/2006/relationships/image" Target="../media/image70.png"/><Relationship Id="rId63" Type="http://schemas.openxmlformats.org/officeDocument/2006/relationships/image" Target="../media/image78.png"/><Relationship Id="rId68" Type="http://schemas.openxmlformats.org/officeDocument/2006/relationships/customXml" Target="../ink/ink78.xml"/><Relationship Id="rId7" Type="http://schemas.openxmlformats.org/officeDocument/2006/relationships/image" Target="../media/image50.png"/><Relationship Id="rId2" Type="http://schemas.openxmlformats.org/officeDocument/2006/relationships/slideLayout" Target="../slideLayouts/slideLayout12.xml"/><Relationship Id="rId16" Type="http://schemas.openxmlformats.org/officeDocument/2006/relationships/customXml" Target="../ink/ink52.xml"/><Relationship Id="rId29" Type="http://schemas.openxmlformats.org/officeDocument/2006/relationships/image" Target="../media/image61.png"/><Relationship Id="rId11" Type="http://schemas.openxmlformats.org/officeDocument/2006/relationships/image" Target="../media/image52.png"/><Relationship Id="rId24" Type="http://schemas.openxmlformats.org/officeDocument/2006/relationships/customXml" Target="../ink/ink56.xml"/><Relationship Id="rId32" Type="http://schemas.openxmlformats.org/officeDocument/2006/relationships/customXml" Target="../ink/ink60.xml"/><Relationship Id="rId37" Type="http://schemas.openxmlformats.org/officeDocument/2006/relationships/image" Target="../media/image65.png"/><Relationship Id="rId40" Type="http://schemas.openxmlformats.org/officeDocument/2006/relationships/customXml" Target="../ink/ink64.xml"/><Relationship Id="rId45" Type="http://schemas.openxmlformats.org/officeDocument/2006/relationships/image" Target="../media/image69.png"/><Relationship Id="rId53" Type="http://schemas.openxmlformats.org/officeDocument/2006/relationships/image" Target="../media/image73.png"/><Relationship Id="rId58" Type="http://schemas.openxmlformats.org/officeDocument/2006/relationships/customXml" Target="../ink/ink73.xml"/><Relationship Id="rId66" Type="http://schemas.openxmlformats.org/officeDocument/2006/relationships/customXml" Target="../ink/ink77.xml"/><Relationship Id="rId5" Type="http://schemas.openxmlformats.org/officeDocument/2006/relationships/image" Target="../media/image49.png"/><Relationship Id="rId61" Type="http://schemas.openxmlformats.org/officeDocument/2006/relationships/image" Target="../media/image77.png"/><Relationship Id="rId19" Type="http://schemas.openxmlformats.org/officeDocument/2006/relationships/image" Target="../media/image56.png"/><Relationship Id="rId14" Type="http://schemas.openxmlformats.org/officeDocument/2006/relationships/customXml" Target="../ink/ink51.xml"/><Relationship Id="rId22" Type="http://schemas.openxmlformats.org/officeDocument/2006/relationships/customXml" Target="../ink/ink55.xml"/><Relationship Id="rId27" Type="http://schemas.openxmlformats.org/officeDocument/2006/relationships/image" Target="../media/image60.png"/><Relationship Id="rId30" Type="http://schemas.openxmlformats.org/officeDocument/2006/relationships/customXml" Target="../ink/ink59.xml"/><Relationship Id="rId35" Type="http://schemas.openxmlformats.org/officeDocument/2006/relationships/image" Target="../media/image64.png"/><Relationship Id="rId43" Type="http://schemas.openxmlformats.org/officeDocument/2006/relationships/image" Target="../media/image68.png"/><Relationship Id="rId48" Type="http://schemas.openxmlformats.org/officeDocument/2006/relationships/customXml" Target="../ink/ink68.xml"/><Relationship Id="rId56" Type="http://schemas.openxmlformats.org/officeDocument/2006/relationships/customXml" Target="../ink/ink72.xml"/><Relationship Id="rId64" Type="http://schemas.openxmlformats.org/officeDocument/2006/relationships/customXml" Target="../ink/ink76.xml"/><Relationship Id="rId69" Type="http://schemas.openxmlformats.org/officeDocument/2006/relationships/image" Target="../media/image81.png"/><Relationship Id="rId8" Type="http://schemas.openxmlformats.org/officeDocument/2006/relationships/customXml" Target="../ink/ink48.xml"/><Relationship Id="rId51" Type="http://schemas.openxmlformats.org/officeDocument/2006/relationships/image" Target="../media/image72.png"/><Relationship Id="rId3" Type="http://schemas.openxmlformats.org/officeDocument/2006/relationships/notesSlide" Target="../notesSlides/notesSlide2.xml"/><Relationship Id="rId12" Type="http://schemas.openxmlformats.org/officeDocument/2006/relationships/customXml" Target="../ink/ink50.xml"/><Relationship Id="rId17" Type="http://schemas.openxmlformats.org/officeDocument/2006/relationships/image" Target="../media/image55.png"/><Relationship Id="rId25" Type="http://schemas.openxmlformats.org/officeDocument/2006/relationships/image" Target="../media/image59.png"/><Relationship Id="rId33" Type="http://schemas.openxmlformats.org/officeDocument/2006/relationships/image" Target="../media/image63.png"/><Relationship Id="rId38" Type="http://schemas.openxmlformats.org/officeDocument/2006/relationships/customXml" Target="../ink/ink63.xml"/><Relationship Id="rId46" Type="http://schemas.openxmlformats.org/officeDocument/2006/relationships/customXml" Target="../ink/ink67.xml"/><Relationship Id="rId59" Type="http://schemas.openxmlformats.org/officeDocument/2006/relationships/image" Target="../media/image76.png"/><Relationship Id="rId67" Type="http://schemas.openxmlformats.org/officeDocument/2006/relationships/image" Target="../media/image80.png"/><Relationship Id="rId20" Type="http://schemas.openxmlformats.org/officeDocument/2006/relationships/customXml" Target="../ink/ink54.xml"/><Relationship Id="rId41" Type="http://schemas.openxmlformats.org/officeDocument/2006/relationships/image" Target="../media/image67.png"/><Relationship Id="rId54" Type="http://schemas.openxmlformats.org/officeDocument/2006/relationships/customXml" Target="../ink/ink71.xml"/><Relationship Id="rId62" Type="http://schemas.openxmlformats.org/officeDocument/2006/relationships/customXml" Target="../ink/ink75.xml"/><Relationship Id="rId70" Type="http://schemas.openxmlformats.org/officeDocument/2006/relationships/image" Target="../media/image48.png"/><Relationship Id="rId1" Type="http://schemas.openxmlformats.org/officeDocument/2006/relationships/tags" Target="../tags/tag1.xml"/><Relationship Id="rId6" Type="http://schemas.openxmlformats.org/officeDocument/2006/relationships/customXml" Target="../ink/ink47.xml"/><Relationship Id="rId15" Type="http://schemas.openxmlformats.org/officeDocument/2006/relationships/image" Target="../media/image54.png"/><Relationship Id="rId23" Type="http://schemas.openxmlformats.org/officeDocument/2006/relationships/image" Target="../media/image58.png"/><Relationship Id="rId28" Type="http://schemas.openxmlformats.org/officeDocument/2006/relationships/customXml" Target="../ink/ink58.xml"/><Relationship Id="rId36" Type="http://schemas.openxmlformats.org/officeDocument/2006/relationships/customXml" Target="../ink/ink62.xml"/><Relationship Id="rId49" Type="http://schemas.openxmlformats.org/officeDocument/2006/relationships/image" Target="../media/image71.png"/><Relationship Id="rId57" Type="http://schemas.openxmlformats.org/officeDocument/2006/relationships/image" Target="../media/image75.png"/><Relationship Id="rId10" Type="http://schemas.openxmlformats.org/officeDocument/2006/relationships/customXml" Target="../ink/ink49.xml"/><Relationship Id="rId31" Type="http://schemas.openxmlformats.org/officeDocument/2006/relationships/image" Target="../media/image62.png"/><Relationship Id="rId44" Type="http://schemas.openxmlformats.org/officeDocument/2006/relationships/customXml" Target="../ink/ink66.xml"/><Relationship Id="rId52" Type="http://schemas.openxmlformats.org/officeDocument/2006/relationships/customXml" Target="../ink/ink70.xml"/><Relationship Id="rId60" Type="http://schemas.openxmlformats.org/officeDocument/2006/relationships/customXml" Target="../ink/ink74.xml"/><Relationship Id="rId65" Type="http://schemas.openxmlformats.org/officeDocument/2006/relationships/image" Target="../media/image79.png"/><Relationship Id="rId4" Type="http://schemas.openxmlformats.org/officeDocument/2006/relationships/customXml" Target="../ink/ink46.xml"/><Relationship Id="rId9" Type="http://schemas.openxmlformats.org/officeDocument/2006/relationships/image" Target="../media/image51.png"/><Relationship Id="rId13" Type="http://schemas.openxmlformats.org/officeDocument/2006/relationships/image" Target="../media/image53.png"/><Relationship Id="rId18" Type="http://schemas.openxmlformats.org/officeDocument/2006/relationships/customXml" Target="../ink/ink53.xml"/><Relationship Id="rId39" Type="http://schemas.openxmlformats.org/officeDocument/2006/relationships/image" Target="../media/image66.png"/><Relationship Id="rId34" Type="http://schemas.openxmlformats.org/officeDocument/2006/relationships/customXml" Target="../ink/ink61.xml"/><Relationship Id="rId50" Type="http://schemas.openxmlformats.org/officeDocument/2006/relationships/customXml" Target="../ink/ink69.xml"/><Relationship Id="rId55" Type="http://schemas.openxmlformats.org/officeDocument/2006/relationships/image" Target="../media/image74.png"/></Relationships>
</file>

<file path=ppt/slides/_rels/slide3.xml.rels><?xml version="1.0" encoding="UTF-8" standalone="yes"?>
<Relationships xmlns="http://schemas.openxmlformats.org/package/2006/relationships"><Relationship Id="rId8" Type="http://schemas.openxmlformats.org/officeDocument/2006/relationships/image" Target="../media/image84.png"/><Relationship Id="rId13" Type="http://schemas.openxmlformats.org/officeDocument/2006/relationships/customXml" Target="../ink/ink84.xml"/><Relationship Id="rId18" Type="http://schemas.openxmlformats.org/officeDocument/2006/relationships/image" Target="../media/image89.png"/><Relationship Id="rId26" Type="http://schemas.openxmlformats.org/officeDocument/2006/relationships/image" Target="../media/image93.png"/><Relationship Id="rId3" Type="http://schemas.openxmlformats.org/officeDocument/2006/relationships/customXml" Target="../ink/ink79.xml"/><Relationship Id="rId21" Type="http://schemas.openxmlformats.org/officeDocument/2006/relationships/customXml" Target="../ink/ink88.xml"/><Relationship Id="rId7" Type="http://schemas.openxmlformats.org/officeDocument/2006/relationships/customXml" Target="../ink/ink81.xml"/><Relationship Id="rId12" Type="http://schemas.openxmlformats.org/officeDocument/2006/relationships/image" Target="../media/image86.png"/><Relationship Id="rId17" Type="http://schemas.openxmlformats.org/officeDocument/2006/relationships/customXml" Target="../ink/ink86.xml"/><Relationship Id="rId25" Type="http://schemas.openxmlformats.org/officeDocument/2006/relationships/customXml" Target="../ink/ink90.xml"/><Relationship Id="rId2" Type="http://schemas.openxmlformats.org/officeDocument/2006/relationships/notesSlide" Target="../notesSlides/notesSlide3.xml"/><Relationship Id="rId16" Type="http://schemas.openxmlformats.org/officeDocument/2006/relationships/image" Target="../media/image88.png"/><Relationship Id="rId20"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83.png"/><Relationship Id="rId11" Type="http://schemas.openxmlformats.org/officeDocument/2006/relationships/customXml" Target="../ink/ink83.xml"/><Relationship Id="rId24" Type="http://schemas.openxmlformats.org/officeDocument/2006/relationships/image" Target="../media/image92.png"/><Relationship Id="rId5" Type="http://schemas.openxmlformats.org/officeDocument/2006/relationships/customXml" Target="../ink/ink80.xml"/><Relationship Id="rId15" Type="http://schemas.openxmlformats.org/officeDocument/2006/relationships/customXml" Target="../ink/ink85.xml"/><Relationship Id="rId23" Type="http://schemas.openxmlformats.org/officeDocument/2006/relationships/customXml" Target="../ink/ink89.xml"/><Relationship Id="rId10" Type="http://schemas.openxmlformats.org/officeDocument/2006/relationships/image" Target="../media/image85.png"/><Relationship Id="rId19" Type="http://schemas.openxmlformats.org/officeDocument/2006/relationships/customXml" Target="../ink/ink87.xml"/><Relationship Id="rId4" Type="http://schemas.openxmlformats.org/officeDocument/2006/relationships/image" Target="../media/image82.png"/><Relationship Id="rId9" Type="http://schemas.openxmlformats.org/officeDocument/2006/relationships/customXml" Target="../ink/ink82.xml"/><Relationship Id="rId14" Type="http://schemas.openxmlformats.org/officeDocument/2006/relationships/image" Target="../media/image87.png"/><Relationship Id="rId22" Type="http://schemas.openxmlformats.org/officeDocument/2006/relationships/image" Target="../media/image91.png"/><Relationship Id="rId27" Type="http://schemas.openxmlformats.org/officeDocument/2006/relationships/image" Target="../media/image48.png"/></Relationships>
</file>

<file path=ppt/slides/_rels/slide4.xml.rels><?xml version="1.0" encoding="UTF-8" standalone="yes"?>
<Relationships xmlns="http://schemas.openxmlformats.org/package/2006/relationships"><Relationship Id="rId3" Type="http://schemas.openxmlformats.org/officeDocument/2006/relationships/image" Target="../media/image94.png"/><Relationship Id="rId7" Type="http://schemas.openxmlformats.org/officeDocument/2006/relationships/image" Target="../media/image4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96.svg"/><Relationship Id="rId4" Type="http://schemas.openxmlformats.org/officeDocument/2006/relationships/image" Target="../media/image95.png"/></Relationships>
</file>

<file path=ppt/slides/_rels/slide5.xml.rels><?xml version="1.0" encoding="UTF-8" standalone="yes"?>
<Relationships xmlns="http://schemas.openxmlformats.org/package/2006/relationships"><Relationship Id="rId26" Type="http://schemas.openxmlformats.org/officeDocument/2006/relationships/image" Target="../media/image109.png"/><Relationship Id="rId21" Type="http://schemas.openxmlformats.org/officeDocument/2006/relationships/customXml" Target="../ink/ink100.xml"/><Relationship Id="rId42" Type="http://schemas.openxmlformats.org/officeDocument/2006/relationships/image" Target="../media/image117.png"/><Relationship Id="rId47" Type="http://schemas.openxmlformats.org/officeDocument/2006/relationships/customXml" Target="../ink/ink113.xml"/><Relationship Id="rId63" Type="http://schemas.openxmlformats.org/officeDocument/2006/relationships/customXml" Target="../ink/ink121.xml"/><Relationship Id="rId68" Type="http://schemas.openxmlformats.org/officeDocument/2006/relationships/image" Target="../media/image130.png"/><Relationship Id="rId84" Type="http://schemas.openxmlformats.org/officeDocument/2006/relationships/image" Target="../media/image138.png"/><Relationship Id="rId89" Type="http://schemas.openxmlformats.org/officeDocument/2006/relationships/customXml" Target="../ink/ink134.xml"/><Relationship Id="rId16" Type="http://schemas.openxmlformats.org/officeDocument/2006/relationships/image" Target="../media/image104.png"/><Relationship Id="rId11" Type="http://schemas.openxmlformats.org/officeDocument/2006/relationships/customXml" Target="../ink/ink95.xml"/><Relationship Id="rId32" Type="http://schemas.openxmlformats.org/officeDocument/2006/relationships/image" Target="../media/image112.png"/><Relationship Id="rId37" Type="http://schemas.openxmlformats.org/officeDocument/2006/relationships/customXml" Target="../ink/ink108.xml"/><Relationship Id="rId53" Type="http://schemas.openxmlformats.org/officeDocument/2006/relationships/customXml" Target="../ink/ink116.xml"/><Relationship Id="rId58" Type="http://schemas.openxmlformats.org/officeDocument/2006/relationships/image" Target="../media/image125.png"/><Relationship Id="rId74" Type="http://schemas.openxmlformats.org/officeDocument/2006/relationships/image" Target="../media/image133.png"/><Relationship Id="rId79" Type="http://schemas.openxmlformats.org/officeDocument/2006/relationships/customXml" Target="../ink/ink129.xml"/><Relationship Id="rId5" Type="http://schemas.openxmlformats.org/officeDocument/2006/relationships/customXml" Target="../ink/ink92.xml"/><Relationship Id="rId90" Type="http://schemas.openxmlformats.org/officeDocument/2006/relationships/image" Target="../media/image141.png"/><Relationship Id="rId14" Type="http://schemas.openxmlformats.org/officeDocument/2006/relationships/image" Target="../media/image103.png"/><Relationship Id="rId22" Type="http://schemas.openxmlformats.org/officeDocument/2006/relationships/image" Target="../media/image107.png"/><Relationship Id="rId27" Type="http://schemas.openxmlformats.org/officeDocument/2006/relationships/customXml" Target="../ink/ink103.xml"/><Relationship Id="rId30" Type="http://schemas.openxmlformats.org/officeDocument/2006/relationships/image" Target="../media/image111.png"/><Relationship Id="rId35" Type="http://schemas.openxmlformats.org/officeDocument/2006/relationships/customXml" Target="../ink/ink107.xml"/><Relationship Id="rId43" Type="http://schemas.openxmlformats.org/officeDocument/2006/relationships/customXml" Target="../ink/ink111.xml"/><Relationship Id="rId48" Type="http://schemas.openxmlformats.org/officeDocument/2006/relationships/image" Target="../media/image120.png"/><Relationship Id="rId56" Type="http://schemas.openxmlformats.org/officeDocument/2006/relationships/image" Target="../media/image124.png"/><Relationship Id="rId64" Type="http://schemas.openxmlformats.org/officeDocument/2006/relationships/image" Target="../media/image128.png"/><Relationship Id="rId69" Type="http://schemas.openxmlformats.org/officeDocument/2006/relationships/customXml" Target="../ink/ink124.xml"/><Relationship Id="rId77" Type="http://schemas.openxmlformats.org/officeDocument/2006/relationships/customXml" Target="../ink/ink128.xml"/><Relationship Id="rId8" Type="http://schemas.openxmlformats.org/officeDocument/2006/relationships/image" Target="../media/image100.png"/><Relationship Id="rId51" Type="http://schemas.openxmlformats.org/officeDocument/2006/relationships/customXml" Target="../ink/ink115.xml"/><Relationship Id="rId72" Type="http://schemas.openxmlformats.org/officeDocument/2006/relationships/image" Target="../media/image132.png"/><Relationship Id="rId80" Type="http://schemas.openxmlformats.org/officeDocument/2006/relationships/image" Target="../media/image136.png"/><Relationship Id="rId85" Type="http://schemas.openxmlformats.org/officeDocument/2006/relationships/customXml" Target="../ink/ink132.xml"/><Relationship Id="rId3" Type="http://schemas.openxmlformats.org/officeDocument/2006/relationships/customXml" Target="../ink/ink91.xml"/><Relationship Id="rId12" Type="http://schemas.openxmlformats.org/officeDocument/2006/relationships/image" Target="../media/image102.png"/><Relationship Id="rId17" Type="http://schemas.openxmlformats.org/officeDocument/2006/relationships/customXml" Target="../ink/ink98.xml"/><Relationship Id="rId25" Type="http://schemas.openxmlformats.org/officeDocument/2006/relationships/customXml" Target="../ink/ink102.xml"/><Relationship Id="rId33" Type="http://schemas.openxmlformats.org/officeDocument/2006/relationships/customXml" Target="../ink/ink106.xml"/><Relationship Id="rId38" Type="http://schemas.openxmlformats.org/officeDocument/2006/relationships/image" Target="../media/image115.png"/><Relationship Id="rId46" Type="http://schemas.openxmlformats.org/officeDocument/2006/relationships/image" Target="../media/image119.png"/><Relationship Id="rId59" Type="http://schemas.openxmlformats.org/officeDocument/2006/relationships/customXml" Target="../ink/ink119.xml"/><Relationship Id="rId67" Type="http://schemas.openxmlformats.org/officeDocument/2006/relationships/customXml" Target="../ink/ink123.xml"/><Relationship Id="rId20" Type="http://schemas.openxmlformats.org/officeDocument/2006/relationships/image" Target="../media/image106.png"/><Relationship Id="rId41" Type="http://schemas.openxmlformats.org/officeDocument/2006/relationships/customXml" Target="../ink/ink110.xml"/><Relationship Id="rId54" Type="http://schemas.openxmlformats.org/officeDocument/2006/relationships/image" Target="../media/image123.png"/><Relationship Id="rId62" Type="http://schemas.openxmlformats.org/officeDocument/2006/relationships/image" Target="../media/image127.png"/><Relationship Id="rId70" Type="http://schemas.openxmlformats.org/officeDocument/2006/relationships/image" Target="../media/image131.png"/><Relationship Id="rId75" Type="http://schemas.openxmlformats.org/officeDocument/2006/relationships/customXml" Target="../ink/ink127.xml"/><Relationship Id="rId83" Type="http://schemas.openxmlformats.org/officeDocument/2006/relationships/customXml" Target="../ink/ink131.xml"/><Relationship Id="rId88" Type="http://schemas.openxmlformats.org/officeDocument/2006/relationships/image" Target="../media/image140.png"/><Relationship Id="rId91"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99.png"/><Relationship Id="rId15" Type="http://schemas.openxmlformats.org/officeDocument/2006/relationships/customXml" Target="../ink/ink97.xml"/><Relationship Id="rId23" Type="http://schemas.openxmlformats.org/officeDocument/2006/relationships/customXml" Target="../ink/ink101.xml"/><Relationship Id="rId28" Type="http://schemas.openxmlformats.org/officeDocument/2006/relationships/image" Target="../media/image110.png"/><Relationship Id="rId36" Type="http://schemas.openxmlformats.org/officeDocument/2006/relationships/image" Target="../media/image114.png"/><Relationship Id="rId49" Type="http://schemas.openxmlformats.org/officeDocument/2006/relationships/customXml" Target="../ink/ink114.xml"/><Relationship Id="rId57" Type="http://schemas.openxmlformats.org/officeDocument/2006/relationships/customXml" Target="../ink/ink118.xml"/><Relationship Id="rId10" Type="http://schemas.openxmlformats.org/officeDocument/2006/relationships/image" Target="../media/image101.png"/><Relationship Id="rId31" Type="http://schemas.openxmlformats.org/officeDocument/2006/relationships/customXml" Target="../ink/ink105.xml"/><Relationship Id="rId44" Type="http://schemas.openxmlformats.org/officeDocument/2006/relationships/image" Target="../media/image118.png"/><Relationship Id="rId52" Type="http://schemas.openxmlformats.org/officeDocument/2006/relationships/image" Target="../media/image122.png"/><Relationship Id="rId60" Type="http://schemas.openxmlformats.org/officeDocument/2006/relationships/image" Target="../media/image126.png"/><Relationship Id="rId65" Type="http://schemas.openxmlformats.org/officeDocument/2006/relationships/customXml" Target="../ink/ink122.xml"/><Relationship Id="rId73" Type="http://schemas.openxmlformats.org/officeDocument/2006/relationships/customXml" Target="../ink/ink126.xml"/><Relationship Id="rId78" Type="http://schemas.openxmlformats.org/officeDocument/2006/relationships/image" Target="../media/image135.png"/><Relationship Id="rId81" Type="http://schemas.openxmlformats.org/officeDocument/2006/relationships/customXml" Target="../ink/ink130.xml"/><Relationship Id="rId86" Type="http://schemas.openxmlformats.org/officeDocument/2006/relationships/image" Target="../media/image139.png"/><Relationship Id="rId4" Type="http://schemas.openxmlformats.org/officeDocument/2006/relationships/image" Target="../media/image98.png"/><Relationship Id="rId9" Type="http://schemas.openxmlformats.org/officeDocument/2006/relationships/customXml" Target="../ink/ink94.xml"/><Relationship Id="rId13" Type="http://schemas.openxmlformats.org/officeDocument/2006/relationships/customXml" Target="../ink/ink96.xml"/><Relationship Id="rId18" Type="http://schemas.openxmlformats.org/officeDocument/2006/relationships/image" Target="../media/image105.png"/><Relationship Id="rId39" Type="http://schemas.openxmlformats.org/officeDocument/2006/relationships/customXml" Target="../ink/ink109.xml"/><Relationship Id="rId34" Type="http://schemas.openxmlformats.org/officeDocument/2006/relationships/image" Target="../media/image113.png"/><Relationship Id="rId50" Type="http://schemas.openxmlformats.org/officeDocument/2006/relationships/image" Target="../media/image121.png"/><Relationship Id="rId55" Type="http://schemas.openxmlformats.org/officeDocument/2006/relationships/customXml" Target="../ink/ink117.xml"/><Relationship Id="rId76" Type="http://schemas.openxmlformats.org/officeDocument/2006/relationships/image" Target="../media/image134.png"/><Relationship Id="rId7" Type="http://schemas.openxmlformats.org/officeDocument/2006/relationships/customXml" Target="../ink/ink93.xml"/><Relationship Id="rId71" Type="http://schemas.openxmlformats.org/officeDocument/2006/relationships/customXml" Target="../ink/ink125.xml"/><Relationship Id="rId2" Type="http://schemas.openxmlformats.org/officeDocument/2006/relationships/notesSlide" Target="../notesSlides/notesSlide5.xml"/><Relationship Id="rId29" Type="http://schemas.openxmlformats.org/officeDocument/2006/relationships/customXml" Target="../ink/ink104.xml"/><Relationship Id="rId24" Type="http://schemas.openxmlformats.org/officeDocument/2006/relationships/image" Target="../media/image108.png"/><Relationship Id="rId40" Type="http://schemas.openxmlformats.org/officeDocument/2006/relationships/image" Target="../media/image116.png"/><Relationship Id="rId45" Type="http://schemas.openxmlformats.org/officeDocument/2006/relationships/customXml" Target="../ink/ink112.xml"/><Relationship Id="rId66" Type="http://schemas.openxmlformats.org/officeDocument/2006/relationships/image" Target="../media/image129.png"/><Relationship Id="rId87" Type="http://schemas.openxmlformats.org/officeDocument/2006/relationships/customXml" Target="../ink/ink133.xml"/><Relationship Id="rId61" Type="http://schemas.openxmlformats.org/officeDocument/2006/relationships/customXml" Target="../ink/ink120.xml"/><Relationship Id="rId82" Type="http://schemas.openxmlformats.org/officeDocument/2006/relationships/image" Target="../media/image137.png"/><Relationship Id="rId19" Type="http://schemas.openxmlformats.org/officeDocument/2006/relationships/customXml" Target="../ink/ink99.xml"/></Relationships>
</file>

<file path=ppt/slides/_rels/slide6.xml.rels><?xml version="1.0" encoding="UTF-8" standalone="yes"?>
<Relationships xmlns="http://schemas.openxmlformats.org/package/2006/relationships"><Relationship Id="rId26" Type="http://schemas.openxmlformats.org/officeDocument/2006/relationships/customXml" Target="../ink/ink146.xml"/><Relationship Id="rId21" Type="http://schemas.openxmlformats.org/officeDocument/2006/relationships/image" Target="../media/image59.png"/><Relationship Id="rId42" Type="http://schemas.openxmlformats.org/officeDocument/2006/relationships/customXml" Target="../ink/ink154.xml"/><Relationship Id="rId47" Type="http://schemas.openxmlformats.org/officeDocument/2006/relationships/image" Target="../media/image77.png"/><Relationship Id="rId63" Type="http://schemas.openxmlformats.org/officeDocument/2006/relationships/image" Target="../media/image146.png"/><Relationship Id="rId68" Type="http://schemas.openxmlformats.org/officeDocument/2006/relationships/customXml" Target="../ink/ink166.xml"/><Relationship Id="rId84" Type="http://schemas.openxmlformats.org/officeDocument/2006/relationships/customXml" Target="../ink/ink174.xml"/><Relationship Id="rId89" Type="http://schemas.openxmlformats.org/officeDocument/2006/relationships/image" Target="../media/image159.png"/><Relationship Id="rId16" Type="http://schemas.openxmlformats.org/officeDocument/2006/relationships/customXml" Target="../ink/ink141.xml"/><Relationship Id="rId107" Type="http://schemas.openxmlformats.org/officeDocument/2006/relationships/image" Target="../media/image168.png"/><Relationship Id="rId11" Type="http://schemas.openxmlformats.org/officeDocument/2006/relationships/image" Target="../media/image54.png"/><Relationship Id="rId32" Type="http://schemas.openxmlformats.org/officeDocument/2006/relationships/customXml" Target="../ink/ink149.xml"/><Relationship Id="rId37" Type="http://schemas.openxmlformats.org/officeDocument/2006/relationships/image" Target="../media/image72.png"/><Relationship Id="rId53" Type="http://schemas.openxmlformats.org/officeDocument/2006/relationships/image" Target="../media/image80.png"/><Relationship Id="rId58" Type="http://schemas.openxmlformats.org/officeDocument/2006/relationships/customXml" Target="../ink/ink161.xml"/><Relationship Id="rId74" Type="http://schemas.openxmlformats.org/officeDocument/2006/relationships/customXml" Target="../ink/ink169.xml"/><Relationship Id="rId79" Type="http://schemas.openxmlformats.org/officeDocument/2006/relationships/image" Target="../media/image154.png"/><Relationship Id="rId102" Type="http://schemas.openxmlformats.org/officeDocument/2006/relationships/customXml" Target="../ink/ink183.xml"/><Relationship Id="rId5" Type="http://schemas.openxmlformats.org/officeDocument/2006/relationships/image" Target="../media/image49.png"/><Relationship Id="rId90" Type="http://schemas.openxmlformats.org/officeDocument/2006/relationships/customXml" Target="../ink/ink177.xml"/><Relationship Id="rId95" Type="http://schemas.openxmlformats.org/officeDocument/2006/relationships/image" Target="../media/image162.png"/><Relationship Id="rId22" Type="http://schemas.openxmlformats.org/officeDocument/2006/relationships/customXml" Target="../ink/ink144.xml"/><Relationship Id="rId27" Type="http://schemas.openxmlformats.org/officeDocument/2006/relationships/image" Target="../media/image67.png"/><Relationship Id="rId43" Type="http://schemas.openxmlformats.org/officeDocument/2006/relationships/image" Target="../media/image75.png"/><Relationship Id="rId48" Type="http://schemas.openxmlformats.org/officeDocument/2006/relationships/customXml" Target="../ink/ink157.xml"/><Relationship Id="rId64" Type="http://schemas.openxmlformats.org/officeDocument/2006/relationships/customXml" Target="../ink/ink164.xml"/><Relationship Id="rId69" Type="http://schemas.openxmlformats.org/officeDocument/2006/relationships/image" Target="../media/image149.png"/><Relationship Id="rId80" Type="http://schemas.openxmlformats.org/officeDocument/2006/relationships/customXml" Target="../ink/ink172.xml"/><Relationship Id="rId85" Type="http://schemas.openxmlformats.org/officeDocument/2006/relationships/image" Target="../media/image157.png"/><Relationship Id="rId12" Type="http://schemas.openxmlformats.org/officeDocument/2006/relationships/customXml" Target="../ink/ink139.xml"/><Relationship Id="rId17" Type="http://schemas.openxmlformats.org/officeDocument/2006/relationships/image" Target="../media/image57.png"/><Relationship Id="rId33" Type="http://schemas.openxmlformats.org/officeDocument/2006/relationships/image" Target="../media/image70.png"/><Relationship Id="rId38" Type="http://schemas.openxmlformats.org/officeDocument/2006/relationships/customXml" Target="../ink/ink152.xml"/><Relationship Id="rId59" Type="http://schemas.openxmlformats.org/officeDocument/2006/relationships/image" Target="../media/image144.png"/><Relationship Id="rId103" Type="http://schemas.openxmlformats.org/officeDocument/2006/relationships/image" Target="../media/image166.png"/><Relationship Id="rId108" Type="http://schemas.openxmlformats.org/officeDocument/2006/relationships/image" Target="../media/image48.png"/><Relationship Id="rId20" Type="http://schemas.openxmlformats.org/officeDocument/2006/relationships/customXml" Target="../ink/ink143.xml"/><Relationship Id="rId41" Type="http://schemas.openxmlformats.org/officeDocument/2006/relationships/image" Target="../media/image74.png"/><Relationship Id="rId54" Type="http://schemas.openxmlformats.org/officeDocument/2006/relationships/customXml" Target="../ink/ink160.xml"/><Relationship Id="rId62" Type="http://schemas.openxmlformats.org/officeDocument/2006/relationships/customXml" Target="../ink/ink163.xml"/><Relationship Id="rId70" Type="http://schemas.openxmlformats.org/officeDocument/2006/relationships/customXml" Target="../ink/ink167.xml"/><Relationship Id="rId75" Type="http://schemas.openxmlformats.org/officeDocument/2006/relationships/image" Target="../media/image152.png"/><Relationship Id="rId83" Type="http://schemas.openxmlformats.org/officeDocument/2006/relationships/image" Target="../media/image156.png"/><Relationship Id="rId88" Type="http://schemas.openxmlformats.org/officeDocument/2006/relationships/customXml" Target="../ink/ink176.xml"/><Relationship Id="rId91" Type="http://schemas.openxmlformats.org/officeDocument/2006/relationships/image" Target="../media/image160.png"/><Relationship Id="rId96" Type="http://schemas.openxmlformats.org/officeDocument/2006/relationships/customXml" Target="../ink/ink180.xml"/><Relationship Id="rId1" Type="http://schemas.openxmlformats.org/officeDocument/2006/relationships/tags" Target="../tags/tag2.xml"/><Relationship Id="rId6" Type="http://schemas.openxmlformats.org/officeDocument/2006/relationships/customXml" Target="../ink/ink136.xml"/><Relationship Id="rId15" Type="http://schemas.openxmlformats.org/officeDocument/2006/relationships/image" Target="../media/image56.png"/><Relationship Id="rId23" Type="http://schemas.openxmlformats.org/officeDocument/2006/relationships/image" Target="../media/image60.png"/><Relationship Id="rId28" Type="http://schemas.openxmlformats.org/officeDocument/2006/relationships/customXml" Target="../ink/ink147.xml"/><Relationship Id="rId36" Type="http://schemas.openxmlformats.org/officeDocument/2006/relationships/customXml" Target="../ink/ink151.xml"/><Relationship Id="rId49" Type="http://schemas.openxmlformats.org/officeDocument/2006/relationships/image" Target="../media/image78.png"/><Relationship Id="rId57" Type="http://schemas.openxmlformats.org/officeDocument/2006/relationships/image" Target="../media/image143.svg"/><Relationship Id="rId106" Type="http://schemas.openxmlformats.org/officeDocument/2006/relationships/customXml" Target="../ink/ink185.xml"/><Relationship Id="rId10" Type="http://schemas.openxmlformats.org/officeDocument/2006/relationships/customXml" Target="../ink/ink138.xml"/><Relationship Id="rId31" Type="http://schemas.openxmlformats.org/officeDocument/2006/relationships/image" Target="../media/image69.png"/><Relationship Id="rId44" Type="http://schemas.openxmlformats.org/officeDocument/2006/relationships/customXml" Target="../ink/ink155.xml"/><Relationship Id="rId52" Type="http://schemas.openxmlformats.org/officeDocument/2006/relationships/customXml" Target="../ink/ink159.xml"/><Relationship Id="rId60" Type="http://schemas.openxmlformats.org/officeDocument/2006/relationships/customXml" Target="../ink/ink162.xml"/><Relationship Id="rId65" Type="http://schemas.openxmlformats.org/officeDocument/2006/relationships/image" Target="../media/image147.png"/><Relationship Id="rId73" Type="http://schemas.openxmlformats.org/officeDocument/2006/relationships/image" Target="../media/image151.png"/><Relationship Id="rId78" Type="http://schemas.openxmlformats.org/officeDocument/2006/relationships/customXml" Target="../ink/ink171.xml"/><Relationship Id="rId81" Type="http://schemas.openxmlformats.org/officeDocument/2006/relationships/image" Target="../media/image155.png"/><Relationship Id="rId86" Type="http://schemas.openxmlformats.org/officeDocument/2006/relationships/customXml" Target="../ink/ink175.xml"/><Relationship Id="rId94" Type="http://schemas.openxmlformats.org/officeDocument/2006/relationships/customXml" Target="../ink/ink179.xml"/><Relationship Id="rId99" Type="http://schemas.openxmlformats.org/officeDocument/2006/relationships/image" Target="../media/image164.png"/><Relationship Id="rId101" Type="http://schemas.openxmlformats.org/officeDocument/2006/relationships/image" Target="../media/image165.png"/><Relationship Id="rId4" Type="http://schemas.openxmlformats.org/officeDocument/2006/relationships/customXml" Target="../ink/ink135.xml"/><Relationship Id="rId9" Type="http://schemas.openxmlformats.org/officeDocument/2006/relationships/image" Target="../media/image53.png"/><Relationship Id="rId13" Type="http://schemas.openxmlformats.org/officeDocument/2006/relationships/image" Target="../media/image55.png"/><Relationship Id="rId18" Type="http://schemas.openxmlformats.org/officeDocument/2006/relationships/customXml" Target="../ink/ink142.xml"/><Relationship Id="rId39" Type="http://schemas.openxmlformats.org/officeDocument/2006/relationships/image" Target="../media/image73.png"/><Relationship Id="rId34" Type="http://schemas.openxmlformats.org/officeDocument/2006/relationships/customXml" Target="../ink/ink150.xml"/><Relationship Id="rId50" Type="http://schemas.openxmlformats.org/officeDocument/2006/relationships/customXml" Target="../ink/ink158.xml"/><Relationship Id="rId55" Type="http://schemas.openxmlformats.org/officeDocument/2006/relationships/image" Target="../media/image81.png"/><Relationship Id="rId76" Type="http://schemas.openxmlformats.org/officeDocument/2006/relationships/customXml" Target="../ink/ink170.xml"/><Relationship Id="rId97" Type="http://schemas.openxmlformats.org/officeDocument/2006/relationships/image" Target="../media/image163.png"/><Relationship Id="rId104" Type="http://schemas.openxmlformats.org/officeDocument/2006/relationships/customXml" Target="../ink/ink184.xml"/><Relationship Id="rId7" Type="http://schemas.openxmlformats.org/officeDocument/2006/relationships/image" Target="../media/image50.png"/><Relationship Id="rId71" Type="http://schemas.openxmlformats.org/officeDocument/2006/relationships/image" Target="../media/image150.png"/><Relationship Id="rId92" Type="http://schemas.openxmlformats.org/officeDocument/2006/relationships/customXml" Target="../ink/ink178.xml"/><Relationship Id="rId2" Type="http://schemas.openxmlformats.org/officeDocument/2006/relationships/slideLayout" Target="../slideLayouts/slideLayout12.xml"/><Relationship Id="rId29" Type="http://schemas.openxmlformats.org/officeDocument/2006/relationships/image" Target="../media/image68.png"/><Relationship Id="rId24" Type="http://schemas.openxmlformats.org/officeDocument/2006/relationships/customXml" Target="../ink/ink145.xml"/><Relationship Id="rId40" Type="http://schemas.openxmlformats.org/officeDocument/2006/relationships/customXml" Target="../ink/ink153.xml"/><Relationship Id="rId45" Type="http://schemas.openxmlformats.org/officeDocument/2006/relationships/image" Target="../media/image76.png"/><Relationship Id="rId66" Type="http://schemas.openxmlformats.org/officeDocument/2006/relationships/customXml" Target="../ink/ink165.xml"/><Relationship Id="rId87" Type="http://schemas.openxmlformats.org/officeDocument/2006/relationships/image" Target="../media/image158.png"/><Relationship Id="rId61" Type="http://schemas.openxmlformats.org/officeDocument/2006/relationships/image" Target="../media/image145.png"/><Relationship Id="rId82" Type="http://schemas.openxmlformats.org/officeDocument/2006/relationships/customXml" Target="../ink/ink173.xml"/><Relationship Id="rId19" Type="http://schemas.openxmlformats.org/officeDocument/2006/relationships/image" Target="../media/image58.png"/><Relationship Id="rId14" Type="http://schemas.openxmlformats.org/officeDocument/2006/relationships/customXml" Target="../ink/ink140.xml"/><Relationship Id="rId30" Type="http://schemas.openxmlformats.org/officeDocument/2006/relationships/customXml" Target="../ink/ink148.xml"/><Relationship Id="rId35" Type="http://schemas.openxmlformats.org/officeDocument/2006/relationships/image" Target="../media/image71.png"/><Relationship Id="rId56" Type="http://schemas.openxmlformats.org/officeDocument/2006/relationships/image" Target="../media/image142.png"/><Relationship Id="rId77" Type="http://schemas.openxmlformats.org/officeDocument/2006/relationships/image" Target="../media/image153.png"/><Relationship Id="rId100" Type="http://schemas.openxmlformats.org/officeDocument/2006/relationships/customXml" Target="../ink/ink182.xml"/><Relationship Id="rId105" Type="http://schemas.openxmlformats.org/officeDocument/2006/relationships/image" Target="../media/image167.png"/><Relationship Id="rId8" Type="http://schemas.openxmlformats.org/officeDocument/2006/relationships/customXml" Target="../ink/ink137.xml"/><Relationship Id="rId51" Type="http://schemas.openxmlformats.org/officeDocument/2006/relationships/image" Target="../media/image79.png"/><Relationship Id="rId72" Type="http://schemas.openxmlformats.org/officeDocument/2006/relationships/customXml" Target="../ink/ink168.xml"/><Relationship Id="rId93" Type="http://schemas.openxmlformats.org/officeDocument/2006/relationships/image" Target="../media/image161.png"/><Relationship Id="rId98" Type="http://schemas.openxmlformats.org/officeDocument/2006/relationships/customXml" Target="../ink/ink181.xml"/><Relationship Id="rId3" Type="http://schemas.openxmlformats.org/officeDocument/2006/relationships/notesSlide" Target="../notesSlides/notesSlide6.xml"/><Relationship Id="rId25" Type="http://schemas.openxmlformats.org/officeDocument/2006/relationships/image" Target="../media/image64.png"/><Relationship Id="rId46" Type="http://schemas.openxmlformats.org/officeDocument/2006/relationships/customXml" Target="../ink/ink156.xml"/><Relationship Id="rId67" Type="http://schemas.openxmlformats.org/officeDocument/2006/relationships/image" Target="../media/image148.png"/></Relationships>
</file>

<file path=ppt/slides/_rels/slide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6" Type="http://schemas.openxmlformats.org/officeDocument/2006/relationships/customXml" Target="../ink/ink197.xml"/><Relationship Id="rId21" Type="http://schemas.openxmlformats.org/officeDocument/2006/relationships/image" Target="../media/image59.png"/><Relationship Id="rId42" Type="http://schemas.openxmlformats.org/officeDocument/2006/relationships/customXml" Target="../ink/ink205.xml"/><Relationship Id="rId47" Type="http://schemas.openxmlformats.org/officeDocument/2006/relationships/image" Target="../media/image77.png"/><Relationship Id="rId63" Type="http://schemas.openxmlformats.org/officeDocument/2006/relationships/image" Target="../media/image171.png"/><Relationship Id="rId68" Type="http://schemas.openxmlformats.org/officeDocument/2006/relationships/customXml" Target="../ink/ink218.xml"/><Relationship Id="rId84" Type="http://schemas.openxmlformats.org/officeDocument/2006/relationships/customXml" Target="../ink/ink226.xml"/><Relationship Id="rId89" Type="http://schemas.openxmlformats.org/officeDocument/2006/relationships/image" Target="../media/image162.png"/><Relationship Id="rId16" Type="http://schemas.openxmlformats.org/officeDocument/2006/relationships/customXml" Target="../ink/ink192.xml"/><Relationship Id="rId107" Type="http://schemas.openxmlformats.org/officeDocument/2006/relationships/image" Target="../media/image176.png"/><Relationship Id="rId11" Type="http://schemas.openxmlformats.org/officeDocument/2006/relationships/image" Target="../media/image54.png"/><Relationship Id="rId32" Type="http://schemas.openxmlformats.org/officeDocument/2006/relationships/customXml" Target="../ink/ink200.xml"/><Relationship Id="rId37" Type="http://schemas.openxmlformats.org/officeDocument/2006/relationships/image" Target="../media/image72.png"/><Relationship Id="rId53" Type="http://schemas.openxmlformats.org/officeDocument/2006/relationships/image" Target="../media/image80.png"/><Relationship Id="rId58" Type="http://schemas.openxmlformats.org/officeDocument/2006/relationships/customXml" Target="../ink/ink213.xml"/><Relationship Id="rId74" Type="http://schemas.openxmlformats.org/officeDocument/2006/relationships/customXml" Target="../ink/ink221.xml"/><Relationship Id="rId79" Type="http://schemas.openxmlformats.org/officeDocument/2006/relationships/image" Target="../media/image155.png"/><Relationship Id="rId102" Type="http://schemas.openxmlformats.org/officeDocument/2006/relationships/customXml" Target="../ink/ink235.xml"/><Relationship Id="rId5" Type="http://schemas.openxmlformats.org/officeDocument/2006/relationships/image" Target="../media/image49.png"/><Relationship Id="rId90" Type="http://schemas.openxmlformats.org/officeDocument/2006/relationships/customXml" Target="../ink/ink229.xml"/><Relationship Id="rId95" Type="http://schemas.openxmlformats.org/officeDocument/2006/relationships/image" Target="../media/image165.png"/><Relationship Id="rId22" Type="http://schemas.openxmlformats.org/officeDocument/2006/relationships/customXml" Target="../ink/ink195.xml"/><Relationship Id="rId27" Type="http://schemas.openxmlformats.org/officeDocument/2006/relationships/image" Target="../media/image67.png"/><Relationship Id="rId43" Type="http://schemas.openxmlformats.org/officeDocument/2006/relationships/image" Target="../media/image75.png"/><Relationship Id="rId48" Type="http://schemas.openxmlformats.org/officeDocument/2006/relationships/customXml" Target="../ink/ink208.xml"/><Relationship Id="rId64" Type="http://schemas.openxmlformats.org/officeDocument/2006/relationships/customXml" Target="../ink/ink216.xml"/><Relationship Id="rId69" Type="http://schemas.openxmlformats.org/officeDocument/2006/relationships/image" Target="../media/image150.png"/><Relationship Id="rId80" Type="http://schemas.openxmlformats.org/officeDocument/2006/relationships/customXml" Target="../ink/ink224.xml"/><Relationship Id="rId85" Type="http://schemas.openxmlformats.org/officeDocument/2006/relationships/image" Target="../media/image160.png"/><Relationship Id="rId12" Type="http://schemas.openxmlformats.org/officeDocument/2006/relationships/customXml" Target="../ink/ink190.xml"/><Relationship Id="rId17" Type="http://schemas.openxmlformats.org/officeDocument/2006/relationships/image" Target="../media/image57.png"/><Relationship Id="rId33" Type="http://schemas.openxmlformats.org/officeDocument/2006/relationships/image" Target="../media/image70.png"/><Relationship Id="rId38" Type="http://schemas.openxmlformats.org/officeDocument/2006/relationships/customXml" Target="../ink/ink203.xml"/><Relationship Id="rId59" Type="http://schemas.openxmlformats.org/officeDocument/2006/relationships/image" Target="../media/image169.png"/><Relationship Id="rId103" Type="http://schemas.openxmlformats.org/officeDocument/2006/relationships/image" Target="../media/image174.png"/><Relationship Id="rId108" Type="http://schemas.openxmlformats.org/officeDocument/2006/relationships/image" Target="../media/image177.png"/><Relationship Id="rId54" Type="http://schemas.openxmlformats.org/officeDocument/2006/relationships/customXml" Target="../ink/ink211.xml"/><Relationship Id="rId70" Type="http://schemas.openxmlformats.org/officeDocument/2006/relationships/customXml" Target="../ink/ink219.xml"/><Relationship Id="rId75" Type="http://schemas.openxmlformats.org/officeDocument/2006/relationships/image" Target="../media/image153.png"/><Relationship Id="rId91" Type="http://schemas.openxmlformats.org/officeDocument/2006/relationships/image" Target="../media/image163.png"/><Relationship Id="rId96" Type="http://schemas.openxmlformats.org/officeDocument/2006/relationships/customXml" Target="../ink/ink232.xml"/><Relationship Id="rId1" Type="http://schemas.openxmlformats.org/officeDocument/2006/relationships/tags" Target="../tags/tag3.xml"/><Relationship Id="rId6" Type="http://schemas.openxmlformats.org/officeDocument/2006/relationships/customXml" Target="../ink/ink187.xml"/><Relationship Id="rId15" Type="http://schemas.openxmlformats.org/officeDocument/2006/relationships/image" Target="../media/image56.png"/><Relationship Id="rId23" Type="http://schemas.openxmlformats.org/officeDocument/2006/relationships/image" Target="../media/image60.png"/><Relationship Id="rId28" Type="http://schemas.openxmlformats.org/officeDocument/2006/relationships/customXml" Target="../ink/ink198.xml"/><Relationship Id="rId36" Type="http://schemas.openxmlformats.org/officeDocument/2006/relationships/customXml" Target="../ink/ink202.xml"/><Relationship Id="rId49" Type="http://schemas.openxmlformats.org/officeDocument/2006/relationships/image" Target="../media/image78.png"/><Relationship Id="rId57" Type="http://schemas.openxmlformats.org/officeDocument/2006/relationships/image" Target="../media/image144.png"/><Relationship Id="rId106" Type="http://schemas.openxmlformats.org/officeDocument/2006/relationships/customXml" Target="../ink/ink237.xml"/><Relationship Id="rId10" Type="http://schemas.openxmlformats.org/officeDocument/2006/relationships/customXml" Target="../ink/ink189.xml"/><Relationship Id="rId31" Type="http://schemas.openxmlformats.org/officeDocument/2006/relationships/image" Target="../media/image69.png"/><Relationship Id="rId44" Type="http://schemas.openxmlformats.org/officeDocument/2006/relationships/customXml" Target="../ink/ink206.xml"/><Relationship Id="rId52" Type="http://schemas.openxmlformats.org/officeDocument/2006/relationships/customXml" Target="../ink/ink210.xml"/><Relationship Id="rId60" Type="http://schemas.openxmlformats.org/officeDocument/2006/relationships/customXml" Target="../ink/ink214.xml"/><Relationship Id="rId65" Type="http://schemas.openxmlformats.org/officeDocument/2006/relationships/image" Target="../media/image172.png"/><Relationship Id="rId73" Type="http://schemas.openxmlformats.org/officeDocument/2006/relationships/image" Target="../media/image152.png"/><Relationship Id="rId78" Type="http://schemas.openxmlformats.org/officeDocument/2006/relationships/customXml" Target="../ink/ink223.xml"/><Relationship Id="rId81" Type="http://schemas.openxmlformats.org/officeDocument/2006/relationships/image" Target="../media/image156.png"/><Relationship Id="rId86" Type="http://schemas.openxmlformats.org/officeDocument/2006/relationships/customXml" Target="../ink/ink227.xml"/><Relationship Id="rId94" Type="http://schemas.openxmlformats.org/officeDocument/2006/relationships/customXml" Target="../ink/ink231.xml"/><Relationship Id="rId99" Type="http://schemas.openxmlformats.org/officeDocument/2006/relationships/image" Target="../media/image167.png"/><Relationship Id="rId101" Type="http://schemas.openxmlformats.org/officeDocument/2006/relationships/image" Target="../media/image173.png"/><Relationship Id="rId4" Type="http://schemas.openxmlformats.org/officeDocument/2006/relationships/customXml" Target="../ink/ink186.xml"/><Relationship Id="rId9" Type="http://schemas.openxmlformats.org/officeDocument/2006/relationships/image" Target="../media/image53.png"/><Relationship Id="rId13" Type="http://schemas.openxmlformats.org/officeDocument/2006/relationships/image" Target="../media/image55.png"/><Relationship Id="rId18" Type="http://schemas.openxmlformats.org/officeDocument/2006/relationships/customXml" Target="../ink/ink193.xml"/><Relationship Id="rId39" Type="http://schemas.openxmlformats.org/officeDocument/2006/relationships/image" Target="../media/image73.png"/><Relationship Id="rId109" Type="http://schemas.openxmlformats.org/officeDocument/2006/relationships/image" Target="../media/image178.svg"/><Relationship Id="rId34" Type="http://schemas.openxmlformats.org/officeDocument/2006/relationships/customXml" Target="../ink/ink201.xml"/><Relationship Id="rId50" Type="http://schemas.openxmlformats.org/officeDocument/2006/relationships/customXml" Target="../ink/ink209.xml"/><Relationship Id="rId55" Type="http://schemas.openxmlformats.org/officeDocument/2006/relationships/image" Target="../media/image81.png"/><Relationship Id="rId76" Type="http://schemas.openxmlformats.org/officeDocument/2006/relationships/customXml" Target="../ink/ink222.xml"/><Relationship Id="rId97" Type="http://schemas.openxmlformats.org/officeDocument/2006/relationships/image" Target="../media/image166.png"/><Relationship Id="rId104" Type="http://schemas.openxmlformats.org/officeDocument/2006/relationships/customXml" Target="../ink/ink236.xml"/><Relationship Id="rId7" Type="http://schemas.openxmlformats.org/officeDocument/2006/relationships/image" Target="../media/image50.png"/><Relationship Id="rId71" Type="http://schemas.openxmlformats.org/officeDocument/2006/relationships/image" Target="../media/image151.png"/><Relationship Id="rId92" Type="http://schemas.openxmlformats.org/officeDocument/2006/relationships/customXml" Target="../ink/ink230.xml"/><Relationship Id="rId2" Type="http://schemas.openxmlformats.org/officeDocument/2006/relationships/slideLayout" Target="../slideLayouts/slideLayout12.xml"/><Relationship Id="rId29" Type="http://schemas.openxmlformats.org/officeDocument/2006/relationships/image" Target="../media/image68.png"/><Relationship Id="rId24" Type="http://schemas.openxmlformats.org/officeDocument/2006/relationships/customXml" Target="../ink/ink196.xml"/><Relationship Id="rId40" Type="http://schemas.openxmlformats.org/officeDocument/2006/relationships/customXml" Target="../ink/ink204.xml"/><Relationship Id="rId45" Type="http://schemas.openxmlformats.org/officeDocument/2006/relationships/image" Target="../media/image76.png"/><Relationship Id="rId66" Type="http://schemas.openxmlformats.org/officeDocument/2006/relationships/customXml" Target="../ink/ink217.xml"/><Relationship Id="rId87" Type="http://schemas.openxmlformats.org/officeDocument/2006/relationships/image" Target="../media/image161.png"/><Relationship Id="rId110" Type="http://schemas.openxmlformats.org/officeDocument/2006/relationships/image" Target="../media/image48.png"/><Relationship Id="rId61" Type="http://schemas.openxmlformats.org/officeDocument/2006/relationships/image" Target="../media/image170.png"/><Relationship Id="rId82" Type="http://schemas.openxmlformats.org/officeDocument/2006/relationships/customXml" Target="../ink/ink225.xml"/><Relationship Id="rId19" Type="http://schemas.openxmlformats.org/officeDocument/2006/relationships/image" Target="../media/image58.png"/><Relationship Id="rId14" Type="http://schemas.openxmlformats.org/officeDocument/2006/relationships/customXml" Target="../ink/ink191.xml"/><Relationship Id="rId30" Type="http://schemas.openxmlformats.org/officeDocument/2006/relationships/customXml" Target="../ink/ink199.xml"/><Relationship Id="rId35" Type="http://schemas.openxmlformats.org/officeDocument/2006/relationships/image" Target="../media/image71.png"/><Relationship Id="rId56" Type="http://schemas.openxmlformats.org/officeDocument/2006/relationships/customXml" Target="../ink/ink212.xml"/><Relationship Id="rId77" Type="http://schemas.openxmlformats.org/officeDocument/2006/relationships/image" Target="../media/image154.png"/><Relationship Id="rId100" Type="http://schemas.openxmlformats.org/officeDocument/2006/relationships/customXml" Target="../ink/ink234.xml"/><Relationship Id="rId105" Type="http://schemas.openxmlformats.org/officeDocument/2006/relationships/image" Target="../media/image175.png"/><Relationship Id="rId8" Type="http://schemas.openxmlformats.org/officeDocument/2006/relationships/customXml" Target="../ink/ink188.xml"/><Relationship Id="rId51" Type="http://schemas.openxmlformats.org/officeDocument/2006/relationships/image" Target="../media/image79.png"/><Relationship Id="rId72" Type="http://schemas.openxmlformats.org/officeDocument/2006/relationships/customXml" Target="../ink/ink220.xml"/><Relationship Id="rId93" Type="http://schemas.openxmlformats.org/officeDocument/2006/relationships/image" Target="../media/image164.png"/><Relationship Id="rId98" Type="http://schemas.openxmlformats.org/officeDocument/2006/relationships/customXml" Target="../ink/ink233.xml"/><Relationship Id="rId3" Type="http://schemas.openxmlformats.org/officeDocument/2006/relationships/notesSlide" Target="../notesSlides/notesSlide8.xml"/><Relationship Id="rId25" Type="http://schemas.openxmlformats.org/officeDocument/2006/relationships/image" Target="../media/image64.png"/><Relationship Id="rId46" Type="http://schemas.openxmlformats.org/officeDocument/2006/relationships/customXml" Target="../ink/ink207.xml"/><Relationship Id="rId67" Type="http://schemas.openxmlformats.org/officeDocument/2006/relationships/image" Target="../media/image149.png"/><Relationship Id="rId20" Type="http://schemas.openxmlformats.org/officeDocument/2006/relationships/customXml" Target="../ink/ink194.xml"/><Relationship Id="rId41" Type="http://schemas.openxmlformats.org/officeDocument/2006/relationships/image" Target="../media/image74.png"/><Relationship Id="rId62" Type="http://schemas.openxmlformats.org/officeDocument/2006/relationships/customXml" Target="../ink/ink215.xml"/><Relationship Id="rId83" Type="http://schemas.openxmlformats.org/officeDocument/2006/relationships/image" Target="../media/image157.png"/><Relationship Id="rId88" Type="http://schemas.openxmlformats.org/officeDocument/2006/relationships/customXml" Target="../ink/ink228.xml"/></Relationships>
</file>

<file path=ppt/slides/_rels/slide9.xml.rels><?xml version="1.0" encoding="UTF-8" standalone="yes"?>
<Relationships xmlns="http://schemas.openxmlformats.org/package/2006/relationships"><Relationship Id="rId13" Type="http://schemas.openxmlformats.org/officeDocument/2006/relationships/customXml" Target="../ink/ink243.xml"/><Relationship Id="rId26" Type="http://schemas.openxmlformats.org/officeDocument/2006/relationships/image" Target="../media/image190.png"/><Relationship Id="rId39" Type="http://schemas.openxmlformats.org/officeDocument/2006/relationships/customXml" Target="../ink/ink252.xml"/><Relationship Id="rId18" Type="http://schemas.openxmlformats.org/officeDocument/2006/relationships/image" Target="../media/image1860.png"/><Relationship Id="rId34" Type="http://schemas.openxmlformats.org/officeDocument/2006/relationships/image" Target="../media/image194.png"/><Relationship Id="rId42" Type="http://schemas.openxmlformats.org/officeDocument/2006/relationships/customXml" Target="../ink/ink254.xml"/><Relationship Id="rId7" Type="http://schemas.openxmlformats.org/officeDocument/2006/relationships/customXml" Target="../ink/ink240.xml"/><Relationship Id="rId2" Type="http://schemas.openxmlformats.org/officeDocument/2006/relationships/notesSlide" Target="../notesSlides/notesSlide9.xml"/><Relationship Id="rId16" Type="http://schemas.openxmlformats.org/officeDocument/2006/relationships/image" Target="../media/image185.png"/><Relationship Id="rId29" Type="http://schemas.openxmlformats.org/officeDocument/2006/relationships/customXml" Target="../ink/ink247.xml"/><Relationship Id="rId41" Type="http://schemas.openxmlformats.org/officeDocument/2006/relationships/customXml" Target="../ink/ink253.xml"/><Relationship Id="rId20" Type="http://schemas.openxmlformats.org/officeDocument/2006/relationships/image" Target="../media/image187.png"/><Relationship Id="rId1" Type="http://schemas.openxmlformats.org/officeDocument/2006/relationships/slideLayout" Target="../slideLayouts/slideLayout2.xml"/><Relationship Id="rId6" Type="http://schemas.openxmlformats.org/officeDocument/2006/relationships/image" Target="../media/image180.png"/><Relationship Id="rId11" Type="http://schemas.openxmlformats.org/officeDocument/2006/relationships/customXml" Target="../ink/ink242.xml"/><Relationship Id="rId32" Type="http://schemas.openxmlformats.org/officeDocument/2006/relationships/image" Target="../media/image193.png"/><Relationship Id="rId37" Type="http://schemas.openxmlformats.org/officeDocument/2006/relationships/customXml" Target="../ink/ink251.xml"/><Relationship Id="rId40" Type="http://schemas.openxmlformats.org/officeDocument/2006/relationships/image" Target="../media/image186.png"/><Relationship Id="rId45" Type="http://schemas.openxmlformats.org/officeDocument/2006/relationships/image" Target="../media/image197.png"/><Relationship Id="rId5" Type="http://schemas.openxmlformats.org/officeDocument/2006/relationships/customXml" Target="../ink/ink239.xml"/><Relationship Id="rId15" Type="http://schemas.openxmlformats.org/officeDocument/2006/relationships/customXml" Target="../ink/ink244.xml"/><Relationship Id="rId28" Type="http://schemas.openxmlformats.org/officeDocument/2006/relationships/image" Target="../media/image191.png"/><Relationship Id="rId36" Type="http://schemas.openxmlformats.org/officeDocument/2006/relationships/image" Target="../media/image195.png"/><Relationship Id="rId10" Type="http://schemas.openxmlformats.org/officeDocument/2006/relationships/image" Target="../media/image182.png"/><Relationship Id="rId31" Type="http://schemas.openxmlformats.org/officeDocument/2006/relationships/customXml" Target="../ink/ink248.xml"/><Relationship Id="rId44" Type="http://schemas.openxmlformats.org/officeDocument/2006/relationships/customXml" Target="../ink/ink256.xml"/><Relationship Id="rId4" Type="http://schemas.openxmlformats.org/officeDocument/2006/relationships/image" Target="../media/image179.png"/><Relationship Id="rId9" Type="http://schemas.openxmlformats.org/officeDocument/2006/relationships/customXml" Target="../ink/ink241.xml"/><Relationship Id="rId14" Type="http://schemas.openxmlformats.org/officeDocument/2006/relationships/image" Target="../media/image184.png"/><Relationship Id="rId27" Type="http://schemas.openxmlformats.org/officeDocument/2006/relationships/customXml" Target="../ink/ink246.xml"/><Relationship Id="rId30" Type="http://schemas.openxmlformats.org/officeDocument/2006/relationships/image" Target="../media/image192.png"/><Relationship Id="rId35" Type="http://schemas.openxmlformats.org/officeDocument/2006/relationships/customXml" Target="../ink/ink250.xml"/><Relationship Id="rId43" Type="http://schemas.openxmlformats.org/officeDocument/2006/relationships/customXml" Target="../ink/ink255.xml"/><Relationship Id="rId22" Type="http://schemas.openxmlformats.org/officeDocument/2006/relationships/image" Target="../media/image188.png"/><Relationship Id="rId8" Type="http://schemas.openxmlformats.org/officeDocument/2006/relationships/image" Target="../media/image181.png"/><Relationship Id="rId3" Type="http://schemas.openxmlformats.org/officeDocument/2006/relationships/customXml" Target="../ink/ink238.xml"/><Relationship Id="rId12" Type="http://schemas.openxmlformats.org/officeDocument/2006/relationships/image" Target="../media/image183.png"/><Relationship Id="rId17" Type="http://schemas.openxmlformats.org/officeDocument/2006/relationships/customXml" Target="../ink/ink245.xml"/><Relationship Id="rId33" Type="http://schemas.openxmlformats.org/officeDocument/2006/relationships/customXml" Target="../ink/ink249.xml"/><Relationship Id="rId38" Type="http://schemas.openxmlformats.org/officeDocument/2006/relationships/image" Target="../media/image196.png"/><Relationship Id="rId46" Type="http://schemas.openxmlformats.org/officeDocument/2006/relationships/image" Target="../media/image48.png"/></Relationships>
</file>

<file path=ppt/slides/_rels/slide10.xml.rels><?xml version="1.0" encoding="UTF-8" standalone="yes"?>
<Relationships xmlns="http://schemas.openxmlformats.org/package/2006/relationships"><Relationship Id="rId3" Type="http://schemas.openxmlformats.org/officeDocument/2006/relationships/customXml" Target="../ink/ink257.xm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198.png"/></Relationships>
</file>

<file path=ppt/slides/_rels/slide11.xml.rels><?xml version="1.0" encoding="UTF-8" standalone="yes"?>
<Relationships xmlns="http://schemas.openxmlformats.org/package/2006/relationships"><Relationship Id="rId13" Type="http://schemas.openxmlformats.org/officeDocument/2006/relationships/image" Target="../media/image202.png"/><Relationship Id="rId18" Type="http://schemas.openxmlformats.org/officeDocument/2006/relationships/customXml" Target="../ink/ink265.xml"/><Relationship Id="rId26" Type="http://schemas.openxmlformats.org/officeDocument/2006/relationships/customXml" Target="../ink/ink269.xml"/><Relationship Id="rId39" Type="http://schemas.openxmlformats.org/officeDocument/2006/relationships/image" Target="../media/image215.png"/><Relationship Id="rId21" Type="http://schemas.openxmlformats.org/officeDocument/2006/relationships/image" Target="../media/image206.png"/><Relationship Id="rId34" Type="http://schemas.openxmlformats.org/officeDocument/2006/relationships/customXml" Target="../ink/ink273.xml"/><Relationship Id="rId42" Type="http://schemas.openxmlformats.org/officeDocument/2006/relationships/customXml" Target="../ink/ink277.xml"/><Relationship Id="rId47" Type="http://schemas.openxmlformats.org/officeDocument/2006/relationships/image" Target="../media/image219.png"/><Relationship Id="rId50" Type="http://schemas.openxmlformats.org/officeDocument/2006/relationships/customXml" Target="../ink/ink281.xml"/><Relationship Id="rId7" Type="http://schemas.openxmlformats.org/officeDocument/2006/relationships/customXml" Target="../ink/ink260.xml"/><Relationship Id="rId2" Type="http://schemas.openxmlformats.org/officeDocument/2006/relationships/notesSlide" Target="../notesSlides/notesSlide11.xml"/><Relationship Id="rId16" Type="http://schemas.openxmlformats.org/officeDocument/2006/relationships/customXml" Target="../ink/ink264.xml"/><Relationship Id="rId29" Type="http://schemas.openxmlformats.org/officeDocument/2006/relationships/image" Target="../media/image210.png"/><Relationship Id="rId11" Type="http://schemas.openxmlformats.org/officeDocument/2006/relationships/image" Target="../media/image201.png"/><Relationship Id="rId24" Type="http://schemas.openxmlformats.org/officeDocument/2006/relationships/customXml" Target="../ink/ink268.xml"/><Relationship Id="rId32" Type="http://schemas.openxmlformats.org/officeDocument/2006/relationships/customXml" Target="../ink/ink272.xml"/><Relationship Id="rId37" Type="http://schemas.openxmlformats.org/officeDocument/2006/relationships/image" Target="../media/image214.png"/><Relationship Id="rId40" Type="http://schemas.openxmlformats.org/officeDocument/2006/relationships/customXml" Target="../ink/ink276.xml"/><Relationship Id="rId45" Type="http://schemas.openxmlformats.org/officeDocument/2006/relationships/image" Target="../media/image218.png"/><Relationship Id="rId53" Type="http://schemas.openxmlformats.org/officeDocument/2006/relationships/image" Target="../media/image222.png"/><Relationship Id="rId5" Type="http://schemas.openxmlformats.org/officeDocument/2006/relationships/customXml" Target="../ink/ink259.xml"/><Relationship Id="rId10" Type="http://schemas.openxmlformats.org/officeDocument/2006/relationships/customXml" Target="../ink/ink261.xml"/><Relationship Id="rId19" Type="http://schemas.openxmlformats.org/officeDocument/2006/relationships/image" Target="../media/image205.png"/><Relationship Id="rId31" Type="http://schemas.openxmlformats.org/officeDocument/2006/relationships/image" Target="../media/image211.png"/><Relationship Id="rId44" Type="http://schemas.openxmlformats.org/officeDocument/2006/relationships/customXml" Target="../ink/ink278.xml"/><Relationship Id="rId52" Type="http://schemas.openxmlformats.org/officeDocument/2006/relationships/customXml" Target="../ink/ink282.xml"/><Relationship Id="rId4" Type="http://schemas.openxmlformats.org/officeDocument/2006/relationships/image" Target="../media/image189.png"/><Relationship Id="rId9" Type="http://schemas.openxmlformats.org/officeDocument/2006/relationships/image" Target="../media/image48.png"/><Relationship Id="rId14" Type="http://schemas.openxmlformats.org/officeDocument/2006/relationships/customXml" Target="../ink/ink263.xml"/><Relationship Id="rId22" Type="http://schemas.openxmlformats.org/officeDocument/2006/relationships/customXml" Target="../ink/ink267.xml"/><Relationship Id="rId27" Type="http://schemas.openxmlformats.org/officeDocument/2006/relationships/image" Target="../media/image209.png"/><Relationship Id="rId30" Type="http://schemas.openxmlformats.org/officeDocument/2006/relationships/customXml" Target="../ink/ink271.xml"/><Relationship Id="rId35" Type="http://schemas.openxmlformats.org/officeDocument/2006/relationships/image" Target="../media/image213.png"/><Relationship Id="rId43" Type="http://schemas.openxmlformats.org/officeDocument/2006/relationships/image" Target="../media/image217.png"/><Relationship Id="rId48" Type="http://schemas.openxmlformats.org/officeDocument/2006/relationships/customXml" Target="../ink/ink280.xml"/><Relationship Id="rId8" Type="http://schemas.openxmlformats.org/officeDocument/2006/relationships/image" Target="../media/image200.png"/><Relationship Id="rId51" Type="http://schemas.openxmlformats.org/officeDocument/2006/relationships/image" Target="../media/image221.png"/><Relationship Id="rId3" Type="http://schemas.openxmlformats.org/officeDocument/2006/relationships/customXml" Target="../ink/ink258.xml"/><Relationship Id="rId12" Type="http://schemas.openxmlformats.org/officeDocument/2006/relationships/customXml" Target="../ink/ink262.xml"/><Relationship Id="rId17" Type="http://schemas.openxmlformats.org/officeDocument/2006/relationships/image" Target="../media/image204.png"/><Relationship Id="rId25" Type="http://schemas.openxmlformats.org/officeDocument/2006/relationships/image" Target="../media/image208.png"/><Relationship Id="rId33" Type="http://schemas.openxmlformats.org/officeDocument/2006/relationships/image" Target="../media/image212.png"/><Relationship Id="rId38" Type="http://schemas.openxmlformats.org/officeDocument/2006/relationships/customXml" Target="../ink/ink275.xml"/><Relationship Id="rId46" Type="http://schemas.openxmlformats.org/officeDocument/2006/relationships/customXml" Target="../ink/ink279.xml"/><Relationship Id="rId20" Type="http://schemas.openxmlformats.org/officeDocument/2006/relationships/customXml" Target="../ink/ink266.xml"/><Relationship Id="rId41" Type="http://schemas.openxmlformats.org/officeDocument/2006/relationships/image" Target="../media/image216.png"/><Relationship Id="rId1" Type="http://schemas.openxmlformats.org/officeDocument/2006/relationships/slideLayout" Target="../slideLayouts/slideLayout2.xml"/><Relationship Id="rId6" Type="http://schemas.openxmlformats.org/officeDocument/2006/relationships/image" Target="../media/image199.png"/><Relationship Id="rId15" Type="http://schemas.openxmlformats.org/officeDocument/2006/relationships/image" Target="../media/image203.png"/><Relationship Id="rId23" Type="http://schemas.openxmlformats.org/officeDocument/2006/relationships/image" Target="../media/image207.png"/><Relationship Id="rId28" Type="http://schemas.openxmlformats.org/officeDocument/2006/relationships/customXml" Target="../ink/ink270.xml"/><Relationship Id="rId36" Type="http://schemas.openxmlformats.org/officeDocument/2006/relationships/customXml" Target="../ink/ink274.xml"/><Relationship Id="rId49" Type="http://schemas.openxmlformats.org/officeDocument/2006/relationships/image" Target="../media/image220.png"/></Relationships>
</file>

<file path=ppt/slides/_rels/slide12.xml.rels><?xml version="1.0" encoding="UTF-8" standalone="yes"?>
<Relationships xmlns="http://schemas.openxmlformats.org/package/2006/relationships"><Relationship Id="rId8" Type="http://schemas.openxmlformats.org/officeDocument/2006/relationships/image" Target="../media/image2040.png"/><Relationship Id="rId13" Type="http://schemas.openxmlformats.org/officeDocument/2006/relationships/customXml" Target="../ink/ink288.xml"/><Relationship Id="rId18" Type="http://schemas.openxmlformats.org/officeDocument/2006/relationships/image" Target="../media/image2090.png"/><Relationship Id="rId26" Type="http://schemas.openxmlformats.org/officeDocument/2006/relationships/image" Target="../media/image2130.png"/><Relationship Id="rId3" Type="http://schemas.openxmlformats.org/officeDocument/2006/relationships/customXml" Target="../ink/ink283.xml"/><Relationship Id="rId21" Type="http://schemas.openxmlformats.org/officeDocument/2006/relationships/customXml" Target="../ink/ink292.xml"/><Relationship Id="rId7" Type="http://schemas.openxmlformats.org/officeDocument/2006/relationships/customXml" Target="../ink/ink285.xml"/><Relationship Id="rId12" Type="http://schemas.openxmlformats.org/officeDocument/2006/relationships/image" Target="../media/image2060.png"/><Relationship Id="rId17" Type="http://schemas.openxmlformats.org/officeDocument/2006/relationships/customXml" Target="../ink/ink290.xml"/><Relationship Id="rId25" Type="http://schemas.openxmlformats.org/officeDocument/2006/relationships/customXml" Target="../ink/ink294.xml"/><Relationship Id="rId2" Type="http://schemas.openxmlformats.org/officeDocument/2006/relationships/notesSlide" Target="../notesSlides/notesSlide12.xml"/><Relationship Id="rId16" Type="http://schemas.openxmlformats.org/officeDocument/2006/relationships/image" Target="../media/image2080.png"/><Relationship Id="rId20" Type="http://schemas.openxmlformats.org/officeDocument/2006/relationships/image" Target="../media/image2100.png"/><Relationship Id="rId1" Type="http://schemas.openxmlformats.org/officeDocument/2006/relationships/slideLayout" Target="../slideLayouts/slideLayout2.xml"/><Relationship Id="rId6" Type="http://schemas.openxmlformats.org/officeDocument/2006/relationships/image" Target="../media/image2030.png"/><Relationship Id="rId11" Type="http://schemas.openxmlformats.org/officeDocument/2006/relationships/customXml" Target="../ink/ink287.xml"/><Relationship Id="rId24" Type="http://schemas.openxmlformats.org/officeDocument/2006/relationships/image" Target="../media/image2120.png"/><Relationship Id="rId5" Type="http://schemas.openxmlformats.org/officeDocument/2006/relationships/customXml" Target="../ink/ink284.xml"/><Relationship Id="rId15" Type="http://schemas.openxmlformats.org/officeDocument/2006/relationships/customXml" Target="../ink/ink289.xml"/><Relationship Id="rId23" Type="http://schemas.openxmlformats.org/officeDocument/2006/relationships/customXml" Target="../ink/ink293.xml"/><Relationship Id="rId10" Type="http://schemas.openxmlformats.org/officeDocument/2006/relationships/image" Target="../media/image2050.png"/><Relationship Id="rId19" Type="http://schemas.openxmlformats.org/officeDocument/2006/relationships/customXml" Target="../ink/ink291.xml"/><Relationship Id="rId4" Type="http://schemas.openxmlformats.org/officeDocument/2006/relationships/image" Target="../media/image2020.png"/><Relationship Id="rId9" Type="http://schemas.openxmlformats.org/officeDocument/2006/relationships/customXml" Target="../ink/ink286.xml"/><Relationship Id="rId14" Type="http://schemas.openxmlformats.org/officeDocument/2006/relationships/image" Target="../media/image2070.png"/><Relationship Id="rId22" Type="http://schemas.openxmlformats.org/officeDocument/2006/relationships/image" Target="../media/image2110.png"/><Relationship Id="rId27" Type="http://schemas.openxmlformats.org/officeDocument/2006/relationships/image" Target="../media/image48.png"/></Relationships>
</file>

<file path=ppt/slides/_rels/slide13.xml.rels><?xml version="1.0" encoding="UTF-8" standalone="yes"?>
<Relationships xmlns="http://schemas.openxmlformats.org/package/2006/relationships"><Relationship Id="rId8" Type="http://schemas.openxmlformats.org/officeDocument/2006/relationships/image" Target="../media/image2160.png"/><Relationship Id="rId13" Type="http://schemas.openxmlformats.org/officeDocument/2006/relationships/customXml" Target="../ink/ink300.xml"/><Relationship Id="rId18" Type="http://schemas.openxmlformats.org/officeDocument/2006/relationships/image" Target="../media/image2210.png"/><Relationship Id="rId3" Type="http://schemas.openxmlformats.org/officeDocument/2006/relationships/customXml" Target="../ink/ink295.xml"/><Relationship Id="rId21" Type="http://schemas.openxmlformats.org/officeDocument/2006/relationships/image" Target="../media/image48.png"/><Relationship Id="rId7" Type="http://schemas.openxmlformats.org/officeDocument/2006/relationships/customXml" Target="../ink/ink297.xml"/><Relationship Id="rId12" Type="http://schemas.openxmlformats.org/officeDocument/2006/relationships/image" Target="../media/image2180.png"/><Relationship Id="rId17" Type="http://schemas.openxmlformats.org/officeDocument/2006/relationships/customXml" Target="../ink/ink302.xml"/><Relationship Id="rId2" Type="http://schemas.openxmlformats.org/officeDocument/2006/relationships/notesSlide" Target="../notesSlides/notesSlide13.xml"/><Relationship Id="rId16" Type="http://schemas.openxmlformats.org/officeDocument/2006/relationships/image" Target="../media/image2200.png"/><Relationship Id="rId20" Type="http://schemas.openxmlformats.org/officeDocument/2006/relationships/image" Target="../media/image2220.png"/><Relationship Id="rId1" Type="http://schemas.openxmlformats.org/officeDocument/2006/relationships/slideLayout" Target="../slideLayouts/slideLayout2.xml"/><Relationship Id="rId6" Type="http://schemas.openxmlformats.org/officeDocument/2006/relationships/image" Target="../media/image2150.png"/><Relationship Id="rId11" Type="http://schemas.openxmlformats.org/officeDocument/2006/relationships/customXml" Target="../ink/ink299.xml"/><Relationship Id="rId5" Type="http://schemas.openxmlformats.org/officeDocument/2006/relationships/customXml" Target="../ink/ink296.xml"/><Relationship Id="rId15" Type="http://schemas.openxmlformats.org/officeDocument/2006/relationships/customXml" Target="../ink/ink301.xml"/><Relationship Id="rId10" Type="http://schemas.openxmlformats.org/officeDocument/2006/relationships/image" Target="../media/image2170.png"/><Relationship Id="rId19" Type="http://schemas.openxmlformats.org/officeDocument/2006/relationships/customXml" Target="../ink/ink303.xml"/><Relationship Id="rId4" Type="http://schemas.openxmlformats.org/officeDocument/2006/relationships/image" Target="../media/image2140.png"/><Relationship Id="rId9" Type="http://schemas.openxmlformats.org/officeDocument/2006/relationships/customXml" Target="../ink/ink298.xml"/><Relationship Id="rId14" Type="http://schemas.openxmlformats.org/officeDocument/2006/relationships/image" Target="../media/image2190.png"/></Relationships>
</file>

<file path=ppt/slides/_rels/slide14.xml.rels><?xml version="1.0" encoding="UTF-8" standalone="yes"?>
<Relationships xmlns="http://schemas.openxmlformats.org/package/2006/relationships"><Relationship Id="rId26" Type="http://schemas.openxmlformats.org/officeDocument/2006/relationships/image" Target="../media/image234.png"/><Relationship Id="rId21" Type="http://schemas.openxmlformats.org/officeDocument/2006/relationships/customXml" Target="../ink/ink313.xml"/><Relationship Id="rId42" Type="http://schemas.openxmlformats.org/officeDocument/2006/relationships/image" Target="../media/image242.png"/><Relationship Id="rId47" Type="http://schemas.openxmlformats.org/officeDocument/2006/relationships/customXml" Target="../ink/ink326.xml"/><Relationship Id="rId63" Type="http://schemas.openxmlformats.org/officeDocument/2006/relationships/customXml" Target="../ink/ink334.xml"/><Relationship Id="rId68" Type="http://schemas.openxmlformats.org/officeDocument/2006/relationships/image" Target="../media/image255.png"/><Relationship Id="rId84" Type="http://schemas.openxmlformats.org/officeDocument/2006/relationships/image" Target="../media/image263.png"/><Relationship Id="rId89" Type="http://schemas.openxmlformats.org/officeDocument/2006/relationships/customXml" Target="../ink/ink347.xml"/><Relationship Id="rId16" Type="http://schemas.openxmlformats.org/officeDocument/2006/relationships/image" Target="../media/image229.png"/><Relationship Id="rId11" Type="http://schemas.openxmlformats.org/officeDocument/2006/relationships/customXml" Target="../ink/ink308.xml"/><Relationship Id="rId32" Type="http://schemas.openxmlformats.org/officeDocument/2006/relationships/image" Target="../media/image237.png"/><Relationship Id="rId37" Type="http://schemas.openxmlformats.org/officeDocument/2006/relationships/customXml" Target="../ink/ink321.xml"/><Relationship Id="rId53" Type="http://schemas.openxmlformats.org/officeDocument/2006/relationships/customXml" Target="../ink/ink329.xml"/><Relationship Id="rId58" Type="http://schemas.openxmlformats.org/officeDocument/2006/relationships/image" Target="../media/image250.png"/><Relationship Id="rId74" Type="http://schemas.openxmlformats.org/officeDocument/2006/relationships/image" Target="../media/image258.png"/><Relationship Id="rId79" Type="http://schemas.openxmlformats.org/officeDocument/2006/relationships/customXml" Target="../ink/ink342.xml"/><Relationship Id="rId102" Type="http://schemas.openxmlformats.org/officeDocument/2006/relationships/image" Target="../media/image272.png"/><Relationship Id="rId5" Type="http://schemas.openxmlformats.org/officeDocument/2006/relationships/customXml" Target="../ink/ink305.xml"/><Relationship Id="rId90" Type="http://schemas.openxmlformats.org/officeDocument/2006/relationships/image" Target="../media/image266.png"/><Relationship Id="rId95" Type="http://schemas.openxmlformats.org/officeDocument/2006/relationships/customXml" Target="../ink/ink350.xml"/><Relationship Id="rId22" Type="http://schemas.openxmlformats.org/officeDocument/2006/relationships/image" Target="../media/image232.png"/><Relationship Id="rId27" Type="http://schemas.openxmlformats.org/officeDocument/2006/relationships/customXml" Target="../ink/ink316.xml"/><Relationship Id="rId43" Type="http://schemas.openxmlformats.org/officeDocument/2006/relationships/customXml" Target="../ink/ink324.xml"/><Relationship Id="rId48" Type="http://schemas.openxmlformats.org/officeDocument/2006/relationships/image" Target="../media/image245.png"/><Relationship Id="rId64" Type="http://schemas.openxmlformats.org/officeDocument/2006/relationships/image" Target="../media/image253.png"/><Relationship Id="rId69" Type="http://schemas.openxmlformats.org/officeDocument/2006/relationships/customXml" Target="../ink/ink337.xml"/><Relationship Id="rId80" Type="http://schemas.openxmlformats.org/officeDocument/2006/relationships/image" Target="../media/image261.png"/><Relationship Id="rId85" Type="http://schemas.openxmlformats.org/officeDocument/2006/relationships/customXml" Target="../ink/ink345.xml"/><Relationship Id="rId12" Type="http://schemas.openxmlformats.org/officeDocument/2006/relationships/image" Target="../media/image227.png"/><Relationship Id="rId17" Type="http://schemas.openxmlformats.org/officeDocument/2006/relationships/customXml" Target="../ink/ink311.xml"/><Relationship Id="rId25" Type="http://schemas.openxmlformats.org/officeDocument/2006/relationships/customXml" Target="../ink/ink315.xml"/><Relationship Id="rId33" Type="http://schemas.openxmlformats.org/officeDocument/2006/relationships/customXml" Target="../ink/ink319.xml"/><Relationship Id="rId38" Type="http://schemas.openxmlformats.org/officeDocument/2006/relationships/image" Target="../media/image240.png"/><Relationship Id="rId46" Type="http://schemas.openxmlformats.org/officeDocument/2006/relationships/image" Target="../media/image244.png"/><Relationship Id="rId59" Type="http://schemas.openxmlformats.org/officeDocument/2006/relationships/customXml" Target="../ink/ink332.xml"/><Relationship Id="rId67" Type="http://schemas.openxmlformats.org/officeDocument/2006/relationships/customXml" Target="../ink/ink336.xml"/><Relationship Id="rId103" Type="http://schemas.openxmlformats.org/officeDocument/2006/relationships/image" Target="../media/image48.png"/><Relationship Id="rId20" Type="http://schemas.openxmlformats.org/officeDocument/2006/relationships/image" Target="../media/image231.png"/><Relationship Id="rId41" Type="http://schemas.openxmlformats.org/officeDocument/2006/relationships/customXml" Target="../ink/ink323.xml"/><Relationship Id="rId54" Type="http://schemas.openxmlformats.org/officeDocument/2006/relationships/image" Target="../media/image248.png"/><Relationship Id="rId62" Type="http://schemas.openxmlformats.org/officeDocument/2006/relationships/image" Target="../media/image252.png"/><Relationship Id="rId70" Type="http://schemas.openxmlformats.org/officeDocument/2006/relationships/image" Target="../media/image256.png"/><Relationship Id="rId75" Type="http://schemas.openxmlformats.org/officeDocument/2006/relationships/customXml" Target="../ink/ink340.xml"/><Relationship Id="rId83" Type="http://schemas.openxmlformats.org/officeDocument/2006/relationships/customXml" Target="../ink/ink344.xml"/><Relationship Id="rId88" Type="http://schemas.openxmlformats.org/officeDocument/2006/relationships/image" Target="../media/image265.png"/><Relationship Id="rId91" Type="http://schemas.openxmlformats.org/officeDocument/2006/relationships/customXml" Target="../ink/ink348.xml"/><Relationship Id="rId96" Type="http://schemas.openxmlformats.org/officeDocument/2006/relationships/image" Target="../media/image269.png"/><Relationship Id="rId1" Type="http://schemas.openxmlformats.org/officeDocument/2006/relationships/slideLayout" Target="../slideLayouts/slideLayout2.xml"/><Relationship Id="rId6" Type="http://schemas.openxmlformats.org/officeDocument/2006/relationships/image" Target="../media/image224.png"/><Relationship Id="rId15" Type="http://schemas.openxmlformats.org/officeDocument/2006/relationships/customXml" Target="../ink/ink310.xml"/><Relationship Id="rId23" Type="http://schemas.openxmlformats.org/officeDocument/2006/relationships/customXml" Target="../ink/ink314.xml"/><Relationship Id="rId28" Type="http://schemas.openxmlformats.org/officeDocument/2006/relationships/image" Target="../media/image235.png"/><Relationship Id="rId36" Type="http://schemas.openxmlformats.org/officeDocument/2006/relationships/image" Target="../media/image239.png"/><Relationship Id="rId49" Type="http://schemas.openxmlformats.org/officeDocument/2006/relationships/customXml" Target="../ink/ink327.xml"/><Relationship Id="rId57" Type="http://schemas.openxmlformats.org/officeDocument/2006/relationships/customXml" Target="../ink/ink331.xml"/><Relationship Id="rId10" Type="http://schemas.openxmlformats.org/officeDocument/2006/relationships/image" Target="../media/image226.png"/><Relationship Id="rId31" Type="http://schemas.openxmlformats.org/officeDocument/2006/relationships/customXml" Target="../ink/ink318.xml"/><Relationship Id="rId44" Type="http://schemas.openxmlformats.org/officeDocument/2006/relationships/image" Target="../media/image243.png"/><Relationship Id="rId52" Type="http://schemas.openxmlformats.org/officeDocument/2006/relationships/image" Target="../media/image247.png"/><Relationship Id="rId60" Type="http://schemas.openxmlformats.org/officeDocument/2006/relationships/image" Target="../media/image251.png"/><Relationship Id="rId65" Type="http://schemas.openxmlformats.org/officeDocument/2006/relationships/customXml" Target="../ink/ink335.xml"/><Relationship Id="rId73" Type="http://schemas.openxmlformats.org/officeDocument/2006/relationships/customXml" Target="../ink/ink339.xml"/><Relationship Id="rId78" Type="http://schemas.openxmlformats.org/officeDocument/2006/relationships/image" Target="../media/image260.png"/><Relationship Id="rId81" Type="http://schemas.openxmlformats.org/officeDocument/2006/relationships/customXml" Target="../ink/ink343.xml"/><Relationship Id="rId86" Type="http://schemas.openxmlformats.org/officeDocument/2006/relationships/image" Target="../media/image264.png"/><Relationship Id="rId94" Type="http://schemas.openxmlformats.org/officeDocument/2006/relationships/image" Target="../media/image268.png"/><Relationship Id="rId99" Type="http://schemas.openxmlformats.org/officeDocument/2006/relationships/customXml" Target="../ink/ink352.xml"/><Relationship Id="rId101" Type="http://schemas.openxmlformats.org/officeDocument/2006/relationships/customXml" Target="../ink/ink353.xml"/><Relationship Id="rId4" Type="http://schemas.openxmlformats.org/officeDocument/2006/relationships/image" Target="../media/image223.png"/><Relationship Id="rId9" Type="http://schemas.openxmlformats.org/officeDocument/2006/relationships/customXml" Target="../ink/ink307.xml"/><Relationship Id="rId13" Type="http://schemas.openxmlformats.org/officeDocument/2006/relationships/customXml" Target="../ink/ink309.xml"/><Relationship Id="rId18" Type="http://schemas.openxmlformats.org/officeDocument/2006/relationships/image" Target="../media/image230.png"/><Relationship Id="rId39" Type="http://schemas.openxmlformats.org/officeDocument/2006/relationships/customXml" Target="../ink/ink322.xml"/><Relationship Id="rId34" Type="http://schemas.openxmlformats.org/officeDocument/2006/relationships/image" Target="../media/image238.png"/><Relationship Id="rId50" Type="http://schemas.openxmlformats.org/officeDocument/2006/relationships/image" Target="../media/image246.png"/><Relationship Id="rId55" Type="http://schemas.openxmlformats.org/officeDocument/2006/relationships/customXml" Target="../ink/ink330.xml"/><Relationship Id="rId76" Type="http://schemas.openxmlformats.org/officeDocument/2006/relationships/image" Target="../media/image259.png"/><Relationship Id="rId97" Type="http://schemas.openxmlformats.org/officeDocument/2006/relationships/customXml" Target="../ink/ink351.xml"/><Relationship Id="rId7" Type="http://schemas.openxmlformats.org/officeDocument/2006/relationships/customXml" Target="../ink/ink306.xml"/><Relationship Id="rId71" Type="http://schemas.openxmlformats.org/officeDocument/2006/relationships/customXml" Target="../ink/ink338.xml"/><Relationship Id="rId92" Type="http://schemas.openxmlformats.org/officeDocument/2006/relationships/image" Target="../media/image267.png"/><Relationship Id="rId2" Type="http://schemas.openxmlformats.org/officeDocument/2006/relationships/notesSlide" Target="../notesSlides/notesSlide14.xml"/><Relationship Id="rId29" Type="http://schemas.openxmlformats.org/officeDocument/2006/relationships/customXml" Target="../ink/ink317.xml"/><Relationship Id="rId24" Type="http://schemas.openxmlformats.org/officeDocument/2006/relationships/image" Target="../media/image233.png"/><Relationship Id="rId40" Type="http://schemas.openxmlformats.org/officeDocument/2006/relationships/image" Target="../media/image241.png"/><Relationship Id="rId45" Type="http://schemas.openxmlformats.org/officeDocument/2006/relationships/customXml" Target="../ink/ink325.xml"/><Relationship Id="rId66" Type="http://schemas.openxmlformats.org/officeDocument/2006/relationships/image" Target="../media/image254.png"/><Relationship Id="rId87" Type="http://schemas.openxmlformats.org/officeDocument/2006/relationships/customXml" Target="../ink/ink346.xml"/><Relationship Id="rId61" Type="http://schemas.openxmlformats.org/officeDocument/2006/relationships/customXml" Target="../ink/ink333.xml"/><Relationship Id="rId82" Type="http://schemas.openxmlformats.org/officeDocument/2006/relationships/image" Target="../media/image262.png"/><Relationship Id="rId19" Type="http://schemas.openxmlformats.org/officeDocument/2006/relationships/customXml" Target="../ink/ink312.xml"/><Relationship Id="rId14" Type="http://schemas.openxmlformats.org/officeDocument/2006/relationships/image" Target="../media/image228.png"/><Relationship Id="rId30" Type="http://schemas.openxmlformats.org/officeDocument/2006/relationships/image" Target="../media/image236.png"/><Relationship Id="rId35" Type="http://schemas.openxmlformats.org/officeDocument/2006/relationships/customXml" Target="../ink/ink320.xml"/><Relationship Id="rId56" Type="http://schemas.openxmlformats.org/officeDocument/2006/relationships/image" Target="../media/image249.png"/><Relationship Id="rId77" Type="http://schemas.openxmlformats.org/officeDocument/2006/relationships/customXml" Target="../ink/ink341.xml"/><Relationship Id="rId100" Type="http://schemas.openxmlformats.org/officeDocument/2006/relationships/image" Target="../media/image271.png"/><Relationship Id="rId8" Type="http://schemas.openxmlformats.org/officeDocument/2006/relationships/image" Target="../media/image225.png"/><Relationship Id="rId51" Type="http://schemas.openxmlformats.org/officeDocument/2006/relationships/customXml" Target="../ink/ink328.xml"/><Relationship Id="rId72" Type="http://schemas.openxmlformats.org/officeDocument/2006/relationships/image" Target="../media/image257.png"/><Relationship Id="rId93" Type="http://schemas.openxmlformats.org/officeDocument/2006/relationships/customXml" Target="../ink/ink349.xml"/><Relationship Id="rId98" Type="http://schemas.openxmlformats.org/officeDocument/2006/relationships/image" Target="../media/image270.png"/><Relationship Id="rId3" Type="http://schemas.openxmlformats.org/officeDocument/2006/relationships/customXml" Target="../ink/ink304.xml"/></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E6F1">
            <a:alpha val="6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6FEEB-8861-F7B3-5039-9C3BA9CE51C1}"/>
              </a:ext>
            </a:extLst>
          </p:cNvPr>
          <p:cNvSpPr>
            <a:spLocks noGrp="1"/>
          </p:cNvSpPr>
          <p:nvPr>
            <p:ph type="ctrTitle"/>
          </p:nvPr>
        </p:nvSpPr>
        <p:spPr/>
        <p:txBody>
          <a:bodyPr/>
          <a:lstStyle/>
          <a:p>
            <a:r>
              <a:rPr lang="en-US" dirty="0">
                <a:latin typeface="VELUX Transform" pitchFamily="2" charset="0"/>
              </a:rPr>
              <a:t>Guardrails in Action</a:t>
            </a:r>
          </a:p>
        </p:txBody>
      </p:sp>
      <p:sp>
        <p:nvSpPr>
          <p:cNvPr id="3" name="Subtitle 2">
            <a:extLst>
              <a:ext uri="{FF2B5EF4-FFF2-40B4-BE49-F238E27FC236}">
                <a16:creationId xmlns:a16="http://schemas.microsoft.com/office/drawing/2014/main" id="{E2023F69-7AB3-2A05-86BA-A47F75AEA7EF}"/>
              </a:ext>
            </a:extLst>
          </p:cNvPr>
          <p:cNvSpPr>
            <a:spLocks noGrp="1"/>
          </p:cNvSpPr>
          <p:nvPr>
            <p:ph type="subTitle" idx="1"/>
          </p:nvPr>
        </p:nvSpPr>
        <p:spPr/>
        <p:txBody>
          <a:bodyPr>
            <a:normAutofit/>
          </a:bodyPr>
          <a:lstStyle/>
          <a:p>
            <a:r>
              <a:rPr lang="en-US" sz="2400" dirty="0">
                <a:latin typeface="VELUX Transform" pitchFamily="2" charset="0"/>
              </a:rPr>
              <a:t>Policy as Code with </a:t>
            </a:r>
            <a:r>
              <a:rPr lang="en-US" sz="2400" dirty="0" err="1">
                <a:latin typeface="VELUX Transform" pitchFamily="2" charset="0"/>
              </a:rPr>
              <a:t>Kyverno</a:t>
            </a:r>
            <a:endParaRPr lang="en-US" sz="2400" dirty="0">
              <a:latin typeface="VELUX Transform" pitchFamily="2"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6" name="Ink 5">
                <a:extLst>
                  <a:ext uri="{FF2B5EF4-FFF2-40B4-BE49-F238E27FC236}">
                    <a16:creationId xmlns:a16="http://schemas.microsoft.com/office/drawing/2014/main" id="{1A083F8F-2592-BE1B-7A88-6B06128BFCC2}"/>
                  </a:ext>
                </a:extLst>
              </p14:cNvPr>
              <p14:cNvContentPartPr/>
              <p14:nvPr/>
            </p14:nvContentPartPr>
            <p14:xfrm>
              <a:off x="-208170" y="4307878"/>
              <a:ext cx="578340" cy="12150"/>
            </p14:xfrm>
          </p:contentPart>
        </mc:Choice>
        <mc:Fallback xmlns="">
          <p:pic>
            <p:nvPicPr>
              <p:cNvPr id="6" name="Ink 5">
                <a:extLst>
                  <a:ext uri="{FF2B5EF4-FFF2-40B4-BE49-F238E27FC236}">
                    <a16:creationId xmlns:a16="http://schemas.microsoft.com/office/drawing/2014/main" id="{1A083F8F-2592-BE1B-7A88-6B06128BFCC2}"/>
                  </a:ext>
                </a:extLst>
              </p:cNvPr>
              <p:cNvPicPr/>
              <p:nvPr/>
            </p:nvPicPr>
            <p:blipFill>
              <a:blip r:embed="rId4"/>
              <a:stretch>
                <a:fillRect/>
              </a:stretch>
            </p:blipFill>
            <p:spPr>
              <a:xfrm>
                <a:off x="-243799" y="4093466"/>
                <a:ext cx="649958" cy="44061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20" name="Ink 19">
                <a:extLst>
                  <a:ext uri="{FF2B5EF4-FFF2-40B4-BE49-F238E27FC236}">
                    <a16:creationId xmlns:a16="http://schemas.microsoft.com/office/drawing/2014/main" id="{37E2B840-297A-C77A-1CCE-69D572AC6D8A}"/>
                  </a:ext>
                </a:extLst>
              </p14:cNvPr>
              <p14:cNvContentPartPr/>
              <p14:nvPr/>
            </p14:nvContentPartPr>
            <p14:xfrm>
              <a:off x="354875" y="3488965"/>
              <a:ext cx="31050" cy="1673460"/>
            </p14:xfrm>
          </p:contentPart>
        </mc:Choice>
        <mc:Fallback xmlns="">
          <p:pic>
            <p:nvPicPr>
              <p:cNvPr id="20" name="Ink 19">
                <a:extLst>
                  <a:ext uri="{FF2B5EF4-FFF2-40B4-BE49-F238E27FC236}">
                    <a16:creationId xmlns:a16="http://schemas.microsoft.com/office/drawing/2014/main" id="{37E2B840-297A-C77A-1CCE-69D572AC6D8A}"/>
                  </a:ext>
                </a:extLst>
              </p:cNvPr>
              <p:cNvPicPr/>
              <p:nvPr/>
            </p:nvPicPr>
            <p:blipFill>
              <a:blip r:embed="rId6"/>
              <a:stretch>
                <a:fillRect/>
              </a:stretch>
            </p:blipFill>
            <p:spPr>
              <a:xfrm>
                <a:off x="318770" y="3273348"/>
                <a:ext cx="102898" cy="210505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24" name="Ink 23">
                <a:extLst>
                  <a:ext uri="{FF2B5EF4-FFF2-40B4-BE49-F238E27FC236}">
                    <a16:creationId xmlns:a16="http://schemas.microsoft.com/office/drawing/2014/main" id="{4EF77226-53D2-C4FB-5E59-00D9EFFB48B7}"/>
                  </a:ext>
                </a:extLst>
              </p14:cNvPr>
              <p14:cNvContentPartPr/>
              <p14:nvPr/>
            </p14:nvContentPartPr>
            <p14:xfrm>
              <a:off x="344615" y="3209245"/>
              <a:ext cx="761940" cy="338580"/>
            </p14:xfrm>
          </p:contentPart>
        </mc:Choice>
        <mc:Fallback xmlns="">
          <p:pic>
            <p:nvPicPr>
              <p:cNvPr id="24" name="Ink 23">
                <a:extLst>
                  <a:ext uri="{FF2B5EF4-FFF2-40B4-BE49-F238E27FC236}">
                    <a16:creationId xmlns:a16="http://schemas.microsoft.com/office/drawing/2014/main" id="{4EF77226-53D2-C4FB-5E59-00D9EFFB48B7}"/>
                  </a:ext>
                </a:extLst>
              </p:cNvPr>
              <p:cNvPicPr/>
              <p:nvPr/>
            </p:nvPicPr>
            <p:blipFill>
              <a:blip r:embed="rId8"/>
              <a:stretch>
                <a:fillRect/>
              </a:stretch>
            </p:blipFill>
            <p:spPr>
              <a:xfrm>
                <a:off x="308624" y="2993720"/>
                <a:ext cx="833563" cy="76999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26" name="Ink 25">
                <a:extLst>
                  <a:ext uri="{FF2B5EF4-FFF2-40B4-BE49-F238E27FC236}">
                    <a16:creationId xmlns:a16="http://schemas.microsoft.com/office/drawing/2014/main" id="{CAFF9634-BAF6-6EC3-6B94-0A7227ED191E}"/>
                  </a:ext>
                </a:extLst>
              </p14:cNvPr>
              <p14:cNvContentPartPr/>
              <p14:nvPr/>
            </p14:nvContentPartPr>
            <p14:xfrm>
              <a:off x="1050665" y="3523795"/>
              <a:ext cx="36720" cy="1612170"/>
            </p14:xfrm>
          </p:contentPart>
        </mc:Choice>
        <mc:Fallback xmlns="">
          <p:pic>
            <p:nvPicPr>
              <p:cNvPr id="26" name="Ink 25">
                <a:extLst>
                  <a:ext uri="{FF2B5EF4-FFF2-40B4-BE49-F238E27FC236}">
                    <a16:creationId xmlns:a16="http://schemas.microsoft.com/office/drawing/2014/main" id="{CAFF9634-BAF6-6EC3-6B94-0A7227ED191E}"/>
                  </a:ext>
                </a:extLst>
              </p:cNvPr>
              <p:cNvPicPr/>
              <p:nvPr/>
            </p:nvPicPr>
            <p:blipFill>
              <a:blip r:embed="rId10"/>
              <a:stretch>
                <a:fillRect/>
              </a:stretch>
            </p:blipFill>
            <p:spPr>
              <a:xfrm>
                <a:off x="1014665" y="3307831"/>
                <a:ext cx="108360" cy="2043738"/>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9" name="Ink 8">
                <a:extLst>
                  <a:ext uri="{FF2B5EF4-FFF2-40B4-BE49-F238E27FC236}">
                    <a16:creationId xmlns:a16="http://schemas.microsoft.com/office/drawing/2014/main" id="{E2106D81-8148-90BF-5734-E356D2CEEDCF}"/>
                  </a:ext>
                </a:extLst>
              </p14:cNvPr>
              <p14:cNvContentPartPr/>
              <p14:nvPr/>
            </p14:nvContentPartPr>
            <p14:xfrm>
              <a:off x="-178470" y="4628098"/>
              <a:ext cx="510030" cy="9720"/>
            </p14:xfrm>
          </p:contentPart>
        </mc:Choice>
        <mc:Fallback xmlns="">
          <p:pic>
            <p:nvPicPr>
              <p:cNvPr id="9" name="Ink 8">
                <a:extLst>
                  <a:ext uri="{FF2B5EF4-FFF2-40B4-BE49-F238E27FC236}">
                    <a16:creationId xmlns:a16="http://schemas.microsoft.com/office/drawing/2014/main" id="{E2106D81-8148-90BF-5734-E356D2CEEDCF}"/>
                  </a:ext>
                </a:extLst>
              </p:cNvPr>
              <p:cNvPicPr/>
              <p:nvPr/>
            </p:nvPicPr>
            <p:blipFill>
              <a:blip r:embed="rId12"/>
              <a:stretch>
                <a:fillRect/>
              </a:stretch>
            </p:blipFill>
            <p:spPr>
              <a:xfrm>
                <a:off x="-214464" y="4412458"/>
                <a:ext cx="581657" cy="441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36" name="Ink 35">
                <a:extLst>
                  <a:ext uri="{FF2B5EF4-FFF2-40B4-BE49-F238E27FC236}">
                    <a16:creationId xmlns:a16="http://schemas.microsoft.com/office/drawing/2014/main" id="{68134821-6F44-E3C1-AD13-E6875DD7651F}"/>
                  </a:ext>
                </a:extLst>
              </p14:cNvPr>
              <p14:cNvContentPartPr/>
              <p14:nvPr/>
            </p14:nvContentPartPr>
            <p14:xfrm>
              <a:off x="687785" y="3194395"/>
              <a:ext cx="472500" cy="284310"/>
            </p14:xfrm>
          </p:contentPart>
        </mc:Choice>
        <mc:Fallback xmlns="">
          <p:pic>
            <p:nvPicPr>
              <p:cNvPr id="36" name="Ink 35">
                <a:extLst>
                  <a:ext uri="{FF2B5EF4-FFF2-40B4-BE49-F238E27FC236}">
                    <a16:creationId xmlns:a16="http://schemas.microsoft.com/office/drawing/2014/main" id="{68134821-6F44-E3C1-AD13-E6875DD7651F}"/>
                  </a:ext>
                </a:extLst>
              </p:cNvPr>
              <p:cNvPicPr/>
              <p:nvPr/>
            </p:nvPicPr>
            <p:blipFill>
              <a:blip r:embed="rId14"/>
              <a:stretch>
                <a:fillRect/>
              </a:stretch>
            </p:blipFill>
            <p:spPr>
              <a:xfrm>
                <a:off x="651799" y="2978463"/>
                <a:ext cx="544113" cy="71581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40" name="Ink 39">
                <a:extLst>
                  <a:ext uri="{FF2B5EF4-FFF2-40B4-BE49-F238E27FC236}">
                    <a16:creationId xmlns:a16="http://schemas.microsoft.com/office/drawing/2014/main" id="{A81D6E39-7221-C07B-F741-AACF52B8AA6C}"/>
                  </a:ext>
                </a:extLst>
              </p14:cNvPr>
              <p14:cNvContentPartPr/>
              <p14:nvPr/>
            </p14:nvContentPartPr>
            <p14:xfrm>
              <a:off x="1128155" y="3498955"/>
              <a:ext cx="19980" cy="1640250"/>
            </p14:xfrm>
          </p:contentPart>
        </mc:Choice>
        <mc:Fallback xmlns="">
          <p:pic>
            <p:nvPicPr>
              <p:cNvPr id="40" name="Ink 39">
                <a:extLst>
                  <a:ext uri="{FF2B5EF4-FFF2-40B4-BE49-F238E27FC236}">
                    <a16:creationId xmlns:a16="http://schemas.microsoft.com/office/drawing/2014/main" id="{A81D6E39-7221-C07B-F741-AACF52B8AA6C}"/>
                  </a:ext>
                </a:extLst>
              </p:cNvPr>
              <p:cNvPicPr/>
              <p:nvPr/>
            </p:nvPicPr>
            <p:blipFill>
              <a:blip r:embed="rId16"/>
              <a:stretch>
                <a:fillRect/>
              </a:stretch>
            </p:blipFill>
            <p:spPr>
              <a:xfrm>
                <a:off x="1092833" y="3283350"/>
                <a:ext cx="90980" cy="207181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1026" name="Ink 1025">
                <a:extLst>
                  <a:ext uri="{FF2B5EF4-FFF2-40B4-BE49-F238E27FC236}">
                    <a16:creationId xmlns:a16="http://schemas.microsoft.com/office/drawing/2014/main" id="{65759A87-038A-E29D-015F-653B19AED326}"/>
                  </a:ext>
                </a:extLst>
              </p14:cNvPr>
              <p14:cNvContentPartPr/>
              <p14:nvPr/>
            </p14:nvContentPartPr>
            <p14:xfrm>
              <a:off x="-223196" y="4723945"/>
              <a:ext cx="589140" cy="7560"/>
            </p14:xfrm>
          </p:contentPart>
        </mc:Choice>
        <mc:Fallback xmlns="">
          <p:pic>
            <p:nvPicPr>
              <p:cNvPr id="1026" name="Ink 1025">
                <a:extLst>
                  <a:ext uri="{FF2B5EF4-FFF2-40B4-BE49-F238E27FC236}">
                    <a16:creationId xmlns:a16="http://schemas.microsoft.com/office/drawing/2014/main" id="{65759A87-038A-E29D-015F-653B19AED326}"/>
                  </a:ext>
                </a:extLst>
              </p:cNvPr>
              <p:cNvPicPr/>
              <p:nvPr/>
            </p:nvPicPr>
            <p:blipFill>
              <a:blip r:embed="rId18"/>
              <a:stretch>
                <a:fillRect/>
              </a:stretch>
            </p:blipFill>
            <p:spPr>
              <a:xfrm>
                <a:off x="-258825" y="4507945"/>
                <a:ext cx="660758" cy="439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1033" name="Ink 1032">
                <a:extLst>
                  <a:ext uri="{FF2B5EF4-FFF2-40B4-BE49-F238E27FC236}">
                    <a16:creationId xmlns:a16="http://schemas.microsoft.com/office/drawing/2014/main" id="{285205A1-FC40-9A14-17AE-CDDD3253ACDB}"/>
                  </a:ext>
                </a:extLst>
              </p14:cNvPr>
              <p14:cNvContentPartPr/>
              <p14:nvPr/>
            </p14:nvContentPartPr>
            <p14:xfrm>
              <a:off x="2217065" y="3518935"/>
              <a:ext cx="23760" cy="1685610"/>
            </p14:xfrm>
          </p:contentPart>
        </mc:Choice>
        <mc:Fallback xmlns="">
          <p:pic>
            <p:nvPicPr>
              <p:cNvPr id="1033" name="Ink 1032">
                <a:extLst>
                  <a:ext uri="{FF2B5EF4-FFF2-40B4-BE49-F238E27FC236}">
                    <a16:creationId xmlns:a16="http://schemas.microsoft.com/office/drawing/2014/main" id="{285205A1-FC40-9A14-17AE-CDDD3253ACDB}"/>
                  </a:ext>
                </a:extLst>
              </p:cNvPr>
              <p:cNvPicPr/>
              <p:nvPr/>
            </p:nvPicPr>
            <p:blipFill>
              <a:blip r:embed="rId20"/>
              <a:stretch>
                <a:fillRect/>
              </a:stretch>
            </p:blipFill>
            <p:spPr>
              <a:xfrm>
                <a:off x="2181065" y="3302923"/>
                <a:ext cx="95400" cy="211727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1">
            <p14:nvContentPartPr>
              <p14:cNvPr id="1042" name="Ink 1041">
                <a:extLst>
                  <a:ext uri="{FF2B5EF4-FFF2-40B4-BE49-F238E27FC236}">
                    <a16:creationId xmlns:a16="http://schemas.microsoft.com/office/drawing/2014/main" id="{88F2CA7D-C4C0-2ACC-AF38-2238B9EF7160}"/>
                  </a:ext>
                </a:extLst>
              </p14:cNvPr>
              <p14:cNvContentPartPr/>
              <p14:nvPr/>
            </p14:nvContentPartPr>
            <p14:xfrm>
              <a:off x="2214095" y="3173875"/>
              <a:ext cx="834300" cy="336690"/>
            </p14:xfrm>
          </p:contentPart>
        </mc:Choice>
        <mc:Fallback xmlns="">
          <p:pic>
            <p:nvPicPr>
              <p:cNvPr id="1042" name="Ink 1041">
                <a:extLst>
                  <a:ext uri="{FF2B5EF4-FFF2-40B4-BE49-F238E27FC236}">
                    <a16:creationId xmlns:a16="http://schemas.microsoft.com/office/drawing/2014/main" id="{88F2CA7D-C4C0-2ACC-AF38-2238B9EF7160}"/>
                  </a:ext>
                </a:extLst>
              </p:cNvPr>
              <p:cNvPicPr/>
              <p:nvPr/>
            </p:nvPicPr>
            <p:blipFill>
              <a:blip r:embed="rId22"/>
              <a:stretch>
                <a:fillRect/>
              </a:stretch>
            </p:blipFill>
            <p:spPr>
              <a:xfrm>
                <a:off x="2178103" y="2958048"/>
                <a:ext cx="905925" cy="76798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3">
            <p14:nvContentPartPr>
              <p14:cNvPr id="1087" name="Ink 1086">
                <a:extLst>
                  <a:ext uri="{FF2B5EF4-FFF2-40B4-BE49-F238E27FC236}">
                    <a16:creationId xmlns:a16="http://schemas.microsoft.com/office/drawing/2014/main" id="{28BF7596-8332-3A2B-1E4C-AD36D9E95E3C}"/>
                  </a:ext>
                </a:extLst>
              </p14:cNvPr>
              <p14:cNvContentPartPr/>
              <p14:nvPr/>
            </p14:nvContentPartPr>
            <p14:xfrm>
              <a:off x="5019665" y="3518395"/>
              <a:ext cx="34560" cy="1693980"/>
            </p14:xfrm>
          </p:contentPart>
        </mc:Choice>
        <mc:Fallback xmlns="">
          <p:pic>
            <p:nvPicPr>
              <p:cNvPr id="1087" name="Ink 1086">
                <a:extLst>
                  <a:ext uri="{FF2B5EF4-FFF2-40B4-BE49-F238E27FC236}">
                    <a16:creationId xmlns:a16="http://schemas.microsoft.com/office/drawing/2014/main" id="{28BF7596-8332-3A2B-1E4C-AD36D9E95E3C}"/>
                  </a:ext>
                </a:extLst>
              </p:cNvPr>
              <p:cNvPicPr/>
              <p:nvPr/>
            </p:nvPicPr>
            <p:blipFill>
              <a:blip r:embed="rId24"/>
              <a:stretch>
                <a:fillRect/>
              </a:stretch>
            </p:blipFill>
            <p:spPr>
              <a:xfrm>
                <a:off x="4983665" y="3302418"/>
                <a:ext cx="106200" cy="212557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5">
            <p14:nvContentPartPr>
              <p14:cNvPr id="1094" name="Ink 1093">
                <a:extLst>
                  <a:ext uri="{FF2B5EF4-FFF2-40B4-BE49-F238E27FC236}">
                    <a16:creationId xmlns:a16="http://schemas.microsoft.com/office/drawing/2014/main" id="{B4C897EC-B75B-2CA8-2E79-C4A3136C0C74}"/>
                  </a:ext>
                </a:extLst>
              </p14:cNvPr>
              <p14:cNvContentPartPr/>
              <p14:nvPr/>
            </p14:nvContentPartPr>
            <p14:xfrm>
              <a:off x="4597385" y="3171445"/>
              <a:ext cx="508680" cy="331290"/>
            </p14:xfrm>
          </p:contentPart>
        </mc:Choice>
        <mc:Fallback xmlns="">
          <p:pic>
            <p:nvPicPr>
              <p:cNvPr id="1094" name="Ink 1093">
                <a:extLst>
                  <a:ext uri="{FF2B5EF4-FFF2-40B4-BE49-F238E27FC236}">
                    <a16:creationId xmlns:a16="http://schemas.microsoft.com/office/drawing/2014/main" id="{B4C897EC-B75B-2CA8-2E79-C4A3136C0C74}"/>
                  </a:ext>
                </a:extLst>
              </p:cNvPr>
              <p:cNvPicPr/>
              <p:nvPr/>
            </p:nvPicPr>
            <p:blipFill>
              <a:blip r:embed="rId26"/>
              <a:stretch>
                <a:fillRect/>
              </a:stretch>
            </p:blipFill>
            <p:spPr>
              <a:xfrm>
                <a:off x="4561385" y="2955621"/>
                <a:ext cx="580320" cy="76257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7">
            <p14:nvContentPartPr>
              <p14:cNvPr id="1100" name="Ink 1099">
                <a:extLst>
                  <a:ext uri="{FF2B5EF4-FFF2-40B4-BE49-F238E27FC236}">
                    <a16:creationId xmlns:a16="http://schemas.microsoft.com/office/drawing/2014/main" id="{CA441C71-F203-B2D9-EE0C-35093B3C7E7B}"/>
                  </a:ext>
                </a:extLst>
              </p14:cNvPr>
              <p14:cNvContentPartPr/>
              <p14:nvPr/>
            </p14:nvContentPartPr>
            <p14:xfrm>
              <a:off x="5074745" y="3489505"/>
              <a:ext cx="22140" cy="1673730"/>
            </p14:xfrm>
          </p:contentPart>
        </mc:Choice>
        <mc:Fallback xmlns="">
          <p:pic>
            <p:nvPicPr>
              <p:cNvPr id="1100" name="Ink 1099">
                <a:extLst>
                  <a:ext uri="{FF2B5EF4-FFF2-40B4-BE49-F238E27FC236}">
                    <a16:creationId xmlns:a16="http://schemas.microsoft.com/office/drawing/2014/main" id="{CA441C71-F203-B2D9-EE0C-35093B3C7E7B}"/>
                  </a:ext>
                </a:extLst>
              </p:cNvPr>
              <p:cNvPicPr/>
              <p:nvPr/>
            </p:nvPicPr>
            <p:blipFill>
              <a:blip r:embed="rId28"/>
              <a:stretch>
                <a:fillRect/>
              </a:stretch>
            </p:blipFill>
            <p:spPr>
              <a:xfrm>
                <a:off x="5039035" y="3273853"/>
                <a:ext cx="93202" cy="210539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9">
            <p14:nvContentPartPr>
              <p14:cNvPr id="1118" name="Ink 1117">
                <a:extLst>
                  <a:ext uri="{FF2B5EF4-FFF2-40B4-BE49-F238E27FC236}">
                    <a16:creationId xmlns:a16="http://schemas.microsoft.com/office/drawing/2014/main" id="{48B23927-7E2B-98C7-EFA4-4C219398534E}"/>
                  </a:ext>
                </a:extLst>
              </p14:cNvPr>
              <p14:cNvContentPartPr/>
              <p14:nvPr/>
            </p14:nvContentPartPr>
            <p14:xfrm>
              <a:off x="6150155" y="3496525"/>
              <a:ext cx="38070" cy="1733400"/>
            </p14:xfrm>
          </p:contentPart>
        </mc:Choice>
        <mc:Fallback xmlns="">
          <p:pic>
            <p:nvPicPr>
              <p:cNvPr id="1118" name="Ink 1117">
                <a:extLst>
                  <a:ext uri="{FF2B5EF4-FFF2-40B4-BE49-F238E27FC236}">
                    <a16:creationId xmlns:a16="http://schemas.microsoft.com/office/drawing/2014/main" id="{48B23927-7E2B-98C7-EFA4-4C219398534E}"/>
                  </a:ext>
                </a:extLst>
              </p:cNvPr>
              <p:cNvPicPr/>
              <p:nvPr/>
            </p:nvPicPr>
            <p:blipFill>
              <a:blip r:embed="rId30"/>
              <a:stretch>
                <a:fillRect/>
              </a:stretch>
            </p:blipFill>
            <p:spPr>
              <a:xfrm>
                <a:off x="6114240" y="3280885"/>
                <a:ext cx="109541" cy="2165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1">
            <p14:nvContentPartPr>
              <p14:cNvPr id="1147" name="Ink 1146">
                <a:extLst>
                  <a:ext uri="{FF2B5EF4-FFF2-40B4-BE49-F238E27FC236}">
                    <a16:creationId xmlns:a16="http://schemas.microsoft.com/office/drawing/2014/main" id="{955939B6-E524-321E-0A0B-75F133594536}"/>
                  </a:ext>
                </a:extLst>
              </p14:cNvPr>
              <p14:cNvContentPartPr/>
              <p14:nvPr/>
            </p14:nvContentPartPr>
            <p14:xfrm>
              <a:off x="7948085" y="3551875"/>
              <a:ext cx="61560" cy="1643760"/>
            </p14:xfrm>
          </p:contentPart>
        </mc:Choice>
        <mc:Fallback xmlns="">
          <p:pic>
            <p:nvPicPr>
              <p:cNvPr id="1147" name="Ink 1146">
                <a:extLst>
                  <a:ext uri="{FF2B5EF4-FFF2-40B4-BE49-F238E27FC236}">
                    <a16:creationId xmlns:a16="http://schemas.microsoft.com/office/drawing/2014/main" id="{955939B6-E524-321E-0A0B-75F133594536}"/>
                  </a:ext>
                </a:extLst>
              </p:cNvPr>
              <p:cNvPicPr/>
              <p:nvPr/>
            </p:nvPicPr>
            <p:blipFill>
              <a:blip r:embed="rId32"/>
              <a:stretch>
                <a:fillRect/>
              </a:stretch>
            </p:blipFill>
            <p:spPr>
              <a:xfrm>
                <a:off x="7912085" y="3336235"/>
                <a:ext cx="133200" cy="2075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
            <p14:nvContentPartPr>
              <p14:cNvPr id="1151" name="Ink 1150">
                <a:extLst>
                  <a:ext uri="{FF2B5EF4-FFF2-40B4-BE49-F238E27FC236}">
                    <a16:creationId xmlns:a16="http://schemas.microsoft.com/office/drawing/2014/main" id="{DA4E91A1-0CA2-AAC0-A98D-F3F8F75D3C07}"/>
                  </a:ext>
                </a:extLst>
              </p14:cNvPr>
              <p14:cNvContentPartPr/>
              <p14:nvPr/>
            </p14:nvContentPartPr>
            <p14:xfrm>
              <a:off x="7938905" y="3236785"/>
              <a:ext cx="717390" cy="314280"/>
            </p14:xfrm>
          </p:contentPart>
        </mc:Choice>
        <mc:Fallback xmlns="">
          <p:pic>
            <p:nvPicPr>
              <p:cNvPr id="1151" name="Ink 1150">
                <a:extLst>
                  <a:ext uri="{FF2B5EF4-FFF2-40B4-BE49-F238E27FC236}">
                    <a16:creationId xmlns:a16="http://schemas.microsoft.com/office/drawing/2014/main" id="{DA4E91A1-0CA2-AAC0-A98D-F3F8F75D3C07}"/>
                  </a:ext>
                </a:extLst>
              </p:cNvPr>
              <p:cNvPicPr/>
              <p:nvPr/>
            </p:nvPicPr>
            <p:blipFill>
              <a:blip r:embed="rId34"/>
              <a:stretch>
                <a:fillRect/>
              </a:stretch>
            </p:blipFill>
            <p:spPr>
              <a:xfrm>
                <a:off x="7903269" y="3020785"/>
                <a:ext cx="789021" cy="745920"/>
              </a:xfrm>
              <a:prstGeom prst="rect">
                <a:avLst/>
              </a:prstGeom>
            </p:spPr>
          </p:pic>
        </mc:Fallback>
      </mc:AlternateContent>
      <p:grpSp>
        <p:nvGrpSpPr>
          <p:cNvPr id="1169" name="Group 1168">
            <a:extLst>
              <a:ext uri="{FF2B5EF4-FFF2-40B4-BE49-F238E27FC236}">
                <a16:creationId xmlns:a16="http://schemas.microsoft.com/office/drawing/2014/main" id="{34A158F2-7935-8637-6AE5-2F1D8DD58E53}"/>
              </a:ext>
            </a:extLst>
          </p:cNvPr>
          <p:cNvGrpSpPr/>
          <p:nvPr/>
        </p:nvGrpSpPr>
        <p:grpSpPr>
          <a:xfrm>
            <a:off x="1144085" y="3153085"/>
            <a:ext cx="8118630" cy="2121660"/>
            <a:chOff x="1525446" y="4204113"/>
            <a:chExt cx="10824840" cy="2828880"/>
          </a:xfrm>
        </p:grpSpPr>
        <mc:AlternateContent xmlns:mc="http://schemas.openxmlformats.org/markup-compatibility/2006" xmlns:p14="http://schemas.microsoft.com/office/powerpoint/2010/main" xmlns:aink="http://schemas.microsoft.com/office/drawing/2016/ink">
          <mc:Choice Requires="p14 aink">
            <p:contentPart p14:bwMode="auto" r:id="rId35">
              <p14:nvContentPartPr>
                <p14:cNvPr id="57" name="Ink 56">
                  <a:extLst>
                    <a:ext uri="{FF2B5EF4-FFF2-40B4-BE49-F238E27FC236}">
                      <a16:creationId xmlns:a16="http://schemas.microsoft.com/office/drawing/2014/main" id="{FE553DE5-FF67-F26D-6933-3EAA714B16A5}"/>
                    </a:ext>
                  </a:extLst>
                </p14:cNvPr>
                <p14:cNvContentPartPr/>
                <p14:nvPr/>
              </p14:nvContentPartPr>
              <p14:xfrm>
                <a:off x="1539486" y="5758593"/>
                <a:ext cx="1441440" cy="15120"/>
              </p14:xfrm>
            </p:contentPart>
          </mc:Choice>
          <mc:Fallback xmlns="">
            <p:pic>
              <p:nvPicPr>
                <p:cNvPr id="57" name="Ink 56">
                  <a:extLst>
                    <a:ext uri="{FF2B5EF4-FFF2-40B4-BE49-F238E27FC236}">
                      <a16:creationId xmlns:a16="http://schemas.microsoft.com/office/drawing/2014/main" id="{FE553DE5-FF67-F26D-6933-3EAA714B16A5}"/>
                    </a:ext>
                  </a:extLst>
                </p:cNvPr>
                <p:cNvPicPr/>
                <p:nvPr/>
              </p:nvPicPr>
              <p:blipFill>
                <a:blip r:embed="rId36"/>
                <a:stretch>
                  <a:fillRect/>
                </a:stretch>
              </p:blipFill>
              <p:spPr>
                <a:xfrm>
                  <a:off x="1491486" y="5465948"/>
                  <a:ext cx="1536960" cy="59992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7">
              <p14:nvContentPartPr>
                <p14:cNvPr id="58" name="Ink 57">
                  <a:extLst>
                    <a:ext uri="{FF2B5EF4-FFF2-40B4-BE49-F238E27FC236}">
                      <a16:creationId xmlns:a16="http://schemas.microsoft.com/office/drawing/2014/main" id="{A9549340-D305-2BF3-664D-04F66EDB8FF3}"/>
                    </a:ext>
                  </a:extLst>
                </p14:cNvPr>
                <p14:cNvContentPartPr/>
                <p14:nvPr/>
              </p14:nvContentPartPr>
              <p14:xfrm>
                <a:off x="1525446" y="6133353"/>
                <a:ext cx="1431360" cy="61200"/>
              </p14:xfrm>
            </p:contentPart>
          </mc:Choice>
          <mc:Fallback xmlns="">
            <p:pic>
              <p:nvPicPr>
                <p:cNvPr id="58" name="Ink 57">
                  <a:extLst>
                    <a:ext uri="{FF2B5EF4-FFF2-40B4-BE49-F238E27FC236}">
                      <a16:creationId xmlns:a16="http://schemas.microsoft.com/office/drawing/2014/main" id="{A9549340-D305-2BF3-664D-04F66EDB8FF3}"/>
                    </a:ext>
                  </a:extLst>
                </p:cNvPr>
                <p:cNvPicPr/>
                <p:nvPr/>
              </p:nvPicPr>
              <p:blipFill>
                <a:blip r:embed="rId38"/>
                <a:stretch>
                  <a:fillRect/>
                </a:stretch>
              </p:blipFill>
              <p:spPr>
                <a:xfrm>
                  <a:off x="1477446" y="5846956"/>
                  <a:ext cx="1526880" cy="63447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9">
              <p14:nvContentPartPr>
                <p14:cNvPr id="61" name="Ink 60">
                  <a:extLst>
                    <a:ext uri="{FF2B5EF4-FFF2-40B4-BE49-F238E27FC236}">
                      <a16:creationId xmlns:a16="http://schemas.microsoft.com/office/drawing/2014/main" id="{1FBB32D9-572D-04EF-F899-39B6DC875EED}"/>
                    </a:ext>
                  </a:extLst>
                </p14:cNvPr>
                <p14:cNvContentPartPr/>
                <p14:nvPr/>
              </p14:nvContentPartPr>
              <p14:xfrm>
                <a:off x="1550286" y="6272673"/>
                <a:ext cx="1392120" cy="15120"/>
              </p14:xfrm>
            </p:contentPart>
          </mc:Choice>
          <mc:Fallback xmlns="">
            <p:pic>
              <p:nvPicPr>
                <p:cNvPr id="61" name="Ink 60">
                  <a:extLst>
                    <a:ext uri="{FF2B5EF4-FFF2-40B4-BE49-F238E27FC236}">
                      <a16:creationId xmlns:a16="http://schemas.microsoft.com/office/drawing/2014/main" id="{1FBB32D9-572D-04EF-F899-39B6DC875EED}"/>
                    </a:ext>
                  </a:extLst>
                </p:cNvPr>
                <p:cNvPicPr/>
                <p:nvPr/>
              </p:nvPicPr>
              <p:blipFill>
                <a:blip r:embed="rId40"/>
                <a:stretch>
                  <a:fillRect/>
                </a:stretch>
              </p:blipFill>
              <p:spPr>
                <a:xfrm>
                  <a:off x="1502298" y="5989645"/>
                  <a:ext cx="1487615" cy="581648"/>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1">
              <p14:nvContentPartPr>
                <p14:cNvPr id="1050" name="Ink 1049">
                  <a:extLst>
                    <a:ext uri="{FF2B5EF4-FFF2-40B4-BE49-F238E27FC236}">
                      <a16:creationId xmlns:a16="http://schemas.microsoft.com/office/drawing/2014/main" id="{4BBC7DAA-5410-03EE-8660-11DFFA52F1E6}"/>
                    </a:ext>
                  </a:extLst>
                </p14:cNvPr>
                <p14:cNvContentPartPr/>
                <p14:nvPr/>
              </p14:nvContentPartPr>
              <p14:xfrm>
                <a:off x="3991446" y="4682553"/>
                <a:ext cx="61560" cy="2231640"/>
              </p14:xfrm>
            </p:contentPart>
          </mc:Choice>
          <mc:Fallback xmlns="">
            <p:pic>
              <p:nvPicPr>
                <p:cNvPr id="1050" name="Ink 1049">
                  <a:extLst>
                    <a:ext uri="{FF2B5EF4-FFF2-40B4-BE49-F238E27FC236}">
                      <a16:creationId xmlns:a16="http://schemas.microsoft.com/office/drawing/2014/main" id="{4BBC7DAA-5410-03EE-8660-11DFFA52F1E6}"/>
                    </a:ext>
                  </a:extLst>
                </p:cNvPr>
                <p:cNvPicPr/>
                <p:nvPr/>
              </p:nvPicPr>
              <p:blipFill>
                <a:blip r:embed="rId42"/>
                <a:stretch>
                  <a:fillRect/>
                </a:stretch>
              </p:blipFill>
              <p:spPr>
                <a:xfrm>
                  <a:off x="3943352" y="4395018"/>
                  <a:ext cx="157267" cy="280719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3">
              <p14:nvContentPartPr>
                <p14:cNvPr id="1051" name="Ink 1050">
                  <a:extLst>
                    <a:ext uri="{FF2B5EF4-FFF2-40B4-BE49-F238E27FC236}">
                      <a16:creationId xmlns:a16="http://schemas.microsoft.com/office/drawing/2014/main" id="{77FE5DA2-2983-22C4-7AFA-55FC713F577E}"/>
                    </a:ext>
                  </a:extLst>
                </p14:cNvPr>
                <p14:cNvContentPartPr/>
                <p14:nvPr/>
              </p14:nvContentPartPr>
              <p14:xfrm>
                <a:off x="4112766" y="4694793"/>
                <a:ext cx="32040" cy="2178720"/>
              </p14:xfrm>
            </p:contentPart>
          </mc:Choice>
          <mc:Fallback xmlns="">
            <p:pic>
              <p:nvPicPr>
                <p:cNvPr id="1051" name="Ink 1050">
                  <a:extLst>
                    <a:ext uri="{FF2B5EF4-FFF2-40B4-BE49-F238E27FC236}">
                      <a16:creationId xmlns:a16="http://schemas.microsoft.com/office/drawing/2014/main" id="{77FE5DA2-2983-22C4-7AFA-55FC713F577E}"/>
                    </a:ext>
                  </a:extLst>
                </p:cNvPr>
                <p:cNvPicPr/>
                <p:nvPr/>
              </p:nvPicPr>
              <p:blipFill>
                <a:blip r:embed="rId44"/>
                <a:stretch>
                  <a:fillRect/>
                </a:stretch>
              </p:blipFill>
              <p:spPr>
                <a:xfrm>
                  <a:off x="4065423" y="4406793"/>
                  <a:ext cx="127204" cy="2754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5">
              <p14:nvContentPartPr>
                <p14:cNvPr id="1057" name="Ink 1056">
                  <a:extLst>
                    <a:ext uri="{FF2B5EF4-FFF2-40B4-BE49-F238E27FC236}">
                      <a16:creationId xmlns:a16="http://schemas.microsoft.com/office/drawing/2014/main" id="{9CC06E6B-8D17-91F5-30F4-E0139442F085}"/>
                    </a:ext>
                  </a:extLst>
                </p14:cNvPr>
                <p14:cNvContentPartPr/>
                <p14:nvPr/>
              </p14:nvContentPartPr>
              <p14:xfrm>
                <a:off x="3528846" y="4218513"/>
                <a:ext cx="171720" cy="22320"/>
              </p14:xfrm>
            </p:contentPart>
          </mc:Choice>
          <mc:Fallback xmlns="">
            <p:pic>
              <p:nvPicPr>
                <p:cNvPr id="1057" name="Ink 1056">
                  <a:extLst>
                    <a:ext uri="{FF2B5EF4-FFF2-40B4-BE49-F238E27FC236}">
                      <a16:creationId xmlns:a16="http://schemas.microsoft.com/office/drawing/2014/main" id="{9CC06E6B-8D17-91F5-30F4-E0139442F085}"/>
                    </a:ext>
                  </a:extLst>
                </p:cNvPr>
                <p:cNvPicPr/>
                <p:nvPr/>
              </p:nvPicPr>
              <p:blipFill>
                <a:blip r:embed="rId46"/>
                <a:stretch>
                  <a:fillRect/>
                </a:stretch>
              </p:blipFill>
              <p:spPr>
                <a:xfrm>
                  <a:off x="3481359" y="3933577"/>
                  <a:ext cx="267173" cy="59171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7">
              <p14:nvContentPartPr>
                <p14:cNvPr id="1061" name="Ink 1060">
                  <a:extLst>
                    <a:ext uri="{FF2B5EF4-FFF2-40B4-BE49-F238E27FC236}">
                      <a16:creationId xmlns:a16="http://schemas.microsoft.com/office/drawing/2014/main" id="{577D38FC-3983-C834-AF11-A19E3D7D0C80}"/>
                    </a:ext>
                  </a:extLst>
                </p14:cNvPr>
                <p14:cNvContentPartPr/>
                <p14:nvPr/>
              </p14:nvContentPartPr>
              <p14:xfrm>
                <a:off x="3701646" y="4232553"/>
                <a:ext cx="426240" cy="468360"/>
              </p14:xfrm>
            </p:contentPart>
          </mc:Choice>
          <mc:Fallback xmlns="">
            <p:pic>
              <p:nvPicPr>
                <p:cNvPr id="1061" name="Ink 1060">
                  <a:extLst>
                    <a:ext uri="{FF2B5EF4-FFF2-40B4-BE49-F238E27FC236}">
                      <a16:creationId xmlns:a16="http://schemas.microsoft.com/office/drawing/2014/main" id="{577D38FC-3983-C834-AF11-A19E3D7D0C80}"/>
                    </a:ext>
                  </a:extLst>
                </p:cNvPr>
                <p:cNvPicPr/>
                <p:nvPr/>
              </p:nvPicPr>
              <p:blipFill>
                <a:blip r:embed="rId48"/>
                <a:stretch>
                  <a:fillRect/>
                </a:stretch>
              </p:blipFill>
              <p:spPr>
                <a:xfrm>
                  <a:off x="3653646" y="3945107"/>
                  <a:ext cx="521760" cy="104373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9">
              <p14:nvContentPartPr>
                <p14:cNvPr id="1064" name="Ink 1063">
                  <a:extLst>
                    <a:ext uri="{FF2B5EF4-FFF2-40B4-BE49-F238E27FC236}">
                      <a16:creationId xmlns:a16="http://schemas.microsoft.com/office/drawing/2014/main" id="{8CD70F8A-CBB2-330C-AF82-74D703CF680A}"/>
                    </a:ext>
                  </a:extLst>
                </p14:cNvPr>
                <p14:cNvContentPartPr/>
                <p14:nvPr/>
              </p14:nvContentPartPr>
              <p14:xfrm>
                <a:off x="4147326" y="5741673"/>
                <a:ext cx="1515240" cy="17280"/>
              </p14:xfrm>
            </p:contentPart>
          </mc:Choice>
          <mc:Fallback xmlns="">
            <p:pic>
              <p:nvPicPr>
                <p:cNvPr id="1064" name="Ink 1063">
                  <a:extLst>
                    <a:ext uri="{FF2B5EF4-FFF2-40B4-BE49-F238E27FC236}">
                      <a16:creationId xmlns:a16="http://schemas.microsoft.com/office/drawing/2014/main" id="{8CD70F8A-CBB2-330C-AF82-74D703CF680A}"/>
                    </a:ext>
                  </a:extLst>
                </p:cNvPr>
                <p:cNvPicPr/>
                <p:nvPr/>
              </p:nvPicPr>
              <p:blipFill>
                <a:blip r:embed="rId50"/>
                <a:stretch>
                  <a:fillRect/>
                </a:stretch>
              </p:blipFill>
              <p:spPr>
                <a:xfrm>
                  <a:off x="4099330" y="5461457"/>
                  <a:ext cx="1610752" cy="57724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1">
              <p14:nvContentPartPr>
                <p14:cNvPr id="1067" name="Ink 1066">
                  <a:extLst>
                    <a:ext uri="{FF2B5EF4-FFF2-40B4-BE49-F238E27FC236}">
                      <a16:creationId xmlns:a16="http://schemas.microsoft.com/office/drawing/2014/main" id="{34D79EF3-259F-084B-E4B6-9806C3B9D21E}"/>
                    </a:ext>
                  </a:extLst>
                </p14:cNvPr>
                <p14:cNvContentPartPr/>
                <p14:nvPr/>
              </p14:nvContentPartPr>
              <p14:xfrm>
                <a:off x="4133286" y="6112113"/>
                <a:ext cx="1495800" cy="44280"/>
              </p14:xfrm>
            </p:contentPart>
          </mc:Choice>
          <mc:Fallback xmlns="">
            <p:pic>
              <p:nvPicPr>
                <p:cNvPr id="1067" name="Ink 1066">
                  <a:extLst>
                    <a:ext uri="{FF2B5EF4-FFF2-40B4-BE49-F238E27FC236}">
                      <a16:creationId xmlns:a16="http://schemas.microsoft.com/office/drawing/2014/main" id="{34D79EF3-259F-084B-E4B6-9806C3B9D21E}"/>
                    </a:ext>
                  </a:extLst>
                </p:cNvPr>
                <p:cNvPicPr/>
                <p:nvPr/>
              </p:nvPicPr>
              <p:blipFill>
                <a:blip r:embed="rId52"/>
                <a:stretch>
                  <a:fillRect/>
                </a:stretch>
              </p:blipFill>
              <p:spPr>
                <a:xfrm>
                  <a:off x="4085298" y="5823812"/>
                  <a:ext cx="1591297" cy="62136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3">
              <p14:nvContentPartPr>
                <p14:cNvPr id="1070" name="Ink 1069">
                  <a:extLst>
                    <a:ext uri="{FF2B5EF4-FFF2-40B4-BE49-F238E27FC236}">
                      <a16:creationId xmlns:a16="http://schemas.microsoft.com/office/drawing/2014/main" id="{30510393-6AC7-6D6B-7DA8-49D5499C17F8}"/>
                    </a:ext>
                  </a:extLst>
                </p14:cNvPr>
                <p14:cNvContentPartPr/>
                <p14:nvPr/>
              </p14:nvContentPartPr>
              <p14:xfrm>
                <a:off x="4147686" y="6224073"/>
                <a:ext cx="1500840" cy="56520"/>
              </p14:xfrm>
            </p:contentPart>
          </mc:Choice>
          <mc:Fallback xmlns="">
            <p:pic>
              <p:nvPicPr>
                <p:cNvPr id="1070" name="Ink 1069">
                  <a:extLst>
                    <a:ext uri="{FF2B5EF4-FFF2-40B4-BE49-F238E27FC236}">
                      <a16:creationId xmlns:a16="http://schemas.microsoft.com/office/drawing/2014/main" id="{30510393-6AC7-6D6B-7DA8-49D5499C17F8}"/>
                    </a:ext>
                  </a:extLst>
                </p:cNvPr>
                <p:cNvPicPr/>
                <p:nvPr/>
              </p:nvPicPr>
              <p:blipFill>
                <a:blip r:embed="rId54"/>
                <a:stretch>
                  <a:fillRect/>
                </a:stretch>
              </p:blipFill>
              <p:spPr>
                <a:xfrm>
                  <a:off x="4099690" y="5936683"/>
                  <a:ext cx="1596352" cy="63082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5">
              <p14:nvContentPartPr>
                <p14:cNvPr id="1074" name="Ink 1073">
                  <a:extLst>
                    <a:ext uri="{FF2B5EF4-FFF2-40B4-BE49-F238E27FC236}">
                      <a16:creationId xmlns:a16="http://schemas.microsoft.com/office/drawing/2014/main" id="{17393DD4-9CD7-9097-ACE4-A3F4622816EF}"/>
                    </a:ext>
                  </a:extLst>
                </p14:cNvPr>
                <p14:cNvContentPartPr/>
                <p14:nvPr/>
              </p14:nvContentPartPr>
              <p14:xfrm>
                <a:off x="5649966" y="4706313"/>
                <a:ext cx="54360" cy="2272680"/>
              </p14:xfrm>
            </p:contentPart>
          </mc:Choice>
          <mc:Fallback xmlns="">
            <p:pic>
              <p:nvPicPr>
                <p:cNvPr id="1074" name="Ink 1073">
                  <a:extLst>
                    <a:ext uri="{FF2B5EF4-FFF2-40B4-BE49-F238E27FC236}">
                      <a16:creationId xmlns:a16="http://schemas.microsoft.com/office/drawing/2014/main" id="{17393DD4-9CD7-9097-ACE4-A3F4622816EF}"/>
                    </a:ext>
                  </a:extLst>
                </p:cNvPr>
                <p:cNvPicPr/>
                <p:nvPr/>
              </p:nvPicPr>
              <p:blipFill>
                <a:blip r:embed="rId56"/>
                <a:stretch>
                  <a:fillRect/>
                </a:stretch>
              </p:blipFill>
              <p:spPr>
                <a:xfrm>
                  <a:off x="5602282" y="4418328"/>
                  <a:ext cx="149252" cy="284817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7">
              <p14:nvContentPartPr>
                <p14:cNvPr id="1077" name="Ink 1076">
                  <a:extLst>
                    <a:ext uri="{FF2B5EF4-FFF2-40B4-BE49-F238E27FC236}">
                      <a16:creationId xmlns:a16="http://schemas.microsoft.com/office/drawing/2014/main" id="{BEE09798-DF0B-D39A-A7BF-1EF51788F531}"/>
                    </a:ext>
                  </a:extLst>
                </p14:cNvPr>
                <p14:cNvContentPartPr/>
                <p14:nvPr/>
              </p14:nvContentPartPr>
              <p14:xfrm>
                <a:off x="5653206" y="4204113"/>
                <a:ext cx="521280" cy="521640"/>
              </p14:xfrm>
            </p:contentPart>
          </mc:Choice>
          <mc:Fallback xmlns="">
            <p:pic>
              <p:nvPicPr>
                <p:cNvPr id="1077" name="Ink 1076">
                  <a:extLst>
                    <a:ext uri="{FF2B5EF4-FFF2-40B4-BE49-F238E27FC236}">
                      <a16:creationId xmlns:a16="http://schemas.microsoft.com/office/drawing/2014/main" id="{BEE09798-DF0B-D39A-A7BF-1EF51788F531}"/>
                    </a:ext>
                  </a:extLst>
                </p:cNvPr>
                <p:cNvPicPr/>
                <p:nvPr/>
              </p:nvPicPr>
              <p:blipFill>
                <a:blip r:embed="rId58"/>
                <a:stretch>
                  <a:fillRect/>
                </a:stretch>
              </p:blipFill>
              <p:spPr>
                <a:xfrm>
                  <a:off x="5605686" y="3916179"/>
                  <a:ext cx="616800" cy="1097028"/>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9">
              <p14:nvContentPartPr>
                <p14:cNvPr id="1081" name="Ink 1080">
                  <a:extLst>
                    <a:ext uri="{FF2B5EF4-FFF2-40B4-BE49-F238E27FC236}">
                      <a16:creationId xmlns:a16="http://schemas.microsoft.com/office/drawing/2014/main" id="{253907F9-B25E-023E-0599-E55825C10ACC}"/>
                    </a:ext>
                  </a:extLst>
                </p14:cNvPr>
                <p14:cNvContentPartPr/>
                <p14:nvPr/>
              </p14:nvContentPartPr>
              <p14:xfrm>
                <a:off x="6143526" y="4234353"/>
                <a:ext cx="574560" cy="446760"/>
              </p14:xfrm>
            </p:contentPart>
          </mc:Choice>
          <mc:Fallback xmlns="">
            <p:pic>
              <p:nvPicPr>
                <p:cNvPr id="1081" name="Ink 1080">
                  <a:extLst>
                    <a:ext uri="{FF2B5EF4-FFF2-40B4-BE49-F238E27FC236}">
                      <a16:creationId xmlns:a16="http://schemas.microsoft.com/office/drawing/2014/main" id="{253907F9-B25E-023E-0599-E55825C10ACC}"/>
                    </a:ext>
                  </a:extLst>
                </p:cNvPr>
                <p:cNvPicPr/>
                <p:nvPr/>
              </p:nvPicPr>
              <p:blipFill>
                <a:blip r:embed="rId60"/>
                <a:stretch>
                  <a:fillRect/>
                </a:stretch>
              </p:blipFill>
              <p:spPr>
                <a:xfrm>
                  <a:off x="6095526" y="3946430"/>
                  <a:ext cx="670080" cy="102212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1">
              <p14:nvContentPartPr>
                <p14:cNvPr id="1107" name="Ink 1106">
                  <a:extLst>
                    <a:ext uri="{FF2B5EF4-FFF2-40B4-BE49-F238E27FC236}">
                      <a16:creationId xmlns:a16="http://schemas.microsoft.com/office/drawing/2014/main" id="{C487FA14-B9A0-0B81-0B74-E6045EF8F8D8}"/>
                    </a:ext>
                  </a:extLst>
                </p14:cNvPr>
                <p14:cNvContentPartPr/>
                <p14:nvPr/>
              </p14:nvContentPartPr>
              <p14:xfrm>
                <a:off x="6762366" y="5712513"/>
                <a:ext cx="1439280" cy="27000"/>
              </p14:xfrm>
            </p:contentPart>
          </mc:Choice>
          <mc:Fallback xmlns="">
            <p:pic>
              <p:nvPicPr>
                <p:cNvPr id="1107" name="Ink 1106">
                  <a:extLst>
                    <a:ext uri="{FF2B5EF4-FFF2-40B4-BE49-F238E27FC236}">
                      <a16:creationId xmlns:a16="http://schemas.microsoft.com/office/drawing/2014/main" id="{C487FA14-B9A0-0B81-0B74-E6045EF8F8D8}"/>
                    </a:ext>
                  </a:extLst>
                </p:cNvPr>
                <p:cNvPicPr/>
                <p:nvPr/>
              </p:nvPicPr>
              <p:blipFill>
                <a:blip r:embed="rId62"/>
                <a:stretch>
                  <a:fillRect/>
                </a:stretch>
              </p:blipFill>
              <p:spPr>
                <a:xfrm>
                  <a:off x="6714854" y="5428302"/>
                  <a:ext cx="1534784" cy="59494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3">
              <p14:nvContentPartPr>
                <p14:cNvPr id="1108" name="Ink 1107">
                  <a:extLst>
                    <a:ext uri="{FF2B5EF4-FFF2-40B4-BE49-F238E27FC236}">
                      <a16:creationId xmlns:a16="http://schemas.microsoft.com/office/drawing/2014/main" id="{BAB939C4-7622-49FA-A4E2-D76C82B59161}"/>
                    </a:ext>
                  </a:extLst>
                </p14:cNvPr>
                <p14:cNvContentPartPr/>
                <p14:nvPr/>
              </p14:nvContentPartPr>
              <p14:xfrm>
                <a:off x="6788646" y="6163593"/>
                <a:ext cx="1427040" cy="10080"/>
              </p14:xfrm>
            </p:contentPart>
          </mc:Choice>
          <mc:Fallback xmlns="">
            <p:pic>
              <p:nvPicPr>
                <p:cNvPr id="1108" name="Ink 1107">
                  <a:extLst>
                    <a:ext uri="{FF2B5EF4-FFF2-40B4-BE49-F238E27FC236}">
                      <a16:creationId xmlns:a16="http://schemas.microsoft.com/office/drawing/2014/main" id="{BAB939C4-7622-49FA-A4E2-D76C82B59161}"/>
                    </a:ext>
                  </a:extLst>
                </p:cNvPr>
                <p:cNvPicPr/>
                <p:nvPr/>
              </p:nvPicPr>
              <p:blipFill>
                <a:blip r:embed="rId64"/>
                <a:stretch>
                  <a:fillRect/>
                </a:stretch>
              </p:blipFill>
              <p:spPr>
                <a:xfrm>
                  <a:off x="6740646" y="5875593"/>
                  <a:ext cx="1522560" cy="585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5">
              <p14:nvContentPartPr>
                <p14:cNvPr id="1111" name="Ink 1110">
                  <a:extLst>
                    <a:ext uri="{FF2B5EF4-FFF2-40B4-BE49-F238E27FC236}">
                      <a16:creationId xmlns:a16="http://schemas.microsoft.com/office/drawing/2014/main" id="{C669862A-5DB5-F0C2-41DD-C1E0932A64FB}"/>
                    </a:ext>
                  </a:extLst>
                </p14:cNvPr>
                <p14:cNvContentPartPr/>
                <p14:nvPr/>
              </p14:nvContentPartPr>
              <p14:xfrm>
                <a:off x="6778206" y="6256473"/>
                <a:ext cx="1435680" cy="27360"/>
              </p14:xfrm>
            </p:contentPart>
          </mc:Choice>
          <mc:Fallback xmlns="">
            <p:pic>
              <p:nvPicPr>
                <p:cNvPr id="1111" name="Ink 1110">
                  <a:extLst>
                    <a:ext uri="{FF2B5EF4-FFF2-40B4-BE49-F238E27FC236}">
                      <a16:creationId xmlns:a16="http://schemas.microsoft.com/office/drawing/2014/main" id="{C669862A-5DB5-F0C2-41DD-C1E0932A64FB}"/>
                    </a:ext>
                  </a:extLst>
                </p:cNvPr>
                <p:cNvPicPr/>
                <p:nvPr/>
              </p:nvPicPr>
              <p:blipFill>
                <a:blip r:embed="rId66"/>
                <a:stretch>
                  <a:fillRect/>
                </a:stretch>
              </p:blipFill>
              <p:spPr>
                <a:xfrm>
                  <a:off x="6730206" y="5968473"/>
                  <a:ext cx="1531200" cy="602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7">
              <p14:nvContentPartPr>
                <p14:cNvPr id="1125" name="Ink 1124">
                  <a:extLst>
                    <a:ext uri="{FF2B5EF4-FFF2-40B4-BE49-F238E27FC236}">
                      <a16:creationId xmlns:a16="http://schemas.microsoft.com/office/drawing/2014/main" id="{44BC6DB8-A767-32E9-99D2-3BF44EB88D46}"/>
                    </a:ext>
                  </a:extLst>
                </p14:cNvPr>
                <p14:cNvContentPartPr/>
                <p14:nvPr/>
              </p14:nvContentPartPr>
              <p14:xfrm>
                <a:off x="8177886" y="4307073"/>
                <a:ext cx="1026720" cy="418680"/>
              </p14:xfrm>
            </p:contentPart>
          </mc:Choice>
          <mc:Fallback xmlns="">
            <p:pic>
              <p:nvPicPr>
                <p:cNvPr id="1125" name="Ink 1124">
                  <a:extLst>
                    <a:ext uri="{FF2B5EF4-FFF2-40B4-BE49-F238E27FC236}">
                      <a16:creationId xmlns:a16="http://schemas.microsoft.com/office/drawing/2014/main" id="{44BC6DB8-A767-32E9-99D2-3BF44EB88D46}"/>
                    </a:ext>
                  </a:extLst>
                </p:cNvPr>
                <p:cNvPicPr/>
                <p:nvPr/>
              </p:nvPicPr>
              <p:blipFill>
                <a:blip r:embed="rId68"/>
                <a:stretch>
                  <a:fillRect/>
                </a:stretch>
              </p:blipFill>
              <p:spPr>
                <a:xfrm>
                  <a:off x="8129908" y="4019320"/>
                  <a:ext cx="1122195" cy="99370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9">
              <p14:nvContentPartPr>
                <p14:cNvPr id="1126" name="Ink 1125">
                  <a:extLst>
                    <a:ext uri="{FF2B5EF4-FFF2-40B4-BE49-F238E27FC236}">
                      <a16:creationId xmlns:a16="http://schemas.microsoft.com/office/drawing/2014/main" id="{47E51633-3212-63F8-2BDD-88B7E45529FB}"/>
                    </a:ext>
                  </a:extLst>
                </p14:cNvPr>
                <p14:cNvContentPartPr/>
                <p14:nvPr/>
              </p14:nvContentPartPr>
              <p14:xfrm>
                <a:off x="8691966" y="4265313"/>
                <a:ext cx="641880" cy="451800"/>
              </p14:xfrm>
            </p:contentPart>
          </mc:Choice>
          <mc:Fallback xmlns="">
            <p:pic>
              <p:nvPicPr>
                <p:cNvPr id="1126" name="Ink 1125">
                  <a:extLst>
                    <a:ext uri="{FF2B5EF4-FFF2-40B4-BE49-F238E27FC236}">
                      <a16:creationId xmlns:a16="http://schemas.microsoft.com/office/drawing/2014/main" id="{47E51633-3212-63F8-2BDD-88B7E45529FB}"/>
                    </a:ext>
                  </a:extLst>
                </p:cNvPr>
                <p:cNvPicPr/>
                <p:nvPr/>
              </p:nvPicPr>
              <p:blipFill>
                <a:blip r:embed="rId70"/>
                <a:stretch>
                  <a:fillRect/>
                </a:stretch>
              </p:blipFill>
              <p:spPr>
                <a:xfrm>
                  <a:off x="8643993" y="3977717"/>
                  <a:ext cx="737346" cy="102747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1">
              <p14:nvContentPartPr>
                <p14:cNvPr id="1130" name="Ink 1129">
                  <a:extLst>
                    <a:ext uri="{FF2B5EF4-FFF2-40B4-BE49-F238E27FC236}">
                      <a16:creationId xmlns:a16="http://schemas.microsoft.com/office/drawing/2014/main" id="{F9F64787-ED9F-9439-636F-46CA97906E1C}"/>
                    </a:ext>
                  </a:extLst>
                </p14:cNvPr>
                <p14:cNvContentPartPr/>
                <p14:nvPr/>
              </p14:nvContentPartPr>
              <p14:xfrm>
                <a:off x="9146286" y="4729353"/>
                <a:ext cx="54000" cy="2219400"/>
              </p14:xfrm>
            </p:contentPart>
          </mc:Choice>
          <mc:Fallback xmlns="">
            <p:pic>
              <p:nvPicPr>
                <p:cNvPr id="1130" name="Ink 1129">
                  <a:extLst>
                    <a:ext uri="{FF2B5EF4-FFF2-40B4-BE49-F238E27FC236}">
                      <a16:creationId xmlns:a16="http://schemas.microsoft.com/office/drawing/2014/main" id="{F9F64787-ED9F-9439-636F-46CA97906E1C}"/>
                    </a:ext>
                  </a:extLst>
                </p:cNvPr>
                <p:cNvPicPr/>
                <p:nvPr/>
              </p:nvPicPr>
              <p:blipFill>
                <a:blip r:embed="rId72"/>
                <a:stretch>
                  <a:fillRect/>
                </a:stretch>
              </p:blipFill>
              <p:spPr>
                <a:xfrm>
                  <a:off x="9098498" y="4441849"/>
                  <a:ext cx="149097" cy="279488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3">
              <p14:nvContentPartPr>
                <p14:cNvPr id="1133" name="Ink 1132">
                  <a:extLst>
                    <a:ext uri="{FF2B5EF4-FFF2-40B4-BE49-F238E27FC236}">
                      <a16:creationId xmlns:a16="http://schemas.microsoft.com/office/drawing/2014/main" id="{3EF0263D-C52E-9CC1-283B-B95A3C21B1B8}"/>
                    </a:ext>
                  </a:extLst>
                </p14:cNvPr>
                <p14:cNvContentPartPr/>
                <p14:nvPr/>
              </p14:nvContentPartPr>
              <p14:xfrm>
                <a:off x="9230886" y="4714953"/>
                <a:ext cx="63720" cy="2300040"/>
              </p14:xfrm>
            </p:contentPart>
          </mc:Choice>
          <mc:Fallback xmlns="">
            <p:pic>
              <p:nvPicPr>
                <p:cNvPr id="1133" name="Ink 1132">
                  <a:extLst>
                    <a:ext uri="{FF2B5EF4-FFF2-40B4-BE49-F238E27FC236}">
                      <a16:creationId xmlns:a16="http://schemas.microsoft.com/office/drawing/2014/main" id="{3EF0263D-C52E-9CC1-283B-B95A3C21B1B8}"/>
                    </a:ext>
                  </a:extLst>
                </p:cNvPr>
                <p:cNvPicPr/>
                <p:nvPr/>
              </p:nvPicPr>
              <p:blipFill>
                <a:blip r:embed="rId74"/>
                <a:stretch>
                  <a:fillRect/>
                </a:stretch>
              </p:blipFill>
              <p:spPr>
                <a:xfrm>
                  <a:off x="9183455" y="4426968"/>
                  <a:ext cx="159060" cy="287553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5">
              <p14:nvContentPartPr>
                <p14:cNvPr id="1136" name="Ink 1135">
                  <a:extLst>
                    <a:ext uri="{FF2B5EF4-FFF2-40B4-BE49-F238E27FC236}">
                      <a16:creationId xmlns:a16="http://schemas.microsoft.com/office/drawing/2014/main" id="{772428DA-B041-2E18-8077-C3CAF3321958}"/>
                    </a:ext>
                  </a:extLst>
                </p14:cNvPr>
                <p14:cNvContentPartPr/>
                <p14:nvPr/>
              </p14:nvContentPartPr>
              <p14:xfrm>
                <a:off x="9258606" y="5715753"/>
                <a:ext cx="1365480" cy="22320"/>
              </p14:xfrm>
            </p:contentPart>
          </mc:Choice>
          <mc:Fallback xmlns="">
            <p:pic>
              <p:nvPicPr>
                <p:cNvPr id="1136" name="Ink 1135">
                  <a:extLst>
                    <a:ext uri="{FF2B5EF4-FFF2-40B4-BE49-F238E27FC236}">
                      <a16:creationId xmlns:a16="http://schemas.microsoft.com/office/drawing/2014/main" id="{772428DA-B041-2E18-8077-C3CAF3321958}"/>
                    </a:ext>
                  </a:extLst>
                </p:cNvPr>
                <p:cNvPicPr/>
                <p:nvPr/>
              </p:nvPicPr>
              <p:blipFill>
                <a:blip r:embed="rId76"/>
                <a:stretch>
                  <a:fillRect/>
                </a:stretch>
              </p:blipFill>
              <p:spPr>
                <a:xfrm>
                  <a:off x="9210610" y="5430817"/>
                  <a:ext cx="1460992" cy="59171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7">
              <p14:nvContentPartPr>
                <p14:cNvPr id="1139" name="Ink 1138">
                  <a:extLst>
                    <a:ext uri="{FF2B5EF4-FFF2-40B4-BE49-F238E27FC236}">
                      <a16:creationId xmlns:a16="http://schemas.microsoft.com/office/drawing/2014/main" id="{3B3AAE7B-9A7F-9402-710B-77AB1FFF2397}"/>
                    </a:ext>
                  </a:extLst>
                </p14:cNvPr>
                <p14:cNvContentPartPr/>
                <p14:nvPr/>
              </p14:nvContentPartPr>
              <p14:xfrm>
                <a:off x="9257886" y="6180873"/>
                <a:ext cx="1354680" cy="27000"/>
              </p14:xfrm>
            </p:contentPart>
          </mc:Choice>
          <mc:Fallback xmlns="">
            <p:pic>
              <p:nvPicPr>
                <p:cNvPr id="1139" name="Ink 1138">
                  <a:extLst>
                    <a:ext uri="{FF2B5EF4-FFF2-40B4-BE49-F238E27FC236}">
                      <a16:creationId xmlns:a16="http://schemas.microsoft.com/office/drawing/2014/main" id="{3B3AAE7B-9A7F-9402-710B-77AB1FFF2397}"/>
                    </a:ext>
                  </a:extLst>
                </p:cNvPr>
                <p:cNvPicPr/>
                <p:nvPr/>
              </p:nvPicPr>
              <p:blipFill>
                <a:blip r:embed="rId78"/>
                <a:stretch>
                  <a:fillRect/>
                </a:stretch>
              </p:blipFill>
              <p:spPr>
                <a:xfrm>
                  <a:off x="9210362" y="5891587"/>
                  <a:ext cx="1450208" cy="60508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9">
              <p14:nvContentPartPr>
                <p14:cNvPr id="1142" name="Ink 1141">
                  <a:extLst>
                    <a:ext uri="{FF2B5EF4-FFF2-40B4-BE49-F238E27FC236}">
                      <a16:creationId xmlns:a16="http://schemas.microsoft.com/office/drawing/2014/main" id="{BB2DEF34-1F44-B18D-3476-8725EAF68DDA}"/>
                    </a:ext>
                  </a:extLst>
                </p14:cNvPr>
                <p14:cNvContentPartPr/>
                <p14:nvPr/>
              </p14:nvContentPartPr>
              <p14:xfrm>
                <a:off x="9265806" y="6282033"/>
                <a:ext cx="1354680" cy="22320"/>
              </p14:xfrm>
            </p:contentPart>
          </mc:Choice>
          <mc:Fallback xmlns="">
            <p:pic>
              <p:nvPicPr>
                <p:cNvPr id="1142" name="Ink 1141">
                  <a:extLst>
                    <a:ext uri="{FF2B5EF4-FFF2-40B4-BE49-F238E27FC236}">
                      <a16:creationId xmlns:a16="http://schemas.microsoft.com/office/drawing/2014/main" id="{BB2DEF34-1F44-B18D-3476-8725EAF68DDA}"/>
                    </a:ext>
                  </a:extLst>
                </p:cNvPr>
                <p:cNvPicPr/>
                <p:nvPr/>
              </p:nvPicPr>
              <p:blipFill>
                <a:blip r:embed="rId80"/>
                <a:stretch>
                  <a:fillRect/>
                </a:stretch>
              </p:blipFill>
              <p:spPr>
                <a:xfrm>
                  <a:off x="9217802" y="5997097"/>
                  <a:ext cx="1450208" cy="59171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1">
              <p14:nvContentPartPr>
                <p14:cNvPr id="1153" name="Ink 1152">
                  <a:extLst>
                    <a:ext uri="{FF2B5EF4-FFF2-40B4-BE49-F238E27FC236}">
                      <a16:creationId xmlns:a16="http://schemas.microsoft.com/office/drawing/2014/main" id="{412B0613-B215-D3F9-43B6-1A9BDA9E09C7}"/>
                    </a:ext>
                  </a:extLst>
                </p14:cNvPr>
                <p14:cNvContentPartPr/>
                <p14:nvPr/>
              </p14:nvContentPartPr>
              <p14:xfrm>
                <a:off x="11510766" y="4729713"/>
                <a:ext cx="63000" cy="2197800"/>
              </p14:xfrm>
            </p:contentPart>
          </mc:Choice>
          <mc:Fallback xmlns="">
            <p:pic>
              <p:nvPicPr>
                <p:cNvPr id="1153" name="Ink 1152">
                  <a:extLst>
                    <a:ext uri="{FF2B5EF4-FFF2-40B4-BE49-F238E27FC236}">
                      <a16:creationId xmlns:a16="http://schemas.microsoft.com/office/drawing/2014/main" id="{412B0613-B215-D3F9-43B6-1A9BDA9E09C7}"/>
                    </a:ext>
                  </a:extLst>
                </p:cNvPr>
                <p:cNvPicPr/>
                <p:nvPr/>
              </p:nvPicPr>
              <p:blipFill>
                <a:blip r:embed="rId82"/>
                <a:stretch>
                  <a:fillRect/>
                </a:stretch>
              </p:blipFill>
              <p:spPr>
                <a:xfrm>
                  <a:off x="11463516" y="4441729"/>
                  <a:ext cx="157977" cy="277328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3">
              <p14:nvContentPartPr>
                <p14:cNvPr id="1154" name="Ink 1153">
                  <a:extLst>
                    <a:ext uri="{FF2B5EF4-FFF2-40B4-BE49-F238E27FC236}">
                      <a16:creationId xmlns:a16="http://schemas.microsoft.com/office/drawing/2014/main" id="{99253A49-B328-3969-C496-F17BC64D9D6A}"/>
                    </a:ext>
                  </a:extLst>
                </p14:cNvPr>
                <p14:cNvContentPartPr/>
                <p14:nvPr/>
              </p14:nvContentPartPr>
              <p14:xfrm>
                <a:off x="11057886" y="4284033"/>
                <a:ext cx="603360" cy="444240"/>
              </p14:xfrm>
            </p:contentPart>
          </mc:Choice>
          <mc:Fallback xmlns="">
            <p:pic>
              <p:nvPicPr>
                <p:cNvPr id="1154" name="Ink 1153">
                  <a:extLst>
                    <a:ext uri="{FF2B5EF4-FFF2-40B4-BE49-F238E27FC236}">
                      <a16:creationId xmlns:a16="http://schemas.microsoft.com/office/drawing/2014/main" id="{99253A49-B328-3969-C496-F17BC64D9D6A}"/>
                    </a:ext>
                  </a:extLst>
                </p:cNvPr>
                <p:cNvPicPr/>
                <p:nvPr/>
              </p:nvPicPr>
              <p:blipFill>
                <a:blip r:embed="rId84"/>
                <a:stretch>
                  <a:fillRect/>
                </a:stretch>
              </p:blipFill>
              <p:spPr>
                <a:xfrm>
                  <a:off x="11009886" y="3996189"/>
                  <a:ext cx="698880" cy="101944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5">
              <p14:nvContentPartPr>
                <p14:cNvPr id="1158" name="Ink 1157">
                  <a:extLst>
                    <a:ext uri="{FF2B5EF4-FFF2-40B4-BE49-F238E27FC236}">
                      <a16:creationId xmlns:a16="http://schemas.microsoft.com/office/drawing/2014/main" id="{4A400484-61ED-2791-839A-B31D761AD047}"/>
                    </a:ext>
                  </a:extLst>
                </p14:cNvPr>
                <p14:cNvContentPartPr/>
                <p14:nvPr/>
              </p14:nvContentPartPr>
              <p14:xfrm>
                <a:off x="11623446" y="4723233"/>
                <a:ext cx="71640" cy="2309760"/>
              </p14:xfrm>
            </p:contentPart>
          </mc:Choice>
          <mc:Fallback xmlns="">
            <p:pic>
              <p:nvPicPr>
                <p:cNvPr id="1158" name="Ink 1157">
                  <a:extLst>
                    <a:ext uri="{FF2B5EF4-FFF2-40B4-BE49-F238E27FC236}">
                      <a16:creationId xmlns:a16="http://schemas.microsoft.com/office/drawing/2014/main" id="{4A400484-61ED-2791-839A-B31D761AD047}"/>
                    </a:ext>
                  </a:extLst>
                </p:cNvPr>
                <p:cNvPicPr/>
                <p:nvPr/>
              </p:nvPicPr>
              <p:blipFill>
                <a:blip r:embed="rId86"/>
                <a:stretch>
                  <a:fillRect/>
                </a:stretch>
              </p:blipFill>
              <p:spPr>
                <a:xfrm>
                  <a:off x="11575365" y="4435293"/>
                  <a:ext cx="167320" cy="28851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7">
              <p14:nvContentPartPr>
                <p14:cNvPr id="1161" name="Ink 1160">
                  <a:extLst>
                    <a:ext uri="{FF2B5EF4-FFF2-40B4-BE49-F238E27FC236}">
                      <a16:creationId xmlns:a16="http://schemas.microsoft.com/office/drawing/2014/main" id="{1EE40A6F-7721-8E6F-0885-10792B2FCC4B}"/>
                    </a:ext>
                  </a:extLst>
                </p14:cNvPr>
                <p14:cNvContentPartPr/>
                <p14:nvPr/>
              </p14:nvContentPartPr>
              <p14:xfrm>
                <a:off x="11628126" y="5632233"/>
                <a:ext cx="722160" cy="42840"/>
              </p14:xfrm>
            </p:contentPart>
          </mc:Choice>
          <mc:Fallback xmlns="">
            <p:pic>
              <p:nvPicPr>
                <p:cNvPr id="1161" name="Ink 1160">
                  <a:extLst>
                    <a:ext uri="{FF2B5EF4-FFF2-40B4-BE49-F238E27FC236}">
                      <a16:creationId xmlns:a16="http://schemas.microsoft.com/office/drawing/2014/main" id="{1EE40A6F-7721-8E6F-0885-10792B2FCC4B}"/>
                    </a:ext>
                  </a:extLst>
                </p:cNvPr>
                <p:cNvPicPr/>
                <p:nvPr/>
              </p:nvPicPr>
              <p:blipFill>
                <a:blip r:embed="rId88"/>
                <a:stretch>
                  <a:fillRect/>
                </a:stretch>
              </p:blipFill>
              <p:spPr>
                <a:xfrm>
                  <a:off x="11580142" y="5343424"/>
                  <a:ext cx="817648" cy="61997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9">
              <p14:nvContentPartPr>
                <p14:cNvPr id="1164" name="Ink 1163">
                  <a:extLst>
                    <a:ext uri="{FF2B5EF4-FFF2-40B4-BE49-F238E27FC236}">
                      <a16:creationId xmlns:a16="http://schemas.microsoft.com/office/drawing/2014/main" id="{91AA8868-EEC3-8979-4106-FB3FDA767130}"/>
                    </a:ext>
                  </a:extLst>
                </p14:cNvPr>
                <p14:cNvContentPartPr/>
                <p14:nvPr/>
              </p14:nvContentPartPr>
              <p14:xfrm>
                <a:off x="11644686" y="6125433"/>
                <a:ext cx="568800" cy="19800"/>
              </p14:xfrm>
            </p:contentPart>
          </mc:Choice>
          <mc:Fallback xmlns="">
            <p:pic>
              <p:nvPicPr>
                <p:cNvPr id="1164" name="Ink 1163">
                  <a:extLst>
                    <a:ext uri="{FF2B5EF4-FFF2-40B4-BE49-F238E27FC236}">
                      <a16:creationId xmlns:a16="http://schemas.microsoft.com/office/drawing/2014/main" id="{91AA8868-EEC3-8979-4106-FB3FDA767130}"/>
                    </a:ext>
                  </a:extLst>
                </p:cNvPr>
                <p:cNvPicPr/>
                <p:nvPr/>
              </p:nvPicPr>
              <p:blipFill>
                <a:blip r:embed="rId90"/>
                <a:stretch>
                  <a:fillRect/>
                </a:stretch>
              </p:blipFill>
              <p:spPr>
                <a:xfrm>
                  <a:off x="11596686" y="5843047"/>
                  <a:ext cx="664320" cy="58504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1">
              <p14:nvContentPartPr>
                <p14:cNvPr id="1167" name="Ink 1166">
                  <a:extLst>
                    <a:ext uri="{FF2B5EF4-FFF2-40B4-BE49-F238E27FC236}">
                      <a16:creationId xmlns:a16="http://schemas.microsoft.com/office/drawing/2014/main" id="{B9C1A1CD-4B8E-5F2A-F88F-8128EA4B5606}"/>
                    </a:ext>
                  </a:extLst>
                </p14:cNvPr>
                <p14:cNvContentPartPr/>
                <p14:nvPr/>
              </p14:nvContentPartPr>
              <p14:xfrm>
                <a:off x="11663046" y="6240993"/>
                <a:ext cx="649800" cy="9000"/>
              </p14:xfrm>
            </p:contentPart>
          </mc:Choice>
          <mc:Fallback xmlns="">
            <p:pic>
              <p:nvPicPr>
                <p:cNvPr id="1167" name="Ink 1166">
                  <a:extLst>
                    <a:ext uri="{FF2B5EF4-FFF2-40B4-BE49-F238E27FC236}">
                      <a16:creationId xmlns:a16="http://schemas.microsoft.com/office/drawing/2014/main" id="{B9C1A1CD-4B8E-5F2A-F88F-8128EA4B5606}"/>
                    </a:ext>
                  </a:extLst>
                </p:cNvPr>
                <p:cNvPicPr/>
                <p:nvPr/>
              </p:nvPicPr>
              <p:blipFill>
                <a:blip r:embed="rId92"/>
                <a:stretch>
                  <a:fillRect/>
                </a:stretch>
              </p:blipFill>
              <p:spPr>
                <a:xfrm>
                  <a:off x="11615055" y="5956782"/>
                  <a:ext cx="745302" cy="576947"/>
                </a:xfrm>
                <a:prstGeom prst="rect">
                  <a:avLst/>
                </a:prstGeom>
              </p:spPr>
            </p:pic>
          </mc:Fallback>
        </mc:AlternateContent>
      </p:grpSp>
      <p:pic>
        <p:nvPicPr>
          <p:cNvPr id="1177" name="Picture 2">
            <a:extLst>
              <a:ext uri="{FF2B5EF4-FFF2-40B4-BE49-F238E27FC236}">
                <a16:creationId xmlns:a16="http://schemas.microsoft.com/office/drawing/2014/main" id="{83374F68-D1C8-4241-C7C2-E3EE9452CFA2}"/>
              </a:ext>
            </a:extLst>
          </p:cNvPr>
          <p:cNvPicPr>
            <a:picLocks noChangeAspect="1" noChangeArrowheads="1"/>
          </p:cNvPicPr>
          <p:nvPr/>
        </p:nvPicPr>
        <p:blipFill>
          <a:blip r:embed="rId93">
            <a:extLst>
              <a:ext uri="{28A0092B-C50C-407E-A947-70E740481C1C}">
                <a14:useLocalDpi xmlns:a14="http://schemas.microsoft.com/office/drawing/2010/main" val="0"/>
              </a:ext>
            </a:extLst>
          </a:blip>
          <a:srcRect/>
          <a:stretch>
            <a:fillRect/>
          </a:stretch>
        </p:blipFill>
        <p:spPr bwMode="auto">
          <a:xfrm>
            <a:off x="7942520" y="175537"/>
            <a:ext cx="1052623" cy="365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8632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EEE8"/>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55B3887-3AB3-F8EF-C16B-2AE5108A65B4}"/>
              </a:ext>
            </a:extLst>
          </p:cNvPr>
          <p:cNvSpPr>
            <a:spLocks noGrp="1"/>
          </p:cNvSpPr>
          <p:nvPr>
            <p:ph type="title"/>
          </p:nvPr>
        </p:nvSpPr>
        <p:spPr>
          <a:xfrm>
            <a:off x="662645" y="809341"/>
            <a:ext cx="7130582" cy="598475"/>
          </a:xfrm>
        </p:spPr>
        <p:txBody>
          <a:bodyPr>
            <a:normAutofit fontScale="90000"/>
          </a:bodyPr>
          <a:lstStyle/>
          <a:p>
            <a:r>
              <a:rPr lang="en-GB" dirty="0">
                <a:latin typeface="VELUX Transform" pitchFamily="2" charset="0"/>
              </a:rPr>
              <a:t>k auth </a:t>
            </a:r>
            <a:r>
              <a:rPr lang="en-GB" dirty="0" err="1">
                <a:latin typeface="VELUX Transform" pitchFamily="2" charset="0"/>
              </a:rPr>
              <a:t>whoami</a:t>
            </a:r>
            <a:endParaRPr lang="en-GB" dirty="0">
              <a:latin typeface="VELUX Transform" pitchFamily="2"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4">
            <p14:nvContentPartPr>
              <p14:cNvPr id="25" name="Ink 24">
                <a:extLst>
                  <a:ext uri="{FF2B5EF4-FFF2-40B4-BE49-F238E27FC236}">
                    <a16:creationId xmlns:a16="http://schemas.microsoft.com/office/drawing/2014/main" id="{AF9465AE-3840-4245-FB34-A8D07CFCDAD5}"/>
                  </a:ext>
                </a:extLst>
              </p14:cNvPr>
              <p14:cNvContentPartPr/>
              <p14:nvPr/>
            </p14:nvContentPartPr>
            <p14:xfrm>
              <a:off x="-4775754" y="-370710"/>
              <a:ext cx="9990" cy="3510"/>
            </p14:xfrm>
          </p:contentPart>
        </mc:Choice>
        <mc:Fallback xmlns="">
          <p:pic>
            <p:nvPicPr>
              <p:cNvPr id="25" name="Ink 24">
                <a:extLst>
                  <a:ext uri="{FF2B5EF4-FFF2-40B4-BE49-F238E27FC236}">
                    <a16:creationId xmlns:a16="http://schemas.microsoft.com/office/drawing/2014/main" id="{AF9465AE-3840-4245-FB34-A8D07CFCDAD5}"/>
                  </a:ext>
                </a:extLst>
              </p:cNvPr>
              <p:cNvPicPr/>
              <p:nvPr/>
            </p:nvPicPr>
            <p:blipFill>
              <a:blip r:embed="rId5"/>
              <a:stretch>
                <a:fillRect/>
              </a:stretch>
            </p:blipFill>
            <p:spPr>
              <a:xfrm>
                <a:off x="-4838192" y="-739260"/>
                <a:ext cx="134508" cy="74025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132" name="Ink 131">
                <a:extLst>
                  <a:ext uri="{FF2B5EF4-FFF2-40B4-BE49-F238E27FC236}">
                    <a16:creationId xmlns:a16="http://schemas.microsoft.com/office/drawing/2014/main" id="{82CF605E-454A-196C-98B4-3D4AD48BC16A}"/>
                  </a:ext>
                </a:extLst>
              </p14:cNvPr>
              <p14:cNvContentPartPr/>
              <p14:nvPr/>
            </p14:nvContentPartPr>
            <p14:xfrm>
              <a:off x="5462256" y="2256558"/>
              <a:ext cx="374220" cy="537300"/>
            </p14:xfrm>
          </p:contentPart>
        </mc:Choice>
        <mc:Fallback xmlns="">
          <p:pic>
            <p:nvPicPr>
              <p:cNvPr id="132" name="Ink 131">
                <a:extLst>
                  <a:ext uri="{FF2B5EF4-FFF2-40B4-BE49-F238E27FC236}">
                    <a16:creationId xmlns:a16="http://schemas.microsoft.com/office/drawing/2014/main" id="{82CF605E-454A-196C-98B4-3D4AD48BC16A}"/>
                  </a:ext>
                </a:extLst>
              </p:cNvPr>
              <p:cNvPicPr/>
              <p:nvPr/>
            </p:nvPicPr>
            <p:blipFill>
              <a:blip r:embed="rId7"/>
              <a:stretch>
                <a:fillRect/>
              </a:stretch>
            </p:blipFill>
            <p:spPr>
              <a:xfrm>
                <a:off x="5426273" y="2040990"/>
                <a:ext cx="445826" cy="96879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136" name="Ink 135">
                <a:extLst>
                  <a:ext uri="{FF2B5EF4-FFF2-40B4-BE49-F238E27FC236}">
                    <a16:creationId xmlns:a16="http://schemas.microsoft.com/office/drawing/2014/main" id="{4DD84A1C-D9B9-FA54-9DA1-071A08B9DD51}"/>
                  </a:ext>
                </a:extLst>
              </p14:cNvPr>
              <p14:cNvContentPartPr/>
              <p14:nvPr/>
            </p14:nvContentPartPr>
            <p14:xfrm>
              <a:off x="5577006" y="2871078"/>
              <a:ext cx="620190" cy="235170"/>
            </p14:xfrm>
          </p:contentPart>
        </mc:Choice>
        <mc:Fallback xmlns="">
          <p:pic>
            <p:nvPicPr>
              <p:cNvPr id="136" name="Ink 135">
                <a:extLst>
                  <a:ext uri="{FF2B5EF4-FFF2-40B4-BE49-F238E27FC236}">
                    <a16:creationId xmlns:a16="http://schemas.microsoft.com/office/drawing/2014/main" id="{4DD84A1C-D9B9-FA54-9DA1-071A08B9DD51}"/>
                  </a:ext>
                </a:extLst>
              </p:cNvPr>
              <p:cNvPicPr/>
              <p:nvPr/>
            </p:nvPicPr>
            <p:blipFill>
              <a:blip r:embed="rId9"/>
              <a:stretch>
                <a:fillRect/>
              </a:stretch>
            </p:blipFill>
            <p:spPr>
              <a:xfrm>
                <a:off x="5541011" y="2655355"/>
                <a:ext cx="691820" cy="66697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77" name="Ink 176">
                <a:extLst>
                  <a:ext uri="{FF2B5EF4-FFF2-40B4-BE49-F238E27FC236}">
                    <a16:creationId xmlns:a16="http://schemas.microsoft.com/office/drawing/2014/main" id="{EBDF0FCF-F6B3-AA41-EC58-95E145DE4124}"/>
                  </a:ext>
                </a:extLst>
              </p14:cNvPr>
              <p14:cNvContentPartPr/>
              <p14:nvPr/>
            </p14:nvContentPartPr>
            <p14:xfrm>
              <a:off x="5400426" y="1700628"/>
              <a:ext cx="376650" cy="104220"/>
            </p14:xfrm>
          </p:contentPart>
        </mc:Choice>
        <mc:Fallback xmlns="">
          <p:pic>
            <p:nvPicPr>
              <p:cNvPr id="177" name="Ink 176">
                <a:extLst>
                  <a:ext uri="{FF2B5EF4-FFF2-40B4-BE49-F238E27FC236}">
                    <a16:creationId xmlns:a16="http://schemas.microsoft.com/office/drawing/2014/main" id="{EBDF0FCF-F6B3-AA41-EC58-95E145DE4124}"/>
                  </a:ext>
                </a:extLst>
              </p:cNvPr>
              <p:cNvPicPr/>
              <p:nvPr/>
            </p:nvPicPr>
            <p:blipFill>
              <a:blip r:embed="rId11"/>
              <a:stretch>
                <a:fillRect/>
              </a:stretch>
            </p:blipFill>
            <p:spPr>
              <a:xfrm>
                <a:off x="5364812" y="1485000"/>
                <a:ext cx="448239" cy="53511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5199" name="Ink 5198">
                <a:extLst>
                  <a:ext uri="{FF2B5EF4-FFF2-40B4-BE49-F238E27FC236}">
                    <a16:creationId xmlns:a16="http://schemas.microsoft.com/office/drawing/2014/main" id="{2F7D7A79-BF45-AD74-DCE0-43C22E0BE1F4}"/>
                  </a:ext>
                </a:extLst>
              </p14:cNvPr>
              <p14:cNvContentPartPr/>
              <p14:nvPr/>
            </p14:nvContentPartPr>
            <p14:xfrm>
              <a:off x="6013596" y="2220648"/>
              <a:ext cx="308880" cy="12690"/>
            </p14:xfrm>
          </p:contentPart>
        </mc:Choice>
        <mc:Fallback xmlns="">
          <p:pic>
            <p:nvPicPr>
              <p:cNvPr id="5199" name="Ink 5198">
                <a:extLst>
                  <a:ext uri="{FF2B5EF4-FFF2-40B4-BE49-F238E27FC236}">
                    <a16:creationId xmlns:a16="http://schemas.microsoft.com/office/drawing/2014/main" id="{2F7D7A79-BF45-AD74-DCE0-43C22E0BE1F4}"/>
                  </a:ext>
                </a:extLst>
              </p:cNvPr>
              <p:cNvPicPr/>
              <p:nvPr/>
            </p:nvPicPr>
            <p:blipFill>
              <a:blip r:embed="rId13"/>
              <a:stretch>
                <a:fillRect/>
              </a:stretch>
            </p:blipFill>
            <p:spPr>
              <a:xfrm>
                <a:off x="5977638" y="2009500"/>
                <a:ext cx="380437" cy="435338"/>
              </a:xfrm>
              <a:prstGeom prst="rect">
                <a:avLst/>
              </a:prstGeom>
            </p:spPr>
          </p:pic>
        </mc:Fallback>
      </mc:AlternateContent>
      <p:grpSp>
        <p:nvGrpSpPr>
          <p:cNvPr id="5220" name="Group 5219">
            <a:extLst>
              <a:ext uri="{FF2B5EF4-FFF2-40B4-BE49-F238E27FC236}">
                <a16:creationId xmlns:a16="http://schemas.microsoft.com/office/drawing/2014/main" id="{00AB8AD3-E925-24DF-D9EA-CAA0E5CE83F3}"/>
              </a:ext>
            </a:extLst>
          </p:cNvPr>
          <p:cNvGrpSpPr/>
          <p:nvPr/>
        </p:nvGrpSpPr>
        <p:grpSpPr>
          <a:xfrm>
            <a:off x="4493766" y="1283208"/>
            <a:ext cx="3051810" cy="3504870"/>
            <a:chOff x="5991688" y="1710944"/>
            <a:chExt cx="4069080" cy="4673160"/>
          </a:xfrm>
        </p:grpSpPr>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24" name="Ink 23">
                  <a:extLst>
                    <a:ext uri="{FF2B5EF4-FFF2-40B4-BE49-F238E27FC236}">
                      <a16:creationId xmlns:a16="http://schemas.microsoft.com/office/drawing/2014/main" id="{4F015C4D-79B3-D7EB-76D8-B88FDC5DD376}"/>
                    </a:ext>
                  </a:extLst>
                </p14:cNvPr>
                <p14:cNvContentPartPr/>
                <p14:nvPr/>
              </p14:nvContentPartPr>
              <p14:xfrm>
                <a:off x="6701608" y="2834144"/>
                <a:ext cx="779040" cy="254880"/>
              </p14:xfrm>
            </p:contentPart>
          </mc:Choice>
          <mc:Fallback xmlns="">
            <p:pic>
              <p:nvPicPr>
                <p:cNvPr id="24" name="Ink 23">
                  <a:extLst>
                    <a:ext uri="{FF2B5EF4-FFF2-40B4-BE49-F238E27FC236}">
                      <a16:creationId xmlns:a16="http://schemas.microsoft.com/office/drawing/2014/main" id="{4F015C4D-79B3-D7EB-76D8-B88FDC5DD376}"/>
                    </a:ext>
                  </a:extLst>
                </p:cNvPr>
                <p:cNvPicPr/>
                <p:nvPr/>
              </p:nvPicPr>
              <p:blipFill>
                <a:blip r:embed="rId15"/>
                <a:stretch>
                  <a:fillRect/>
                </a:stretch>
              </p:blipFill>
              <p:spPr>
                <a:xfrm>
                  <a:off x="6653608" y="2546624"/>
                  <a:ext cx="874560" cy="830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26" name="Ink 25">
                  <a:extLst>
                    <a:ext uri="{FF2B5EF4-FFF2-40B4-BE49-F238E27FC236}">
                      <a16:creationId xmlns:a16="http://schemas.microsoft.com/office/drawing/2014/main" id="{4A8B464E-2B7B-F56B-250E-CBBA2A1C89E1}"/>
                    </a:ext>
                  </a:extLst>
                </p14:cNvPr>
                <p14:cNvContentPartPr/>
                <p14:nvPr/>
              </p14:nvContentPartPr>
              <p14:xfrm>
                <a:off x="7441048" y="2917304"/>
                <a:ext cx="1017720" cy="189720"/>
              </p14:xfrm>
            </p:contentPart>
          </mc:Choice>
          <mc:Fallback xmlns="">
            <p:pic>
              <p:nvPicPr>
                <p:cNvPr id="26" name="Ink 25">
                  <a:extLst>
                    <a:ext uri="{FF2B5EF4-FFF2-40B4-BE49-F238E27FC236}">
                      <a16:creationId xmlns:a16="http://schemas.microsoft.com/office/drawing/2014/main" id="{4A8B464E-2B7B-F56B-250E-CBBA2A1C89E1}"/>
                    </a:ext>
                  </a:extLst>
                </p:cNvPr>
                <p:cNvPicPr/>
                <p:nvPr/>
              </p:nvPicPr>
              <p:blipFill>
                <a:blip r:embed="rId17"/>
                <a:stretch>
                  <a:fillRect/>
                </a:stretch>
              </p:blipFill>
              <p:spPr>
                <a:xfrm>
                  <a:off x="7393065" y="2629602"/>
                  <a:ext cx="1113206" cy="76560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
              <p14:nvContentPartPr>
                <p14:cNvPr id="29" name="Ink 28">
                  <a:extLst>
                    <a:ext uri="{FF2B5EF4-FFF2-40B4-BE49-F238E27FC236}">
                      <a16:creationId xmlns:a16="http://schemas.microsoft.com/office/drawing/2014/main" id="{9A970502-CDA0-28C1-B96E-8AE3E9E99595}"/>
                    </a:ext>
                  </a:extLst>
                </p14:cNvPr>
                <p14:cNvContentPartPr/>
                <p14:nvPr/>
              </p14:nvContentPartPr>
              <p14:xfrm>
                <a:off x="6947128" y="2891744"/>
                <a:ext cx="365040" cy="54360"/>
              </p14:xfrm>
            </p:contentPart>
          </mc:Choice>
          <mc:Fallback xmlns="">
            <p:pic>
              <p:nvPicPr>
                <p:cNvPr id="29" name="Ink 28">
                  <a:extLst>
                    <a:ext uri="{FF2B5EF4-FFF2-40B4-BE49-F238E27FC236}">
                      <a16:creationId xmlns:a16="http://schemas.microsoft.com/office/drawing/2014/main" id="{9A970502-CDA0-28C1-B96E-8AE3E9E99595}"/>
                    </a:ext>
                  </a:extLst>
                </p:cNvPr>
                <p:cNvPicPr/>
                <p:nvPr/>
              </p:nvPicPr>
              <p:blipFill>
                <a:blip r:embed="rId19"/>
                <a:stretch>
                  <a:fillRect/>
                </a:stretch>
              </p:blipFill>
              <p:spPr>
                <a:xfrm>
                  <a:off x="6899160" y="2606116"/>
                  <a:ext cx="460497" cy="62609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0">
              <p14:nvContentPartPr>
                <p14:cNvPr id="30" name="Ink 29">
                  <a:extLst>
                    <a:ext uri="{FF2B5EF4-FFF2-40B4-BE49-F238E27FC236}">
                      <a16:creationId xmlns:a16="http://schemas.microsoft.com/office/drawing/2014/main" id="{F7A0C95B-9168-48F6-EF4D-73BD50F78113}"/>
                    </a:ext>
                  </a:extLst>
                </p14:cNvPr>
                <p14:cNvContentPartPr/>
                <p14:nvPr/>
              </p14:nvContentPartPr>
              <p14:xfrm>
                <a:off x="7085368" y="2914424"/>
                <a:ext cx="114120" cy="84960"/>
              </p14:xfrm>
            </p:contentPart>
          </mc:Choice>
          <mc:Fallback xmlns="">
            <p:pic>
              <p:nvPicPr>
                <p:cNvPr id="30" name="Ink 29">
                  <a:extLst>
                    <a:ext uri="{FF2B5EF4-FFF2-40B4-BE49-F238E27FC236}">
                      <a16:creationId xmlns:a16="http://schemas.microsoft.com/office/drawing/2014/main" id="{F7A0C95B-9168-48F6-EF4D-73BD50F78113}"/>
                    </a:ext>
                  </a:extLst>
                </p:cNvPr>
                <p:cNvPicPr/>
                <p:nvPr/>
              </p:nvPicPr>
              <p:blipFill>
                <a:blip r:embed="rId21"/>
                <a:stretch>
                  <a:fillRect/>
                </a:stretch>
              </p:blipFill>
              <p:spPr>
                <a:xfrm>
                  <a:off x="7037898" y="2626424"/>
                  <a:ext cx="209540" cy="660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2">
              <p14:nvContentPartPr>
                <p14:cNvPr id="31" name="Ink 30">
                  <a:extLst>
                    <a:ext uri="{FF2B5EF4-FFF2-40B4-BE49-F238E27FC236}">
                      <a16:creationId xmlns:a16="http://schemas.microsoft.com/office/drawing/2014/main" id="{F13BC27C-1613-BF63-9192-DBFC6FEAB1A6}"/>
                    </a:ext>
                  </a:extLst>
                </p14:cNvPr>
                <p14:cNvContentPartPr/>
                <p14:nvPr/>
              </p14:nvContentPartPr>
              <p14:xfrm>
                <a:off x="8036128" y="2980664"/>
                <a:ext cx="237960" cy="93960"/>
              </p14:xfrm>
            </p:contentPart>
          </mc:Choice>
          <mc:Fallback xmlns="">
            <p:pic>
              <p:nvPicPr>
                <p:cNvPr id="31" name="Ink 30">
                  <a:extLst>
                    <a:ext uri="{FF2B5EF4-FFF2-40B4-BE49-F238E27FC236}">
                      <a16:creationId xmlns:a16="http://schemas.microsoft.com/office/drawing/2014/main" id="{F13BC27C-1613-BF63-9192-DBFC6FEAB1A6}"/>
                    </a:ext>
                  </a:extLst>
                </p:cNvPr>
                <p:cNvPicPr/>
                <p:nvPr/>
              </p:nvPicPr>
              <p:blipFill>
                <a:blip r:embed="rId23"/>
                <a:stretch>
                  <a:fillRect/>
                </a:stretch>
              </p:blipFill>
              <p:spPr>
                <a:xfrm>
                  <a:off x="7988152" y="2693031"/>
                  <a:ext cx="333432" cy="66874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4">
              <p14:nvContentPartPr>
                <p14:cNvPr id="142" name="Ink 141">
                  <a:extLst>
                    <a:ext uri="{FF2B5EF4-FFF2-40B4-BE49-F238E27FC236}">
                      <a16:creationId xmlns:a16="http://schemas.microsoft.com/office/drawing/2014/main" id="{C641835A-2290-5483-44F8-4311632243C3}"/>
                    </a:ext>
                  </a:extLst>
                </p14:cNvPr>
                <p14:cNvContentPartPr/>
                <p14:nvPr/>
              </p14:nvContentPartPr>
              <p14:xfrm>
                <a:off x="6870448" y="2827664"/>
                <a:ext cx="1978200" cy="1726560"/>
              </p14:xfrm>
            </p:contentPart>
          </mc:Choice>
          <mc:Fallback xmlns="">
            <p:pic>
              <p:nvPicPr>
                <p:cNvPr id="142" name="Ink 141">
                  <a:extLst>
                    <a:ext uri="{FF2B5EF4-FFF2-40B4-BE49-F238E27FC236}">
                      <a16:creationId xmlns:a16="http://schemas.microsoft.com/office/drawing/2014/main" id="{C641835A-2290-5483-44F8-4311632243C3}"/>
                    </a:ext>
                  </a:extLst>
                </p:cNvPr>
                <p:cNvPicPr/>
                <p:nvPr/>
              </p:nvPicPr>
              <p:blipFill>
                <a:blip r:embed="rId25"/>
                <a:stretch>
                  <a:fillRect/>
                </a:stretch>
              </p:blipFill>
              <p:spPr>
                <a:xfrm>
                  <a:off x="6822937" y="2539664"/>
                  <a:ext cx="2073703" cy="2302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
              <p14:nvContentPartPr>
                <p14:cNvPr id="145" name="Ink 144">
                  <a:extLst>
                    <a:ext uri="{FF2B5EF4-FFF2-40B4-BE49-F238E27FC236}">
                      <a16:creationId xmlns:a16="http://schemas.microsoft.com/office/drawing/2014/main" id="{0AE56E79-BC7E-41B8-8FE1-0AE3CE806D54}"/>
                    </a:ext>
                  </a:extLst>
                </p14:cNvPr>
                <p14:cNvContentPartPr/>
                <p14:nvPr/>
              </p14:nvContentPartPr>
              <p14:xfrm>
                <a:off x="6929848" y="2401424"/>
                <a:ext cx="331560" cy="365400"/>
              </p14:xfrm>
            </p:contentPart>
          </mc:Choice>
          <mc:Fallback xmlns="">
            <p:pic>
              <p:nvPicPr>
                <p:cNvPr id="145" name="Ink 144">
                  <a:extLst>
                    <a:ext uri="{FF2B5EF4-FFF2-40B4-BE49-F238E27FC236}">
                      <a16:creationId xmlns:a16="http://schemas.microsoft.com/office/drawing/2014/main" id="{0AE56E79-BC7E-41B8-8FE1-0AE3CE806D54}"/>
                    </a:ext>
                  </a:extLst>
                </p:cNvPr>
                <p:cNvPicPr/>
                <p:nvPr/>
              </p:nvPicPr>
              <p:blipFill>
                <a:blip r:embed="rId27"/>
                <a:stretch>
                  <a:fillRect/>
                </a:stretch>
              </p:blipFill>
              <p:spPr>
                <a:xfrm>
                  <a:off x="6881865" y="2113329"/>
                  <a:ext cx="427045" cy="94110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
              <p14:nvContentPartPr>
                <p14:cNvPr id="146" name="Ink 145">
                  <a:extLst>
                    <a:ext uri="{FF2B5EF4-FFF2-40B4-BE49-F238E27FC236}">
                      <a16:creationId xmlns:a16="http://schemas.microsoft.com/office/drawing/2014/main" id="{87FBB2F9-0147-6579-9FF5-C0491D9039C6}"/>
                    </a:ext>
                  </a:extLst>
                </p14:cNvPr>
                <p14:cNvContentPartPr/>
                <p14:nvPr/>
              </p14:nvContentPartPr>
              <p14:xfrm>
                <a:off x="7003288" y="2597984"/>
                <a:ext cx="344880" cy="71280"/>
              </p14:xfrm>
            </p:contentPart>
          </mc:Choice>
          <mc:Fallback xmlns="">
            <p:pic>
              <p:nvPicPr>
                <p:cNvPr id="146" name="Ink 145">
                  <a:extLst>
                    <a:ext uri="{FF2B5EF4-FFF2-40B4-BE49-F238E27FC236}">
                      <a16:creationId xmlns:a16="http://schemas.microsoft.com/office/drawing/2014/main" id="{87FBB2F9-0147-6579-9FF5-C0491D9039C6}"/>
                    </a:ext>
                  </a:extLst>
                </p:cNvPr>
                <p:cNvPicPr/>
                <p:nvPr/>
              </p:nvPicPr>
              <p:blipFill>
                <a:blip r:embed="rId29"/>
                <a:stretch>
                  <a:fillRect/>
                </a:stretch>
              </p:blipFill>
              <p:spPr>
                <a:xfrm>
                  <a:off x="6955801" y="2310950"/>
                  <a:ext cx="440334" cy="64486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
              <p14:nvContentPartPr>
                <p14:cNvPr id="147" name="Ink 146">
                  <a:extLst>
                    <a:ext uri="{FF2B5EF4-FFF2-40B4-BE49-F238E27FC236}">
                      <a16:creationId xmlns:a16="http://schemas.microsoft.com/office/drawing/2014/main" id="{A819B64A-1EAA-1A64-BBED-0BEE5FE6030D}"/>
                    </a:ext>
                  </a:extLst>
                </p14:cNvPr>
                <p14:cNvContentPartPr/>
                <p14:nvPr/>
              </p14:nvContentPartPr>
              <p14:xfrm>
                <a:off x="7884928" y="2646944"/>
                <a:ext cx="545760" cy="95040"/>
              </p14:xfrm>
            </p:contentPart>
          </mc:Choice>
          <mc:Fallback xmlns="">
            <p:pic>
              <p:nvPicPr>
                <p:cNvPr id="147" name="Ink 146">
                  <a:extLst>
                    <a:ext uri="{FF2B5EF4-FFF2-40B4-BE49-F238E27FC236}">
                      <a16:creationId xmlns:a16="http://schemas.microsoft.com/office/drawing/2014/main" id="{A819B64A-1EAA-1A64-BBED-0BEE5FE6030D}"/>
                    </a:ext>
                  </a:extLst>
                </p:cNvPr>
                <p:cNvPicPr/>
                <p:nvPr/>
              </p:nvPicPr>
              <p:blipFill>
                <a:blip r:embed="rId31"/>
                <a:stretch>
                  <a:fillRect/>
                </a:stretch>
              </p:blipFill>
              <p:spPr>
                <a:xfrm>
                  <a:off x="7836928" y="2358944"/>
                  <a:ext cx="641280" cy="670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
              <p14:nvContentPartPr>
                <p14:cNvPr id="148" name="Ink 147">
                  <a:extLst>
                    <a:ext uri="{FF2B5EF4-FFF2-40B4-BE49-F238E27FC236}">
                      <a16:creationId xmlns:a16="http://schemas.microsoft.com/office/drawing/2014/main" id="{3723A5A8-28F9-752F-82CC-C7D15099EFE9}"/>
                    </a:ext>
                  </a:extLst>
                </p14:cNvPr>
                <p14:cNvContentPartPr/>
                <p14:nvPr/>
              </p14:nvContentPartPr>
              <p14:xfrm>
                <a:off x="7698088" y="2105144"/>
                <a:ext cx="1128240" cy="716400"/>
              </p14:xfrm>
            </p:contentPart>
          </mc:Choice>
          <mc:Fallback xmlns="">
            <p:pic>
              <p:nvPicPr>
                <p:cNvPr id="148" name="Ink 147">
                  <a:extLst>
                    <a:ext uri="{FF2B5EF4-FFF2-40B4-BE49-F238E27FC236}">
                      <a16:creationId xmlns:a16="http://schemas.microsoft.com/office/drawing/2014/main" id="{3723A5A8-28F9-752F-82CC-C7D15099EFE9}"/>
                    </a:ext>
                  </a:extLst>
                </p:cNvPr>
                <p:cNvPicPr/>
                <p:nvPr/>
              </p:nvPicPr>
              <p:blipFill>
                <a:blip r:embed="rId33"/>
                <a:stretch>
                  <a:fillRect/>
                </a:stretch>
              </p:blipFill>
              <p:spPr>
                <a:xfrm>
                  <a:off x="7650578" y="1817720"/>
                  <a:ext cx="1223740" cy="129172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
              <p14:nvContentPartPr>
                <p14:cNvPr id="149" name="Ink 148">
                  <a:extLst>
                    <a:ext uri="{FF2B5EF4-FFF2-40B4-BE49-F238E27FC236}">
                      <a16:creationId xmlns:a16="http://schemas.microsoft.com/office/drawing/2014/main" id="{4622207B-5E43-90B6-7960-756C7717927D}"/>
                    </a:ext>
                  </a:extLst>
                </p14:cNvPr>
                <p14:cNvContentPartPr/>
                <p14:nvPr/>
              </p14:nvContentPartPr>
              <p14:xfrm>
                <a:off x="8726608" y="3164264"/>
                <a:ext cx="264600" cy="534240"/>
              </p14:xfrm>
            </p:contentPart>
          </mc:Choice>
          <mc:Fallback xmlns="">
            <p:pic>
              <p:nvPicPr>
                <p:cNvPr id="149" name="Ink 148">
                  <a:extLst>
                    <a:ext uri="{FF2B5EF4-FFF2-40B4-BE49-F238E27FC236}">
                      <a16:creationId xmlns:a16="http://schemas.microsoft.com/office/drawing/2014/main" id="{4622207B-5E43-90B6-7960-756C7717927D}"/>
                    </a:ext>
                  </a:extLst>
                </p:cNvPr>
                <p:cNvPicPr/>
                <p:nvPr/>
              </p:nvPicPr>
              <p:blipFill>
                <a:blip r:embed="rId35"/>
                <a:stretch>
                  <a:fillRect/>
                </a:stretch>
              </p:blipFill>
              <p:spPr>
                <a:xfrm>
                  <a:off x="8679153" y="2876744"/>
                  <a:ext cx="359990" cy="1109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6">
              <p14:nvContentPartPr>
                <p14:cNvPr id="150" name="Ink 149">
                  <a:extLst>
                    <a:ext uri="{FF2B5EF4-FFF2-40B4-BE49-F238E27FC236}">
                      <a16:creationId xmlns:a16="http://schemas.microsoft.com/office/drawing/2014/main" id="{005489C3-4EAA-F309-F593-429445772737}"/>
                    </a:ext>
                  </a:extLst>
                </p14:cNvPr>
                <p14:cNvContentPartPr/>
                <p14:nvPr/>
              </p14:nvContentPartPr>
              <p14:xfrm>
                <a:off x="7748848" y="1710944"/>
                <a:ext cx="2073240" cy="3427200"/>
              </p14:xfrm>
            </p:contentPart>
          </mc:Choice>
          <mc:Fallback xmlns="">
            <p:pic>
              <p:nvPicPr>
                <p:cNvPr id="150" name="Ink 149">
                  <a:extLst>
                    <a:ext uri="{FF2B5EF4-FFF2-40B4-BE49-F238E27FC236}">
                      <a16:creationId xmlns:a16="http://schemas.microsoft.com/office/drawing/2014/main" id="{005489C3-4EAA-F309-F593-429445772737}"/>
                    </a:ext>
                  </a:extLst>
                </p:cNvPr>
                <p:cNvPicPr/>
                <p:nvPr/>
              </p:nvPicPr>
              <p:blipFill>
                <a:blip r:embed="rId37"/>
                <a:stretch>
                  <a:fillRect/>
                </a:stretch>
              </p:blipFill>
              <p:spPr>
                <a:xfrm>
                  <a:off x="7700845" y="1422944"/>
                  <a:ext cx="2168766" cy="4002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8">
              <p14:nvContentPartPr>
                <p14:cNvPr id="153" name="Ink 152">
                  <a:extLst>
                    <a:ext uri="{FF2B5EF4-FFF2-40B4-BE49-F238E27FC236}">
                      <a16:creationId xmlns:a16="http://schemas.microsoft.com/office/drawing/2014/main" id="{C5A967BA-83BF-6221-9E6B-E485E5CCC6A4}"/>
                    </a:ext>
                  </a:extLst>
                </p14:cNvPr>
                <p14:cNvContentPartPr/>
                <p14:nvPr/>
              </p14:nvContentPartPr>
              <p14:xfrm>
                <a:off x="6009688" y="1868624"/>
                <a:ext cx="1746000" cy="3413880"/>
              </p14:xfrm>
            </p:contentPart>
          </mc:Choice>
          <mc:Fallback xmlns="">
            <p:pic>
              <p:nvPicPr>
                <p:cNvPr id="153" name="Ink 152">
                  <a:extLst>
                    <a:ext uri="{FF2B5EF4-FFF2-40B4-BE49-F238E27FC236}">
                      <a16:creationId xmlns:a16="http://schemas.microsoft.com/office/drawing/2014/main" id="{C5A967BA-83BF-6221-9E6B-E485E5CCC6A4}"/>
                    </a:ext>
                  </a:extLst>
                </p:cNvPr>
                <p:cNvPicPr/>
                <p:nvPr/>
              </p:nvPicPr>
              <p:blipFill>
                <a:blip r:embed="rId39"/>
                <a:stretch>
                  <a:fillRect/>
                </a:stretch>
              </p:blipFill>
              <p:spPr>
                <a:xfrm>
                  <a:off x="5962175" y="1580654"/>
                  <a:ext cx="1841507" cy="398933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0">
              <p14:nvContentPartPr>
                <p14:cNvPr id="156" name="Ink 155">
                  <a:extLst>
                    <a:ext uri="{FF2B5EF4-FFF2-40B4-BE49-F238E27FC236}">
                      <a16:creationId xmlns:a16="http://schemas.microsoft.com/office/drawing/2014/main" id="{D3776746-7485-D033-391C-D95376BB9348}"/>
                    </a:ext>
                  </a:extLst>
                </p14:cNvPr>
                <p14:cNvContentPartPr/>
                <p14:nvPr/>
              </p14:nvContentPartPr>
              <p14:xfrm>
                <a:off x="8622208" y="3818384"/>
                <a:ext cx="62640" cy="1624680"/>
              </p14:xfrm>
            </p:contentPart>
          </mc:Choice>
          <mc:Fallback xmlns="">
            <p:pic>
              <p:nvPicPr>
                <p:cNvPr id="156" name="Ink 155">
                  <a:extLst>
                    <a:ext uri="{FF2B5EF4-FFF2-40B4-BE49-F238E27FC236}">
                      <a16:creationId xmlns:a16="http://schemas.microsoft.com/office/drawing/2014/main" id="{D3776746-7485-D033-391C-D95376BB9348}"/>
                    </a:ext>
                  </a:extLst>
                </p:cNvPr>
                <p:cNvPicPr/>
                <p:nvPr/>
              </p:nvPicPr>
              <p:blipFill>
                <a:blip r:embed="rId41"/>
                <a:stretch>
                  <a:fillRect/>
                </a:stretch>
              </p:blipFill>
              <p:spPr>
                <a:xfrm>
                  <a:off x="8574869" y="3530885"/>
                  <a:ext cx="157795" cy="220015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2">
              <p14:nvContentPartPr>
                <p14:cNvPr id="159" name="Ink 158">
                  <a:extLst>
                    <a:ext uri="{FF2B5EF4-FFF2-40B4-BE49-F238E27FC236}">
                      <a16:creationId xmlns:a16="http://schemas.microsoft.com/office/drawing/2014/main" id="{F2D9DDBF-3A80-088F-E627-3C31D0AEF90E}"/>
                    </a:ext>
                  </a:extLst>
                </p14:cNvPr>
                <p14:cNvContentPartPr/>
                <p14:nvPr/>
              </p14:nvContentPartPr>
              <p14:xfrm>
                <a:off x="7492168" y="4531184"/>
                <a:ext cx="37080" cy="713160"/>
              </p14:xfrm>
            </p:contentPart>
          </mc:Choice>
          <mc:Fallback xmlns="">
            <p:pic>
              <p:nvPicPr>
                <p:cNvPr id="159" name="Ink 158">
                  <a:extLst>
                    <a:ext uri="{FF2B5EF4-FFF2-40B4-BE49-F238E27FC236}">
                      <a16:creationId xmlns:a16="http://schemas.microsoft.com/office/drawing/2014/main" id="{F2D9DDBF-3A80-088F-E627-3C31D0AEF90E}"/>
                    </a:ext>
                  </a:extLst>
                </p:cNvPr>
                <p:cNvPicPr/>
                <p:nvPr/>
              </p:nvPicPr>
              <p:blipFill>
                <a:blip r:embed="rId43"/>
                <a:stretch>
                  <a:fillRect/>
                </a:stretch>
              </p:blipFill>
              <p:spPr>
                <a:xfrm>
                  <a:off x="7445105" y="4243232"/>
                  <a:ext cx="131682" cy="128858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4">
              <p14:nvContentPartPr>
                <p14:cNvPr id="162" name="Ink 161">
                  <a:extLst>
                    <a:ext uri="{FF2B5EF4-FFF2-40B4-BE49-F238E27FC236}">
                      <a16:creationId xmlns:a16="http://schemas.microsoft.com/office/drawing/2014/main" id="{2D7ACA92-EA78-DFB5-7F86-99753DBF6D4B}"/>
                    </a:ext>
                  </a:extLst>
                </p14:cNvPr>
                <p14:cNvContentPartPr/>
                <p14:nvPr/>
              </p14:nvContentPartPr>
              <p14:xfrm>
                <a:off x="6977728" y="4777784"/>
                <a:ext cx="510480" cy="465480"/>
              </p14:xfrm>
            </p:contentPart>
          </mc:Choice>
          <mc:Fallback xmlns="">
            <p:pic>
              <p:nvPicPr>
                <p:cNvPr id="162" name="Ink 161">
                  <a:extLst>
                    <a:ext uri="{FF2B5EF4-FFF2-40B4-BE49-F238E27FC236}">
                      <a16:creationId xmlns:a16="http://schemas.microsoft.com/office/drawing/2014/main" id="{2D7ACA92-EA78-DFB5-7F86-99753DBF6D4B}"/>
                    </a:ext>
                  </a:extLst>
                </p:cNvPr>
                <p:cNvPicPr/>
                <p:nvPr/>
              </p:nvPicPr>
              <p:blipFill>
                <a:blip r:embed="rId45"/>
                <a:stretch>
                  <a:fillRect/>
                </a:stretch>
              </p:blipFill>
              <p:spPr>
                <a:xfrm>
                  <a:off x="6930186" y="4489858"/>
                  <a:ext cx="606045" cy="104085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6">
              <p14:nvContentPartPr>
                <p14:cNvPr id="165" name="Ink 164">
                  <a:extLst>
                    <a:ext uri="{FF2B5EF4-FFF2-40B4-BE49-F238E27FC236}">
                      <a16:creationId xmlns:a16="http://schemas.microsoft.com/office/drawing/2014/main" id="{3BC1F35A-BD53-5870-EBBE-11B261FA52E8}"/>
                    </a:ext>
                  </a:extLst>
                </p14:cNvPr>
                <p14:cNvContentPartPr/>
                <p14:nvPr/>
              </p14:nvContentPartPr>
              <p14:xfrm>
                <a:off x="7310368" y="5002424"/>
                <a:ext cx="1615320" cy="612000"/>
              </p14:xfrm>
            </p:contentPart>
          </mc:Choice>
          <mc:Fallback xmlns="">
            <p:pic>
              <p:nvPicPr>
                <p:cNvPr id="165" name="Ink 164">
                  <a:extLst>
                    <a:ext uri="{FF2B5EF4-FFF2-40B4-BE49-F238E27FC236}">
                      <a16:creationId xmlns:a16="http://schemas.microsoft.com/office/drawing/2014/main" id="{3BC1F35A-BD53-5870-EBBE-11B261FA52E8}"/>
                    </a:ext>
                  </a:extLst>
                </p:cNvPr>
                <p:cNvPicPr/>
                <p:nvPr/>
              </p:nvPicPr>
              <p:blipFill>
                <a:blip r:embed="rId47"/>
                <a:stretch>
                  <a:fillRect/>
                </a:stretch>
              </p:blipFill>
              <p:spPr>
                <a:xfrm>
                  <a:off x="7262859" y="4714424"/>
                  <a:ext cx="1710819" cy="1187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8">
              <p14:nvContentPartPr>
                <p14:cNvPr id="166" name="Ink 165">
                  <a:extLst>
                    <a:ext uri="{FF2B5EF4-FFF2-40B4-BE49-F238E27FC236}">
                      <a16:creationId xmlns:a16="http://schemas.microsoft.com/office/drawing/2014/main" id="{1E5BC88E-2664-D7C4-A127-B4B584080274}"/>
                    </a:ext>
                  </a:extLst>
                </p14:cNvPr>
                <p14:cNvContentPartPr/>
                <p14:nvPr/>
              </p14:nvContentPartPr>
              <p14:xfrm>
                <a:off x="8690968" y="4681664"/>
                <a:ext cx="1369800" cy="1254600"/>
              </p14:xfrm>
            </p:contentPart>
          </mc:Choice>
          <mc:Fallback xmlns="">
            <p:pic>
              <p:nvPicPr>
                <p:cNvPr id="166" name="Ink 165">
                  <a:extLst>
                    <a:ext uri="{FF2B5EF4-FFF2-40B4-BE49-F238E27FC236}">
                      <a16:creationId xmlns:a16="http://schemas.microsoft.com/office/drawing/2014/main" id="{1E5BC88E-2664-D7C4-A127-B4B584080274}"/>
                    </a:ext>
                  </a:extLst>
                </p:cNvPr>
                <p:cNvPicPr/>
                <p:nvPr/>
              </p:nvPicPr>
              <p:blipFill>
                <a:blip r:embed="rId49"/>
                <a:stretch>
                  <a:fillRect/>
                </a:stretch>
              </p:blipFill>
              <p:spPr>
                <a:xfrm>
                  <a:off x="8642972" y="4393692"/>
                  <a:ext cx="1465312" cy="183006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0">
              <p14:nvContentPartPr>
                <p14:cNvPr id="169" name="Ink 168">
                  <a:extLst>
                    <a:ext uri="{FF2B5EF4-FFF2-40B4-BE49-F238E27FC236}">
                      <a16:creationId xmlns:a16="http://schemas.microsoft.com/office/drawing/2014/main" id="{BBC8FD2D-A5C8-2D86-B737-B9285E01CF98}"/>
                    </a:ext>
                  </a:extLst>
                </p14:cNvPr>
                <p14:cNvContentPartPr/>
                <p14:nvPr/>
              </p14:nvContentPartPr>
              <p14:xfrm>
                <a:off x="6237208" y="5225984"/>
                <a:ext cx="741240" cy="1158120"/>
              </p14:xfrm>
            </p:contentPart>
          </mc:Choice>
          <mc:Fallback xmlns="">
            <p:pic>
              <p:nvPicPr>
                <p:cNvPr id="169" name="Ink 168">
                  <a:extLst>
                    <a:ext uri="{FF2B5EF4-FFF2-40B4-BE49-F238E27FC236}">
                      <a16:creationId xmlns:a16="http://schemas.microsoft.com/office/drawing/2014/main" id="{BBC8FD2D-A5C8-2D86-B737-B9285E01CF98}"/>
                    </a:ext>
                  </a:extLst>
                </p:cNvPr>
                <p:cNvPicPr/>
                <p:nvPr/>
              </p:nvPicPr>
              <p:blipFill>
                <a:blip r:embed="rId51"/>
                <a:stretch>
                  <a:fillRect/>
                </a:stretch>
              </p:blipFill>
              <p:spPr>
                <a:xfrm>
                  <a:off x="6189200" y="4938014"/>
                  <a:ext cx="836775" cy="17335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2">
              <p14:nvContentPartPr>
                <p14:cNvPr id="180" name="Ink 179">
                  <a:extLst>
                    <a:ext uri="{FF2B5EF4-FFF2-40B4-BE49-F238E27FC236}">
                      <a16:creationId xmlns:a16="http://schemas.microsoft.com/office/drawing/2014/main" id="{FCD4A3F0-06AD-02D9-132C-2C44238CA51C}"/>
                    </a:ext>
                  </a:extLst>
                </p14:cNvPr>
                <p14:cNvContentPartPr/>
                <p14:nvPr/>
              </p14:nvContentPartPr>
              <p14:xfrm>
                <a:off x="5991688" y="5298344"/>
                <a:ext cx="243720" cy="893880"/>
              </p14:xfrm>
            </p:contentPart>
          </mc:Choice>
          <mc:Fallback xmlns="">
            <p:pic>
              <p:nvPicPr>
                <p:cNvPr id="180" name="Ink 179">
                  <a:extLst>
                    <a:ext uri="{FF2B5EF4-FFF2-40B4-BE49-F238E27FC236}">
                      <a16:creationId xmlns:a16="http://schemas.microsoft.com/office/drawing/2014/main" id="{FCD4A3F0-06AD-02D9-132C-2C44238CA51C}"/>
                    </a:ext>
                  </a:extLst>
                </p:cNvPr>
                <p:cNvPicPr/>
                <p:nvPr/>
              </p:nvPicPr>
              <p:blipFill>
                <a:blip r:embed="rId53"/>
                <a:stretch>
                  <a:fillRect/>
                </a:stretch>
              </p:blipFill>
              <p:spPr>
                <a:xfrm>
                  <a:off x="5943712" y="5010460"/>
                  <a:ext cx="339193" cy="1469168"/>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4">
              <p14:nvContentPartPr>
                <p14:cNvPr id="181" name="Ink 180">
                  <a:extLst>
                    <a:ext uri="{FF2B5EF4-FFF2-40B4-BE49-F238E27FC236}">
                      <a16:creationId xmlns:a16="http://schemas.microsoft.com/office/drawing/2014/main" id="{B693DE8C-377E-005A-8E3F-5DC9C713B479}"/>
                    </a:ext>
                  </a:extLst>
                </p14:cNvPr>
                <p14:cNvContentPartPr/>
                <p14:nvPr/>
              </p14:nvContentPartPr>
              <p14:xfrm>
                <a:off x="9741448" y="5115104"/>
                <a:ext cx="37440" cy="258120"/>
              </p14:xfrm>
            </p:contentPart>
          </mc:Choice>
          <mc:Fallback xmlns="">
            <p:pic>
              <p:nvPicPr>
                <p:cNvPr id="181" name="Ink 180">
                  <a:extLst>
                    <a:ext uri="{FF2B5EF4-FFF2-40B4-BE49-F238E27FC236}">
                      <a16:creationId xmlns:a16="http://schemas.microsoft.com/office/drawing/2014/main" id="{B693DE8C-377E-005A-8E3F-5DC9C713B479}"/>
                    </a:ext>
                  </a:extLst>
                </p:cNvPr>
                <p:cNvPicPr/>
                <p:nvPr/>
              </p:nvPicPr>
              <p:blipFill>
                <a:blip r:embed="rId55"/>
                <a:stretch>
                  <a:fillRect/>
                </a:stretch>
              </p:blipFill>
              <p:spPr>
                <a:xfrm>
                  <a:off x="9693448" y="4827238"/>
                  <a:ext cx="132960" cy="83337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6">
              <p14:nvContentPartPr>
                <p14:cNvPr id="5203" name="Ink 5202">
                  <a:extLst>
                    <a:ext uri="{FF2B5EF4-FFF2-40B4-BE49-F238E27FC236}">
                      <a16:creationId xmlns:a16="http://schemas.microsoft.com/office/drawing/2014/main" id="{8B4FB87F-855A-AE11-4E64-FD77AEF5C891}"/>
                    </a:ext>
                  </a:extLst>
                </p14:cNvPr>
                <p14:cNvContentPartPr/>
                <p14:nvPr/>
              </p14:nvContentPartPr>
              <p14:xfrm>
                <a:off x="8174368" y="3004064"/>
                <a:ext cx="60480" cy="40680"/>
              </p14:xfrm>
            </p:contentPart>
          </mc:Choice>
          <mc:Fallback xmlns="">
            <p:pic>
              <p:nvPicPr>
                <p:cNvPr id="5203" name="Ink 5202">
                  <a:extLst>
                    <a:ext uri="{FF2B5EF4-FFF2-40B4-BE49-F238E27FC236}">
                      <a16:creationId xmlns:a16="http://schemas.microsoft.com/office/drawing/2014/main" id="{8B4FB87F-855A-AE11-4E64-FD77AEF5C891}"/>
                    </a:ext>
                  </a:extLst>
                </p:cNvPr>
                <p:cNvPicPr/>
                <p:nvPr/>
              </p:nvPicPr>
              <p:blipFill>
                <a:blip r:embed="rId57"/>
                <a:stretch>
                  <a:fillRect/>
                </a:stretch>
              </p:blipFill>
              <p:spPr>
                <a:xfrm>
                  <a:off x="8126368" y="2716911"/>
                  <a:ext cx="156000" cy="61450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8">
              <p14:nvContentPartPr>
                <p14:cNvPr id="5206" name="Ink 5205">
                  <a:extLst>
                    <a:ext uri="{FF2B5EF4-FFF2-40B4-BE49-F238E27FC236}">
                      <a16:creationId xmlns:a16="http://schemas.microsoft.com/office/drawing/2014/main" id="{C72421FF-99A2-E413-2730-FFE4023EA716}"/>
                    </a:ext>
                  </a:extLst>
                </p14:cNvPr>
                <p14:cNvContentPartPr/>
                <p14:nvPr/>
              </p14:nvContentPartPr>
              <p14:xfrm>
                <a:off x="7120288" y="2923784"/>
                <a:ext cx="64080" cy="30600"/>
              </p14:xfrm>
            </p:contentPart>
          </mc:Choice>
          <mc:Fallback xmlns="">
            <p:pic>
              <p:nvPicPr>
                <p:cNvPr id="5206" name="Ink 5205">
                  <a:extLst>
                    <a:ext uri="{FF2B5EF4-FFF2-40B4-BE49-F238E27FC236}">
                      <a16:creationId xmlns:a16="http://schemas.microsoft.com/office/drawing/2014/main" id="{C72421FF-99A2-E413-2730-FFE4023EA716}"/>
                    </a:ext>
                  </a:extLst>
                </p:cNvPr>
                <p:cNvPicPr/>
                <p:nvPr/>
              </p:nvPicPr>
              <p:blipFill>
                <a:blip r:embed="rId59"/>
                <a:stretch>
                  <a:fillRect/>
                </a:stretch>
              </p:blipFill>
              <p:spPr>
                <a:xfrm>
                  <a:off x="7072108" y="2637387"/>
                  <a:ext cx="159959" cy="60387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0">
              <p14:nvContentPartPr>
                <p14:cNvPr id="5208" name="Ink 5207">
                  <a:extLst>
                    <a:ext uri="{FF2B5EF4-FFF2-40B4-BE49-F238E27FC236}">
                      <a16:creationId xmlns:a16="http://schemas.microsoft.com/office/drawing/2014/main" id="{F5216F2A-523B-68FC-BEE9-AA69F9AC4A9C}"/>
                    </a:ext>
                  </a:extLst>
                </p14:cNvPr>
                <p14:cNvContentPartPr/>
                <p14:nvPr/>
              </p14:nvContentPartPr>
              <p14:xfrm>
                <a:off x="6890968" y="2890664"/>
                <a:ext cx="408600" cy="30600"/>
              </p14:xfrm>
            </p:contentPart>
          </mc:Choice>
          <mc:Fallback xmlns="">
            <p:pic>
              <p:nvPicPr>
                <p:cNvPr id="5208" name="Ink 5207">
                  <a:extLst>
                    <a:ext uri="{FF2B5EF4-FFF2-40B4-BE49-F238E27FC236}">
                      <a16:creationId xmlns:a16="http://schemas.microsoft.com/office/drawing/2014/main" id="{F5216F2A-523B-68FC-BEE9-AA69F9AC4A9C}"/>
                    </a:ext>
                  </a:extLst>
                </p:cNvPr>
                <p:cNvPicPr/>
                <p:nvPr/>
              </p:nvPicPr>
              <p:blipFill>
                <a:blip r:embed="rId61"/>
                <a:stretch>
                  <a:fillRect/>
                </a:stretch>
              </p:blipFill>
              <p:spPr>
                <a:xfrm>
                  <a:off x="6843010" y="2603789"/>
                  <a:ext cx="504036" cy="60387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2">
              <p14:nvContentPartPr>
                <p14:cNvPr id="5213" name="Ink 5212">
                  <a:extLst>
                    <a:ext uri="{FF2B5EF4-FFF2-40B4-BE49-F238E27FC236}">
                      <a16:creationId xmlns:a16="http://schemas.microsoft.com/office/drawing/2014/main" id="{A141A3F2-2927-311D-4B86-A1B90150AEDB}"/>
                    </a:ext>
                  </a:extLst>
                </p14:cNvPr>
                <p14:cNvContentPartPr/>
                <p14:nvPr/>
              </p14:nvContentPartPr>
              <p14:xfrm>
                <a:off x="6900328" y="2928104"/>
                <a:ext cx="74160" cy="97560"/>
              </p14:xfrm>
            </p:contentPart>
          </mc:Choice>
          <mc:Fallback xmlns="">
            <p:pic>
              <p:nvPicPr>
                <p:cNvPr id="5213" name="Ink 5212">
                  <a:extLst>
                    <a:ext uri="{FF2B5EF4-FFF2-40B4-BE49-F238E27FC236}">
                      <a16:creationId xmlns:a16="http://schemas.microsoft.com/office/drawing/2014/main" id="{A141A3F2-2927-311D-4B86-A1B90150AEDB}"/>
                    </a:ext>
                  </a:extLst>
                </p:cNvPr>
                <p:cNvPicPr/>
                <p:nvPr/>
              </p:nvPicPr>
              <p:blipFill>
                <a:blip r:embed="rId63"/>
                <a:stretch>
                  <a:fillRect/>
                </a:stretch>
              </p:blipFill>
              <p:spPr>
                <a:xfrm>
                  <a:off x="6852172" y="2640230"/>
                  <a:ext cx="169990" cy="67378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4">
              <p14:nvContentPartPr>
                <p14:cNvPr id="5214" name="Ink 5213">
                  <a:extLst>
                    <a:ext uri="{FF2B5EF4-FFF2-40B4-BE49-F238E27FC236}">
                      <a16:creationId xmlns:a16="http://schemas.microsoft.com/office/drawing/2014/main" id="{9C07616A-AE94-E2DD-26EC-852612370AAC}"/>
                    </a:ext>
                  </a:extLst>
                </p14:cNvPr>
                <p14:cNvContentPartPr/>
                <p14:nvPr/>
              </p14:nvContentPartPr>
              <p14:xfrm>
                <a:off x="7247728" y="2917304"/>
                <a:ext cx="74520" cy="97560"/>
              </p14:xfrm>
            </p:contentPart>
          </mc:Choice>
          <mc:Fallback xmlns="">
            <p:pic>
              <p:nvPicPr>
                <p:cNvPr id="5214" name="Ink 5213">
                  <a:extLst>
                    <a:ext uri="{FF2B5EF4-FFF2-40B4-BE49-F238E27FC236}">
                      <a16:creationId xmlns:a16="http://schemas.microsoft.com/office/drawing/2014/main" id="{9C07616A-AE94-E2DD-26EC-852612370AAC}"/>
                    </a:ext>
                  </a:extLst>
                </p:cNvPr>
                <p:cNvPicPr/>
                <p:nvPr/>
              </p:nvPicPr>
              <p:blipFill>
                <a:blip r:embed="rId65"/>
                <a:stretch>
                  <a:fillRect/>
                </a:stretch>
              </p:blipFill>
              <p:spPr>
                <a:xfrm>
                  <a:off x="7199959" y="2628949"/>
                  <a:ext cx="169581" cy="67378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6">
              <p14:nvContentPartPr>
                <p14:cNvPr id="5217" name="Ink 5216">
                  <a:extLst>
                    <a:ext uri="{FF2B5EF4-FFF2-40B4-BE49-F238E27FC236}">
                      <a16:creationId xmlns:a16="http://schemas.microsoft.com/office/drawing/2014/main" id="{AACDA96F-6F80-1674-F6E4-7C9BB10B39F2}"/>
                    </a:ext>
                  </a:extLst>
                </p14:cNvPr>
                <p14:cNvContentPartPr/>
                <p14:nvPr/>
              </p14:nvContentPartPr>
              <p14:xfrm>
                <a:off x="8022088" y="2992544"/>
                <a:ext cx="7200" cy="100800"/>
              </p14:xfrm>
            </p:contentPart>
          </mc:Choice>
          <mc:Fallback xmlns="">
            <p:pic>
              <p:nvPicPr>
                <p:cNvPr id="5217" name="Ink 5216">
                  <a:extLst>
                    <a:ext uri="{FF2B5EF4-FFF2-40B4-BE49-F238E27FC236}">
                      <a16:creationId xmlns:a16="http://schemas.microsoft.com/office/drawing/2014/main" id="{AACDA96F-6F80-1674-F6E4-7C9BB10B39F2}"/>
                    </a:ext>
                  </a:extLst>
                </p:cNvPr>
                <p:cNvPicPr/>
                <p:nvPr/>
              </p:nvPicPr>
              <p:blipFill>
                <a:blip r:embed="rId67"/>
                <a:stretch>
                  <a:fillRect/>
                </a:stretch>
              </p:blipFill>
              <p:spPr>
                <a:xfrm>
                  <a:off x="7974568" y="2704544"/>
                  <a:ext cx="102720" cy="676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8">
              <p14:nvContentPartPr>
                <p14:cNvPr id="5218" name="Ink 5217">
                  <a:extLst>
                    <a:ext uri="{FF2B5EF4-FFF2-40B4-BE49-F238E27FC236}">
                      <a16:creationId xmlns:a16="http://schemas.microsoft.com/office/drawing/2014/main" id="{88048D9D-09BC-0473-2B40-57B0D977903B}"/>
                    </a:ext>
                  </a:extLst>
                </p14:cNvPr>
                <p14:cNvContentPartPr/>
                <p14:nvPr/>
              </p14:nvContentPartPr>
              <p14:xfrm>
                <a:off x="8366248" y="2968064"/>
                <a:ext cx="24120" cy="83880"/>
              </p14:xfrm>
            </p:contentPart>
          </mc:Choice>
          <mc:Fallback xmlns="">
            <p:pic>
              <p:nvPicPr>
                <p:cNvPr id="5218" name="Ink 5217">
                  <a:extLst>
                    <a:ext uri="{FF2B5EF4-FFF2-40B4-BE49-F238E27FC236}">
                      <a16:creationId xmlns:a16="http://schemas.microsoft.com/office/drawing/2014/main" id="{88048D9D-09BC-0473-2B40-57B0D977903B}"/>
                    </a:ext>
                  </a:extLst>
                </p:cNvPr>
                <p:cNvPicPr/>
                <p:nvPr/>
              </p:nvPicPr>
              <p:blipFill>
                <a:blip r:embed="rId69"/>
                <a:stretch>
                  <a:fillRect/>
                </a:stretch>
              </p:blipFill>
              <p:spPr>
                <a:xfrm>
                  <a:off x="8318490" y="2680475"/>
                  <a:ext cx="120118" cy="658578"/>
                </a:xfrm>
                <a:prstGeom prst="rect">
                  <a:avLst/>
                </a:prstGeom>
              </p:spPr>
            </p:pic>
          </mc:Fallback>
        </mc:AlternateContent>
      </p:grpSp>
      <p:pic>
        <p:nvPicPr>
          <p:cNvPr id="5223" name="Picture 2">
            <a:extLst>
              <a:ext uri="{FF2B5EF4-FFF2-40B4-BE49-F238E27FC236}">
                <a16:creationId xmlns:a16="http://schemas.microsoft.com/office/drawing/2014/main" id="{14AB753C-5474-098F-462E-EBA48434E4CE}"/>
              </a:ext>
            </a:extLst>
          </p:cNvPr>
          <p:cNvPicPr>
            <a:picLocks noChangeAspect="1" noChangeArrowheads="1"/>
          </p:cNvPicPr>
          <p:nvPr/>
        </p:nvPicPr>
        <p:blipFill>
          <a:blip r:embed="rId70">
            <a:extLst>
              <a:ext uri="{28A0092B-C50C-407E-A947-70E740481C1C}">
                <a14:useLocalDpi xmlns:a14="http://schemas.microsoft.com/office/drawing/2010/main" val="0"/>
              </a:ext>
            </a:extLst>
          </a:blip>
          <a:srcRect/>
          <a:stretch>
            <a:fillRect/>
          </a:stretch>
        </p:blipFill>
        <p:spPr bwMode="auto">
          <a:xfrm>
            <a:off x="7942520" y="175537"/>
            <a:ext cx="1052623" cy="36512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655472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7FFF1">
            <a:alpha val="45000"/>
          </a:srgbClr>
        </a:solidFill>
        <a:effectLst/>
      </p:bgPr>
    </p:bg>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31" name="Ink 30">
                <a:extLst>
                  <a:ext uri="{FF2B5EF4-FFF2-40B4-BE49-F238E27FC236}">
                    <a16:creationId xmlns:a16="http://schemas.microsoft.com/office/drawing/2014/main" id="{DC81B93D-0DE2-492B-F898-1ECA95FE895E}"/>
                  </a:ext>
                </a:extLst>
              </p14:cNvPr>
              <p14:cNvContentPartPr/>
              <p14:nvPr/>
            </p14:nvContentPartPr>
            <p14:xfrm>
              <a:off x="392819" y="2604934"/>
              <a:ext cx="8842230" cy="2647890"/>
            </p14:xfrm>
          </p:contentPart>
        </mc:Choice>
        <mc:Fallback xmlns="">
          <p:pic>
            <p:nvPicPr>
              <p:cNvPr id="31" name="Ink 30">
                <a:extLst>
                  <a:ext uri="{FF2B5EF4-FFF2-40B4-BE49-F238E27FC236}">
                    <a16:creationId xmlns:a16="http://schemas.microsoft.com/office/drawing/2014/main" id="{DC81B93D-0DE2-492B-F898-1ECA95FE895E}"/>
                  </a:ext>
                </a:extLst>
              </p:cNvPr>
              <p:cNvPicPr/>
              <p:nvPr/>
            </p:nvPicPr>
            <p:blipFill>
              <a:blip r:embed="rId4"/>
              <a:stretch>
                <a:fillRect/>
              </a:stretch>
            </p:blipFill>
            <p:spPr>
              <a:xfrm>
                <a:off x="303180" y="2425288"/>
                <a:ext cx="9021868" cy="3007542"/>
              </a:xfrm>
              <a:prstGeom prst="rect">
                <a:avLst/>
              </a:prstGeom>
            </p:spPr>
          </p:pic>
        </mc:Fallback>
      </mc:AlternateContent>
      <p:sp>
        <p:nvSpPr>
          <p:cNvPr id="2" name="Title 1">
            <a:extLst>
              <a:ext uri="{FF2B5EF4-FFF2-40B4-BE49-F238E27FC236}">
                <a16:creationId xmlns:a16="http://schemas.microsoft.com/office/drawing/2014/main" id="{5EC0AF96-CE25-6B11-A721-BC780013F8D3}"/>
              </a:ext>
            </a:extLst>
          </p:cNvPr>
          <p:cNvSpPr>
            <a:spLocks noGrp="1"/>
          </p:cNvSpPr>
          <p:nvPr>
            <p:ph type="title"/>
          </p:nvPr>
        </p:nvSpPr>
        <p:spPr>
          <a:xfrm>
            <a:off x="628650" y="1493044"/>
            <a:ext cx="7886700" cy="994172"/>
          </a:xfrm>
        </p:spPr>
        <p:txBody>
          <a:bodyPr/>
          <a:lstStyle/>
          <a:p>
            <a:r>
              <a:rPr lang="en-US" dirty="0">
                <a:latin typeface="VELUX Transform" pitchFamily="2" charset="0"/>
              </a:rPr>
              <a:t>At the end of every golden path…</a:t>
            </a:r>
          </a:p>
        </p:txBody>
      </p:sp>
      <mc:AlternateContent xmlns:mc="http://schemas.openxmlformats.org/markup-compatibility/2006" xmlns:p14="http://schemas.microsoft.com/office/powerpoint/2010/main" xmlns:aink="http://schemas.microsoft.com/office/drawing/2016/ink">
        <mc:Choice Requires="p14 aink">
          <p:contentPart p14:bwMode="auto" r:id="rId5">
            <p14:nvContentPartPr>
              <p14:cNvPr id="22" name="Ink 21">
                <a:extLst>
                  <a:ext uri="{FF2B5EF4-FFF2-40B4-BE49-F238E27FC236}">
                    <a16:creationId xmlns:a16="http://schemas.microsoft.com/office/drawing/2014/main" id="{21EE07A6-DE49-04AC-3B99-0C17AC7BFED1}"/>
                  </a:ext>
                </a:extLst>
              </p14:cNvPr>
              <p14:cNvContentPartPr/>
              <p14:nvPr/>
            </p14:nvContentPartPr>
            <p14:xfrm>
              <a:off x="386609" y="2470744"/>
              <a:ext cx="8776080" cy="2669490"/>
            </p14:xfrm>
          </p:contentPart>
        </mc:Choice>
        <mc:Fallback xmlns="">
          <p:pic>
            <p:nvPicPr>
              <p:cNvPr id="22" name="Ink 21">
                <a:extLst>
                  <a:ext uri="{FF2B5EF4-FFF2-40B4-BE49-F238E27FC236}">
                    <a16:creationId xmlns:a16="http://schemas.microsoft.com/office/drawing/2014/main" id="{21EE07A6-DE49-04AC-3B99-0C17AC7BFED1}"/>
                  </a:ext>
                </a:extLst>
              </p:cNvPr>
              <p:cNvPicPr/>
              <p:nvPr/>
            </p:nvPicPr>
            <p:blipFill>
              <a:blip r:embed="rId6"/>
              <a:stretch>
                <a:fillRect/>
              </a:stretch>
            </p:blipFill>
            <p:spPr>
              <a:xfrm>
                <a:off x="350609" y="2254737"/>
                <a:ext cx="8847720" cy="310114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25" name="Ink 24">
                <a:extLst>
                  <a:ext uri="{FF2B5EF4-FFF2-40B4-BE49-F238E27FC236}">
                    <a16:creationId xmlns:a16="http://schemas.microsoft.com/office/drawing/2014/main" id="{49FE336A-7E27-0C52-33B3-DF5C33E23616}"/>
                  </a:ext>
                </a:extLst>
              </p14:cNvPr>
              <p14:cNvContentPartPr/>
              <p14:nvPr/>
            </p14:nvContentPartPr>
            <p14:xfrm>
              <a:off x="4378829" y="2800144"/>
              <a:ext cx="4828140" cy="2365200"/>
            </p14:xfrm>
          </p:contentPart>
        </mc:Choice>
        <mc:Fallback xmlns="">
          <p:pic>
            <p:nvPicPr>
              <p:cNvPr id="25" name="Ink 24">
                <a:extLst>
                  <a:ext uri="{FF2B5EF4-FFF2-40B4-BE49-F238E27FC236}">
                    <a16:creationId xmlns:a16="http://schemas.microsoft.com/office/drawing/2014/main" id="{49FE336A-7E27-0C52-33B3-DF5C33E23616}"/>
                  </a:ext>
                </a:extLst>
              </p:cNvPr>
              <p:cNvPicPr/>
              <p:nvPr/>
            </p:nvPicPr>
            <p:blipFill>
              <a:blip r:embed="rId8"/>
              <a:stretch>
                <a:fillRect/>
              </a:stretch>
            </p:blipFill>
            <p:spPr>
              <a:xfrm>
                <a:off x="4342830" y="2584144"/>
                <a:ext cx="4899777" cy="2796840"/>
              </a:xfrm>
              <a:prstGeom prst="rect">
                <a:avLst/>
              </a:prstGeom>
            </p:spPr>
          </p:pic>
        </mc:Fallback>
      </mc:AlternateContent>
      <p:grpSp>
        <p:nvGrpSpPr>
          <p:cNvPr id="43" name="Group 42">
            <a:extLst>
              <a:ext uri="{FF2B5EF4-FFF2-40B4-BE49-F238E27FC236}">
                <a16:creationId xmlns:a16="http://schemas.microsoft.com/office/drawing/2014/main" id="{48A44A72-0917-8D29-839F-9F169FC9B775}"/>
              </a:ext>
            </a:extLst>
          </p:cNvPr>
          <p:cNvGrpSpPr/>
          <p:nvPr/>
        </p:nvGrpSpPr>
        <p:grpSpPr>
          <a:xfrm>
            <a:off x="5170243" y="3384029"/>
            <a:ext cx="408431" cy="441286"/>
            <a:chOff x="5170243" y="3384029"/>
            <a:chExt cx="408431" cy="441286"/>
          </a:xfrm>
        </p:grpSpPr>
        <mc:AlternateContent xmlns:mc="http://schemas.openxmlformats.org/markup-compatibility/2006" xmlns:p14="http://schemas.microsoft.com/office/powerpoint/2010/main" xmlns:aink="http://schemas.microsoft.com/office/drawing/2016/ink">
          <mc:Choice Requires="p14 aink">
            <p:contentPart p14:bwMode="auto" r:id="rId9">
              <p14:nvContentPartPr>
                <p14:cNvPr id="27" name="Ink 26">
                  <a:extLst>
                    <a:ext uri="{FF2B5EF4-FFF2-40B4-BE49-F238E27FC236}">
                      <a16:creationId xmlns:a16="http://schemas.microsoft.com/office/drawing/2014/main" id="{90412973-819C-71ED-AEA6-00FE75106D74}"/>
                    </a:ext>
                  </a:extLst>
                </p14:cNvPr>
                <p14:cNvContentPartPr/>
                <p14:nvPr/>
              </p14:nvContentPartPr>
              <p14:xfrm>
                <a:off x="5170243" y="3384029"/>
                <a:ext cx="408431" cy="441286"/>
              </p14:xfrm>
            </p:contentPart>
          </mc:Choice>
          <mc:Fallback xmlns="">
            <p:pic>
              <p:nvPicPr>
                <p:cNvPr id="27" name="Ink 26">
                  <a:extLst>
                    <a:ext uri="{FF2B5EF4-FFF2-40B4-BE49-F238E27FC236}">
                      <a16:creationId xmlns:a16="http://schemas.microsoft.com/office/drawing/2014/main" id="{90412973-819C-71ED-AEA6-00FE75106D74}"/>
                    </a:ext>
                  </a:extLst>
                </p:cNvPr>
                <p:cNvPicPr/>
                <p:nvPr/>
              </p:nvPicPr>
              <p:blipFill>
                <a:blip r:embed="rId10"/>
                <a:stretch>
                  <a:fillRect/>
                </a:stretch>
              </p:blipFill>
              <p:spPr>
                <a:xfrm>
                  <a:off x="5134258" y="3168241"/>
                  <a:ext cx="480041" cy="87250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35" name="Ink 34">
                  <a:extLst>
                    <a:ext uri="{FF2B5EF4-FFF2-40B4-BE49-F238E27FC236}">
                      <a16:creationId xmlns:a16="http://schemas.microsoft.com/office/drawing/2014/main" id="{0B8313F7-5391-E525-D96E-F2EBD7558B9C}"/>
                    </a:ext>
                  </a:extLst>
                </p14:cNvPr>
                <p14:cNvContentPartPr/>
                <p14:nvPr/>
              </p14:nvContentPartPr>
              <p14:xfrm>
                <a:off x="5279279" y="3473794"/>
                <a:ext cx="184410" cy="185760"/>
              </p14:xfrm>
            </p:contentPart>
          </mc:Choice>
          <mc:Fallback xmlns="">
            <p:pic>
              <p:nvPicPr>
                <p:cNvPr id="35" name="Ink 34">
                  <a:extLst>
                    <a:ext uri="{FF2B5EF4-FFF2-40B4-BE49-F238E27FC236}">
                      <a16:creationId xmlns:a16="http://schemas.microsoft.com/office/drawing/2014/main" id="{0B8313F7-5391-E525-D96E-F2EBD7558B9C}"/>
                    </a:ext>
                  </a:extLst>
                </p:cNvPr>
                <p:cNvPicPr/>
                <p:nvPr/>
              </p:nvPicPr>
              <p:blipFill>
                <a:blip r:embed="rId12"/>
                <a:stretch>
                  <a:fillRect/>
                </a:stretch>
              </p:blipFill>
              <p:spPr>
                <a:xfrm>
                  <a:off x="5243332" y="3258154"/>
                  <a:ext cx="255945" cy="617400"/>
                </a:xfrm>
                <a:prstGeom prst="rect">
                  <a:avLst/>
                </a:prstGeom>
              </p:spPr>
            </p:pic>
          </mc:Fallback>
        </mc:AlternateContent>
      </p:grpSp>
      <p:grpSp>
        <p:nvGrpSpPr>
          <p:cNvPr id="44" name="Group 43">
            <a:extLst>
              <a:ext uri="{FF2B5EF4-FFF2-40B4-BE49-F238E27FC236}">
                <a16:creationId xmlns:a16="http://schemas.microsoft.com/office/drawing/2014/main" id="{CE667AA5-08DA-37CA-6BED-97CCD7004247}"/>
              </a:ext>
            </a:extLst>
          </p:cNvPr>
          <p:cNvGrpSpPr/>
          <p:nvPr/>
        </p:nvGrpSpPr>
        <p:grpSpPr>
          <a:xfrm>
            <a:off x="6473283" y="2343357"/>
            <a:ext cx="523777" cy="565910"/>
            <a:chOff x="6473283" y="2343357"/>
            <a:chExt cx="523777" cy="565910"/>
          </a:xfrm>
        </p:grpSpPr>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28" name="Ink 27">
                  <a:extLst>
                    <a:ext uri="{FF2B5EF4-FFF2-40B4-BE49-F238E27FC236}">
                      <a16:creationId xmlns:a16="http://schemas.microsoft.com/office/drawing/2014/main" id="{9AEA8431-E51B-74DD-ABF4-9EE4C6B3DB91}"/>
                    </a:ext>
                  </a:extLst>
                </p14:cNvPr>
                <p14:cNvContentPartPr/>
                <p14:nvPr/>
              </p14:nvContentPartPr>
              <p14:xfrm>
                <a:off x="6473283" y="2343357"/>
                <a:ext cx="523777" cy="565910"/>
              </p14:xfrm>
            </p:contentPart>
          </mc:Choice>
          <mc:Fallback xmlns="">
            <p:pic>
              <p:nvPicPr>
                <p:cNvPr id="28" name="Ink 27">
                  <a:extLst>
                    <a:ext uri="{FF2B5EF4-FFF2-40B4-BE49-F238E27FC236}">
                      <a16:creationId xmlns:a16="http://schemas.microsoft.com/office/drawing/2014/main" id="{9AEA8431-E51B-74DD-ABF4-9EE4C6B3DB91}"/>
                    </a:ext>
                  </a:extLst>
                </p:cNvPr>
                <p:cNvPicPr/>
                <p:nvPr/>
              </p:nvPicPr>
              <p:blipFill>
                <a:blip r:embed="rId14"/>
                <a:stretch>
                  <a:fillRect/>
                </a:stretch>
              </p:blipFill>
              <p:spPr>
                <a:xfrm>
                  <a:off x="6437309" y="2127498"/>
                  <a:ext cx="595365" cy="997268"/>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36" name="Ink 35">
                  <a:extLst>
                    <a:ext uri="{FF2B5EF4-FFF2-40B4-BE49-F238E27FC236}">
                      <a16:creationId xmlns:a16="http://schemas.microsoft.com/office/drawing/2014/main" id="{BCE3D3FD-E044-1465-D3FE-07E704BC1361}"/>
                    </a:ext>
                  </a:extLst>
                </p14:cNvPr>
                <p14:cNvContentPartPr/>
                <p14:nvPr/>
              </p14:nvContentPartPr>
              <p14:xfrm>
                <a:off x="6643589" y="2419714"/>
                <a:ext cx="201690" cy="282690"/>
              </p14:xfrm>
            </p:contentPart>
          </mc:Choice>
          <mc:Fallback xmlns="">
            <p:pic>
              <p:nvPicPr>
                <p:cNvPr id="36" name="Ink 35">
                  <a:extLst>
                    <a:ext uri="{FF2B5EF4-FFF2-40B4-BE49-F238E27FC236}">
                      <a16:creationId xmlns:a16="http://schemas.microsoft.com/office/drawing/2014/main" id="{BCE3D3FD-E044-1465-D3FE-07E704BC1361}"/>
                    </a:ext>
                  </a:extLst>
                </p:cNvPr>
                <p:cNvPicPr/>
                <p:nvPr/>
              </p:nvPicPr>
              <p:blipFill>
                <a:blip r:embed="rId16"/>
                <a:stretch>
                  <a:fillRect/>
                </a:stretch>
              </p:blipFill>
              <p:spPr>
                <a:xfrm>
                  <a:off x="6607997" y="2204280"/>
                  <a:ext cx="273234" cy="713918"/>
                </a:xfrm>
                <a:prstGeom prst="rect">
                  <a:avLst/>
                </a:prstGeom>
              </p:spPr>
            </p:pic>
          </mc:Fallback>
        </mc:AlternateContent>
      </p:grpSp>
      <p:grpSp>
        <p:nvGrpSpPr>
          <p:cNvPr id="45" name="Group 44">
            <a:extLst>
              <a:ext uri="{FF2B5EF4-FFF2-40B4-BE49-F238E27FC236}">
                <a16:creationId xmlns:a16="http://schemas.microsoft.com/office/drawing/2014/main" id="{6F2123AB-F5C6-4416-A345-05E9951CB665}"/>
              </a:ext>
            </a:extLst>
          </p:cNvPr>
          <p:cNvGrpSpPr/>
          <p:nvPr/>
        </p:nvGrpSpPr>
        <p:grpSpPr>
          <a:xfrm>
            <a:off x="6873760" y="3969174"/>
            <a:ext cx="540602" cy="584088"/>
            <a:chOff x="6873760" y="3969174"/>
            <a:chExt cx="540602" cy="584088"/>
          </a:xfrm>
        </p:grpSpPr>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26" name="Ink 25">
                  <a:extLst>
                    <a:ext uri="{FF2B5EF4-FFF2-40B4-BE49-F238E27FC236}">
                      <a16:creationId xmlns:a16="http://schemas.microsoft.com/office/drawing/2014/main" id="{885E86A1-752C-2836-2BF6-4014A2582952}"/>
                    </a:ext>
                  </a:extLst>
                </p14:cNvPr>
                <p14:cNvContentPartPr/>
                <p14:nvPr/>
              </p14:nvContentPartPr>
              <p14:xfrm>
                <a:off x="6873760" y="3969174"/>
                <a:ext cx="540602" cy="584088"/>
              </p14:xfrm>
            </p:contentPart>
          </mc:Choice>
          <mc:Fallback xmlns="">
            <p:pic>
              <p:nvPicPr>
                <p:cNvPr id="26" name="Ink 25">
                  <a:extLst>
                    <a:ext uri="{FF2B5EF4-FFF2-40B4-BE49-F238E27FC236}">
                      <a16:creationId xmlns:a16="http://schemas.microsoft.com/office/drawing/2014/main" id="{885E86A1-752C-2836-2BF6-4014A2582952}"/>
                    </a:ext>
                  </a:extLst>
                </p:cNvPr>
                <p:cNvPicPr/>
                <p:nvPr/>
              </p:nvPicPr>
              <p:blipFill>
                <a:blip r:embed="rId18"/>
                <a:stretch>
                  <a:fillRect/>
                </a:stretch>
              </p:blipFill>
              <p:spPr>
                <a:xfrm>
                  <a:off x="6837768" y="3753245"/>
                  <a:ext cx="612226" cy="101558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37" name="Ink 36">
                  <a:extLst>
                    <a:ext uri="{FF2B5EF4-FFF2-40B4-BE49-F238E27FC236}">
                      <a16:creationId xmlns:a16="http://schemas.microsoft.com/office/drawing/2014/main" id="{76A16FED-3F99-A638-2A88-18D736F0AA97}"/>
                    </a:ext>
                  </a:extLst>
                </p14:cNvPr>
                <p14:cNvContentPartPr/>
                <p14:nvPr/>
              </p14:nvContentPartPr>
              <p14:xfrm>
                <a:off x="7016999" y="4071574"/>
                <a:ext cx="225450" cy="260550"/>
              </p14:xfrm>
            </p:contentPart>
          </mc:Choice>
          <mc:Fallback xmlns="">
            <p:pic>
              <p:nvPicPr>
                <p:cNvPr id="37" name="Ink 36">
                  <a:extLst>
                    <a:ext uri="{FF2B5EF4-FFF2-40B4-BE49-F238E27FC236}">
                      <a16:creationId xmlns:a16="http://schemas.microsoft.com/office/drawing/2014/main" id="{76A16FED-3F99-A638-2A88-18D736F0AA97}"/>
                    </a:ext>
                  </a:extLst>
                </p:cNvPr>
                <p:cNvPicPr/>
                <p:nvPr/>
              </p:nvPicPr>
              <p:blipFill>
                <a:blip r:embed="rId20"/>
                <a:stretch>
                  <a:fillRect/>
                </a:stretch>
              </p:blipFill>
              <p:spPr>
                <a:xfrm>
                  <a:off x="6981042" y="3855649"/>
                  <a:ext cx="297004" cy="692041"/>
                </a:xfrm>
                <a:prstGeom prst="rect">
                  <a:avLst/>
                </a:prstGeom>
              </p:spPr>
            </p:pic>
          </mc:Fallback>
        </mc:AlternateContent>
      </p:grpSp>
      <p:grpSp>
        <p:nvGrpSpPr>
          <p:cNvPr id="42" name="Group 41">
            <a:extLst>
              <a:ext uri="{FF2B5EF4-FFF2-40B4-BE49-F238E27FC236}">
                <a16:creationId xmlns:a16="http://schemas.microsoft.com/office/drawing/2014/main" id="{55CE702F-6B1E-0840-B1E5-838ACCDD1F47}"/>
              </a:ext>
            </a:extLst>
          </p:cNvPr>
          <p:cNvGrpSpPr/>
          <p:nvPr/>
        </p:nvGrpSpPr>
        <p:grpSpPr>
          <a:xfrm>
            <a:off x="2265338" y="3210133"/>
            <a:ext cx="730329" cy="789077"/>
            <a:chOff x="2265338" y="3210133"/>
            <a:chExt cx="730329" cy="789077"/>
          </a:xfrm>
        </p:grpSpPr>
        <mc:AlternateContent xmlns:mc="http://schemas.openxmlformats.org/markup-compatibility/2006" xmlns:p14="http://schemas.microsoft.com/office/powerpoint/2010/main" xmlns:aink="http://schemas.microsoft.com/office/drawing/2016/ink">
          <mc:Choice Requires="p14 aink">
            <p:contentPart p14:bwMode="auto" r:id="rId21">
              <p14:nvContentPartPr>
                <p14:cNvPr id="10" name="Ink 9">
                  <a:extLst>
                    <a:ext uri="{FF2B5EF4-FFF2-40B4-BE49-F238E27FC236}">
                      <a16:creationId xmlns:a16="http://schemas.microsoft.com/office/drawing/2014/main" id="{EACF01D0-2167-D412-516E-9BBDA6B4C307}"/>
                    </a:ext>
                  </a:extLst>
                </p14:cNvPr>
                <p14:cNvContentPartPr/>
                <p14:nvPr/>
              </p14:nvContentPartPr>
              <p14:xfrm>
                <a:off x="2265338" y="3210133"/>
                <a:ext cx="730329" cy="789077"/>
              </p14:xfrm>
            </p:contentPart>
          </mc:Choice>
          <mc:Fallback xmlns="">
            <p:pic>
              <p:nvPicPr>
                <p:cNvPr id="10" name="Ink 9">
                  <a:extLst>
                    <a:ext uri="{FF2B5EF4-FFF2-40B4-BE49-F238E27FC236}">
                      <a16:creationId xmlns:a16="http://schemas.microsoft.com/office/drawing/2014/main" id="{EACF01D0-2167-D412-516E-9BBDA6B4C307}"/>
                    </a:ext>
                  </a:extLst>
                </p:cNvPr>
                <p:cNvPicPr/>
                <p:nvPr/>
              </p:nvPicPr>
              <p:blipFill>
                <a:blip r:embed="rId22"/>
                <a:stretch>
                  <a:fillRect/>
                </a:stretch>
              </p:blipFill>
              <p:spPr>
                <a:xfrm>
                  <a:off x="2229343" y="2994243"/>
                  <a:ext cx="801958" cy="122049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3">
              <p14:nvContentPartPr>
                <p14:cNvPr id="34" name="Ink 33">
                  <a:extLst>
                    <a:ext uri="{FF2B5EF4-FFF2-40B4-BE49-F238E27FC236}">
                      <a16:creationId xmlns:a16="http://schemas.microsoft.com/office/drawing/2014/main" id="{44E5BB94-7BEC-22CF-D1E5-64C789CBD17C}"/>
                    </a:ext>
                  </a:extLst>
                </p14:cNvPr>
                <p14:cNvContentPartPr/>
                <p14:nvPr/>
              </p14:nvContentPartPr>
              <p14:xfrm>
                <a:off x="2490719" y="3366334"/>
                <a:ext cx="293490" cy="371250"/>
              </p14:xfrm>
            </p:contentPart>
          </mc:Choice>
          <mc:Fallback xmlns="">
            <p:pic>
              <p:nvPicPr>
                <p:cNvPr id="34" name="Ink 33">
                  <a:extLst>
                    <a:ext uri="{FF2B5EF4-FFF2-40B4-BE49-F238E27FC236}">
                      <a16:creationId xmlns:a16="http://schemas.microsoft.com/office/drawing/2014/main" id="{44E5BB94-7BEC-22CF-D1E5-64C789CBD17C}"/>
                    </a:ext>
                  </a:extLst>
                </p:cNvPr>
                <p:cNvPicPr/>
                <p:nvPr/>
              </p:nvPicPr>
              <p:blipFill>
                <a:blip r:embed="rId24"/>
                <a:stretch>
                  <a:fillRect/>
                </a:stretch>
              </p:blipFill>
              <p:spPr>
                <a:xfrm>
                  <a:off x="2454708" y="3150491"/>
                  <a:ext cx="365152" cy="80257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5">
              <p14:nvContentPartPr>
                <p14:cNvPr id="38" name="Ink 37">
                  <a:extLst>
                    <a:ext uri="{FF2B5EF4-FFF2-40B4-BE49-F238E27FC236}">
                      <a16:creationId xmlns:a16="http://schemas.microsoft.com/office/drawing/2014/main" id="{0C71A68C-4D65-8542-C2BE-DE18D08052B0}"/>
                    </a:ext>
                  </a:extLst>
                </p14:cNvPr>
                <p14:cNvContentPartPr/>
                <p14:nvPr/>
              </p14:nvContentPartPr>
              <p14:xfrm>
                <a:off x="2434559" y="3289654"/>
                <a:ext cx="431730" cy="403380"/>
              </p14:xfrm>
            </p:contentPart>
          </mc:Choice>
          <mc:Fallback xmlns="">
            <p:pic>
              <p:nvPicPr>
                <p:cNvPr id="38" name="Ink 37">
                  <a:extLst>
                    <a:ext uri="{FF2B5EF4-FFF2-40B4-BE49-F238E27FC236}">
                      <a16:creationId xmlns:a16="http://schemas.microsoft.com/office/drawing/2014/main" id="{0C71A68C-4D65-8542-C2BE-DE18D08052B0}"/>
                    </a:ext>
                  </a:extLst>
                </p:cNvPr>
                <p:cNvPicPr/>
                <p:nvPr/>
              </p:nvPicPr>
              <p:blipFill>
                <a:blip r:embed="rId26"/>
                <a:stretch>
                  <a:fillRect/>
                </a:stretch>
              </p:blipFill>
              <p:spPr>
                <a:xfrm>
                  <a:off x="2398581" y="3074110"/>
                  <a:ext cx="503325" cy="834827"/>
                </a:xfrm>
                <a:prstGeom prst="rect">
                  <a:avLst/>
                </a:prstGeom>
              </p:spPr>
            </p:pic>
          </mc:Fallback>
        </mc:AlternateContent>
      </p:grpSp>
      <p:pic>
        <p:nvPicPr>
          <p:cNvPr id="41" name="Picture 2">
            <a:extLst>
              <a:ext uri="{FF2B5EF4-FFF2-40B4-BE49-F238E27FC236}">
                <a16:creationId xmlns:a16="http://schemas.microsoft.com/office/drawing/2014/main" id="{8A3F49AF-C98D-23DC-2F97-C716F95967B6}"/>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942520" y="175537"/>
            <a:ext cx="1052623" cy="365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5063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repeatCount="indefinite" fill="hold" nodeType="withEffect">
                                  <p:stCondLst>
                                    <p:cond delay="0"/>
                                  </p:stCondLst>
                                  <p:childTnLst>
                                    <p:animEffect transition="out" filter="fade">
                                      <p:cBhvr>
                                        <p:cTn id="6" dur="2000" tmFilter="0, 0; .2, .5; .8, .5; 1, 0"/>
                                        <p:tgtEl>
                                          <p:spTgt spid="42"/>
                                        </p:tgtEl>
                                      </p:cBhvr>
                                    </p:animEffect>
                                    <p:animScale>
                                      <p:cBhvr>
                                        <p:cTn id="7" dur="1000" autoRev="1" fill="hold"/>
                                        <p:tgtEl>
                                          <p:spTgt spid="42"/>
                                        </p:tgtEl>
                                      </p:cBhvr>
                                      <p:by x="105000" y="105000"/>
                                    </p:animScale>
                                  </p:childTnLst>
                                </p:cTn>
                              </p:par>
                              <p:par>
                                <p:cTn id="8" presetID="26" presetClass="emph" presetSubtype="0" repeatCount="indefinite" fill="hold" nodeType="withEffect">
                                  <p:stCondLst>
                                    <p:cond delay="500"/>
                                  </p:stCondLst>
                                  <p:childTnLst>
                                    <p:animEffect transition="out" filter="fade">
                                      <p:cBhvr>
                                        <p:cTn id="9" dur="2000" tmFilter="0, 0; .2, .5; .8, .5; 1, 0"/>
                                        <p:tgtEl>
                                          <p:spTgt spid="43"/>
                                        </p:tgtEl>
                                      </p:cBhvr>
                                    </p:animEffect>
                                    <p:animScale>
                                      <p:cBhvr>
                                        <p:cTn id="10" dur="1000" autoRev="1" fill="hold"/>
                                        <p:tgtEl>
                                          <p:spTgt spid="43"/>
                                        </p:tgtEl>
                                      </p:cBhvr>
                                      <p:by x="105000" y="105000"/>
                                    </p:animScale>
                                  </p:childTnLst>
                                </p:cTn>
                              </p:par>
                              <p:par>
                                <p:cTn id="11" presetID="26" presetClass="emph" presetSubtype="0" repeatCount="indefinite" fill="hold" nodeType="withEffect">
                                  <p:stCondLst>
                                    <p:cond delay="1000"/>
                                  </p:stCondLst>
                                  <p:childTnLst>
                                    <p:animEffect transition="out" filter="fade">
                                      <p:cBhvr>
                                        <p:cTn id="12" dur="2000" tmFilter="0, 0; .2, .5; .8, .5; 1, 0"/>
                                        <p:tgtEl>
                                          <p:spTgt spid="44"/>
                                        </p:tgtEl>
                                      </p:cBhvr>
                                    </p:animEffect>
                                    <p:animScale>
                                      <p:cBhvr>
                                        <p:cTn id="13" dur="1000" autoRev="1" fill="hold"/>
                                        <p:tgtEl>
                                          <p:spTgt spid="44"/>
                                        </p:tgtEl>
                                      </p:cBhvr>
                                      <p:by x="105000" y="105000"/>
                                    </p:animScale>
                                  </p:childTnLst>
                                </p:cTn>
                              </p:par>
                              <p:par>
                                <p:cTn id="14" presetID="26" presetClass="emph" presetSubtype="0" repeatCount="indefinite" fill="hold" nodeType="withEffect">
                                  <p:stCondLst>
                                    <p:cond delay="1500"/>
                                  </p:stCondLst>
                                  <p:childTnLst>
                                    <p:animEffect transition="out" filter="fade">
                                      <p:cBhvr>
                                        <p:cTn id="15" dur="2000" tmFilter="0, 0; .2, .5; .8, .5; 1, 0"/>
                                        <p:tgtEl>
                                          <p:spTgt spid="45"/>
                                        </p:tgtEl>
                                      </p:cBhvr>
                                    </p:animEffect>
                                    <p:animScale>
                                      <p:cBhvr>
                                        <p:cTn id="16" dur="1000" autoRev="1" fill="hold"/>
                                        <p:tgtEl>
                                          <p:spTgt spid="4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4FFCF">
            <a:alpha val="41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C49EA-028D-8006-93DD-ACCDA82230B3}"/>
              </a:ext>
            </a:extLst>
          </p:cNvPr>
          <p:cNvSpPr>
            <a:spLocks noGrp="1"/>
          </p:cNvSpPr>
          <p:nvPr>
            <p:ph type="title"/>
          </p:nvPr>
        </p:nvSpPr>
        <p:spPr>
          <a:xfrm>
            <a:off x="3118994" y="1250641"/>
            <a:ext cx="3028949" cy="994172"/>
          </a:xfrm>
        </p:spPr>
        <p:txBody>
          <a:bodyPr/>
          <a:lstStyle/>
          <a:p>
            <a:r>
              <a:rPr lang="en-US" dirty="0">
                <a:latin typeface="VELUX Transform" pitchFamily="2" charset="0"/>
              </a:rPr>
              <a:t>policy as code</a:t>
            </a:r>
          </a:p>
        </p:txBody>
      </p:sp>
      <p:pic>
        <p:nvPicPr>
          <p:cNvPr id="3074" name="Picture 2" descr="logo">
            <a:extLst>
              <a:ext uri="{FF2B5EF4-FFF2-40B4-BE49-F238E27FC236}">
                <a16:creationId xmlns:a16="http://schemas.microsoft.com/office/drawing/2014/main" id="{8532DF77-08FE-64CD-A570-38E42D5AF1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061" y="2715289"/>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127" name="Graphic 126">
            <a:extLst>
              <a:ext uri="{FF2B5EF4-FFF2-40B4-BE49-F238E27FC236}">
                <a16:creationId xmlns:a16="http://schemas.microsoft.com/office/drawing/2014/main" id="{8C4CA9A3-24D6-D201-DCE1-1B3F07BBAED5}"/>
              </a:ext>
            </a:extLst>
          </p:cNvPr>
          <p:cNvPicPr>
            <a:picLocks noChangeAspect="1"/>
          </p:cNvPicPr>
          <p:nvPr/>
        </p:nvPicPr>
        <p:blipFill>
          <a:blip r:embed="rId4">
            <a:extLst>
              <a:ext uri="{96DAC541-7B7A-43D3-8B79-37D633B846F1}">
                <asvg:svgBlip xmlns:asvg="http://schemas.microsoft.com/office/drawing/2016/SVG/main" r:embed="rId5"/>
              </a:ext>
            </a:extLst>
          </a:blip>
          <a:srcRect r="70944"/>
          <a:stretch>
            <a:fillRect/>
          </a:stretch>
        </p:blipFill>
        <p:spPr>
          <a:xfrm>
            <a:off x="3436645" y="2810539"/>
            <a:ext cx="1453006" cy="1181100"/>
          </a:xfrm>
          <a:prstGeom prst="rect">
            <a:avLst/>
          </a:prstGeom>
        </p:spPr>
      </p:pic>
      <p:pic>
        <p:nvPicPr>
          <p:cNvPr id="3078" name="Picture 6" descr="Polaris Logo">
            <a:extLst>
              <a:ext uri="{FF2B5EF4-FFF2-40B4-BE49-F238E27FC236}">
                <a16:creationId xmlns:a16="http://schemas.microsoft.com/office/drawing/2014/main" id="{7942F896-9F35-DD9D-1652-B042D1FF69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07356" y="3031768"/>
            <a:ext cx="2208584" cy="738644"/>
          </a:xfrm>
          <a:prstGeom prst="rect">
            <a:avLst/>
          </a:prstGeom>
          <a:noFill/>
          <a:extLst>
            <a:ext uri="{909E8E84-426E-40DD-AFC4-6F175D3DCCD1}">
              <a14:hiddenFill xmlns:a14="http://schemas.microsoft.com/office/drawing/2010/main">
                <a:solidFill>
                  <a:srgbClr val="FFFFFF"/>
                </a:solidFill>
              </a14:hiddenFill>
            </a:ext>
          </a:extLst>
        </p:spPr>
      </p:pic>
      <p:pic>
        <p:nvPicPr>
          <p:cNvPr id="3072" name="Picture 2">
            <a:extLst>
              <a:ext uri="{FF2B5EF4-FFF2-40B4-BE49-F238E27FC236}">
                <a16:creationId xmlns:a16="http://schemas.microsoft.com/office/drawing/2014/main" id="{CC3C56CF-6DD4-E2F0-B207-9DB673A80E8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42520" y="175537"/>
            <a:ext cx="1052623" cy="365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6194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E6F1">
            <a:alpha val="60000"/>
          </a:srgbClr>
        </a:solidFill>
        <a:effectLst/>
      </p:bgPr>
    </p:bg>
    <p:spTree>
      <p:nvGrpSpPr>
        <p:cNvPr id="1" name="">
          <a:extLst>
            <a:ext uri="{FF2B5EF4-FFF2-40B4-BE49-F238E27FC236}">
              <a16:creationId xmlns:a16="http://schemas.microsoft.com/office/drawing/2014/main" id="{4A934C0A-0B6D-C1DF-5B85-CAB0E6EA70EC}"/>
            </a:ext>
          </a:extLst>
        </p:cNvPr>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58" name="Ink 57">
                <a:extLst>
                  <a:ext uri="{FF2B5EF4-FFF2-40B4-BE49-F238E27FC236}">
                    <a16:creationId xmlns:a16="http://schemas.microsoft.com/office/drawing/2014/main" id="{7F637FBE-E27C-78D6-E768-4D4810A17D48}"/>
                  </a:ext>
                </a:extLst>
              </p14:cNvPr>
              <p14:cNvContentPartPr/>
              <p14:nvPr/>
            </p14:nvContentPartPr>
            <p14:xfrm>
              <a:off x="3168676" y="2255543"/>
              <a:ext cx="804330" cy="652320"/>
            </p14:xfrm>
          </p:contentPart>
        </mc:Choice>
        <mc:Fallback xmlns="">
          <p:pic>
            <p:nvPicPr>
              <p:cNvPr id="58" name="Ink 57">
                <a:extLst>
                  <a:ext uri="{FF2B5EF4-FFF2-40B4-BE49-F238E27FC236}">
                    <a16:creationId xmlns:a16="http://schemas.microsoft.com/office/drawing/2014/main" id="{7F637FBE-E27C-78D6-E768-4D4810A17D48}"/>
                  </a:ext>
                </a:extLst>
              </p:cNvPr>
              <p:cNvPicPr/>
              <p:nvPr/>
            </p:nvPicPr>
            <p:blipFill>
              <a:blip r:embed="rId4"/>
              <a:stretch>
                <a:fillRect/>
              </a:stretch>
            </p:blipFill>
            <p:spPr>
              <a:xfrm>
                <a:off x="3132688" y="2183543"/>
                <a:ext cx="875946" cy="795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9" name="Ink 58">
                <a:extLst>
                  <a:ext uri="{FF2B5EF4-FFF2-40B4-BE49-F238E27FC236}">
                    <a16:creationId xmlns:a16="http://schemas.microsoft.com/office/drawing/2014/main" id="{ABC80C7B-8EE7-E7BF-9E65-77DCA0893ACB}"/>
                  </a:ext>
                </a:extLst>
              </p14:cNvPr>
              <p14:cNvContentPartPr/>
              <p14:nvPr/>
            </p14:nvContentPartPr>
            <p14:xfrm>
              <a:off x="3194866" y="2290643"/>
              <a:ext cx="746820" cy="591030"/>
            </p14:xfrm>
          </p:contentPart>
        </mc:Choice>
        <mc:Fallback xmlns="">
          <p:pic>
            <p:nvPicPr>
              <p:cNvPr id="59" name="Ink 58">
                <a:extLst>
                  <a:ext uri="{FF2B5EF4-FFF2-40B4-BE49-F238E27FC236}">
                    <a16:creationId xmlns:a16="http://schemas.microsoft.com/office/drawing/2014/main" id="{ABC80C7B-8EE7-E7BF-9E65-77DCA0893ACB}"/>
                  </a:ext>
                </a:extLst>
              </p:cNvPr>
              <p:cNvPicPr/>
              <p:nvPr/>
            </p:nvPicPr>
            <p:blipFill>
              <a:blip r:embed="rId6"/>
              <a:stretch>
                <a:fillRect/>
              </a:stretch>
            </p:blipFill>
            <p:spPr>
              <a:xfrm>
                <a:off x="3159235" y="2219014"/>
                <a:ext cx="818443" cy="734648"/>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0" name="Ink 59">
                <a:extLst>
                  <a:ext uri="{FF2B5EF4-FFF2-40B4-BE49-F238E27FC236}">
                    <a16:creationId xmlns:a16="http://schemas.microsoft.com/office/drawing/2014/main" id="{40008068-1F97-07B3-3C8C-6C54CE6535D9}"/>
                  </a:ext>
                </a:extLst>
              </p14:cNvPr>
              <p14:cNvContentPartPr/>
              <p14:nvPr/>
            </p14:nvContentPartPr>
            <p14:xfrm>
              <a:off x="4295926" y="1679093"/>
              <a:ext cx="188460" cy="991710"/>
            </p14:xfrm>
          </p:contentPart>
        </mc:Choice>
        <mc:Fallback xmlns="">
          <p:pic>
            <p:nvPicPr>
              <p:cNvPr id="60" name="Ink 59">
                <a:extLst>
                  <a:ext uri="{FF2B5EF4-FFF2-40B4-BE49-F238E27FC236}">
                    <a16:creationId xmlns:a16="http://schemas.microsoft.com/office/drawing/2014/main" id="{40008068-1F97-07B3-3C8C-6C54CE6535D9}"/>
                  </a:ext>
                </a:extLst>
              </p:cNvPr>
              <p:cNvPicPr/>
              <p:nvPr/>
            </p:nvPicPr>
            <p:blipFill>
              <a:blip r:embed="rId8"/>
              <a:stretch>
                <a:fillRect/>
              </a:stretch>
            </p:blipFill>
            <p:spPr>
              <a:xfrm>
                <a:off x="4259892" y="1607460"/>
                <a:ext cx="260168" cy="1135337"/>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1" name="Ink 60">
                <a:extLst>
                  <a:ext uri="{FF2B5EF4-FFF2-40B4-BE49-F238E27FC236}">
                    <a16:creationId xmlns:a16="http://schemas.microsoft.com/office/drawing/2014/main" id="{2C482DCD-DA02-D4F2-AF9D-D399DF5E9F79}"/>
                  </a:ext>
                </a:extLst>
              </p14:cNvPr>
              <p14:cNvContentPartPr/>
              <p14:nvPr/>
            </p14:nvContentPartPr>
            <p14:xfrm>
              <a:off x="4269736" y="1685573"/>
              <a:ext cx="188460" cy="935820"/>
            </p14:xfrm>
          </p:contentPart>
        </mc:Choice>
        <mc:Fallback xmlns="">
          <p:pic>
            <p:nvPicPr>
              <p:cNvPr id="61" name="Ink 60">
                <a:extLst>
                  <a:ext uri="{FF2B5EF4-FFF2-40B4-BE49-F238E27FC236}">
                    <a16:creationId xmlns:a16="http://schemas.microsoft.com/office/drawing/2014/main" id="{2C482DCD-DA02-D4F2-AF9D-D399DF5E9F79}"/>
                  </a:ext>
                </a:extLst>
              </p:cNvPr>
              <p:cNvPicPr/>
              <p:nvPr/>
            </p:nvPicPr>
            <p:blipFill>
              <a:blip r:embed="rId10"/>
              <a:stretch>
                <a:fillRect/>
              </a:stretch>
            </p:blipFill>
            <p:spPr>
              <a:xfrm>
                <a:off x="4233770" y="1613587"/>
                <a:ext cx="260032" cy="1079432"/>
              </a:xfrm>
              <a:prstGeom prst="rect">
                <a:avLst/>
              </a:prstGeom>
            </p:spPr>
          </p:pic>
        </mc:Fallback>
      </mc:AlternateContent>
      <p:sp>
        <p:nvSpPr>
          <p:cNvPr id="2" name="Title 1">
            <a:extLst>
              <a:ext uri="{FF2B5EF4-FFF2-40B4-BE49-F238E27FC236}">
                <a16:creationId xmlns:a16="http://schemas.microsoft.com/office/drawing/2014/main" id="{0169C467-38B8-0AFF-50EC-1D9641BFC5C1}"/>
              </a:ext>
            </a:extLst>
          </p:cNvPr>
          <p:cNvSpPr>
            <a:spLocks noGrp="1"/>
          </p:cNvSpPr>
          <p:nvPr>
            <p:ph type="title"/>
          </p:nvPr>
        </p:nvSpPr>
        <p:spPr>
          <a:xfrm>
            <a:off x="2841282" y="764848"/>
            <a:ext cx="3028949" cy="994172"/>
          </a:xfrm>
        </p:spPr>
        <p:txBody>
          <a:bodyPr>
            <a:normAutofit fontScale="90000"/>
          </a:bodyPr>
          <a:lstStyle/>
          <a:p>
            <a:r>
              <a:rPr lang="en-US" dirty="0">
                <a:latin typeface="VELUX Transform" pitchFamily="2" charset="0"/>
              </a:rPr>
              <a:t>Why </a:t>
            </a:r>
            <a:r>
              <a:rPr lang="en-US" dirty="0" err="1">
                <a:latin typeface="VELUX Transform" pitchFamily="2" charset="0"/>
              </a:rPr>
              <a:t>Kyverno</a:t>
            </a:r>
            <a:r>
              <a:rPr lang="en-US" dirty="0">
                <a:latin typeface="VELUX Transform" pitchFamily="2" charset="0"/>
              </a:rPr>
              <a:t>?</a:t>
            </a:r>
          </a:p>
        </p:txBody>
      </p:sp>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5" name="Ink 4">
                <a:extLst>
                  <a:ext uri="{FF2B5EF4-FFF2-40B4-BE49-F238E27FC236}">
                    <a16:creationId xmlns:a16="http://schemas.microsoft.com/office/drawing/2014/main" id="{15AA231F-14D4-B86A-213F-F366C2267400}"/>
                  </a:ext>
                </a:extLst>
              </p14:cNvPr>
              <p14:cNvContentPartPr/>
              <p14:nvPr/>
            </p14:nvContentPartPr>
            <p14:xfrm>
              <a:off x="-428162" y="2332698"/>
              <a:ext cx="270" cy="270"/>
            </p14:xfrm>
          </p:contentPart>
        </mc:Choice>
        <mc:Fallback xmlns="">
          <p:pic>
            <p:nvPicPr>
              <p:cNvPr id="5" name="Ink 4">
                <a:extLst>
                  <a:ext uri="{FF2B5EF4-FFF2-40B4-BE49-F238E27FC236}">
                    <a16:creationId xmlns:a16="http://schemas.microsoft.com/office/drawing/2014/main" id="{15AA231F-14D4-B86A-213F-F366C2267400}"/>
                  </a:ext>
                </a:extLst>
              </p:cNvPr>
              <p:cNvPicPr/>
              <p:nvPr/>
            </p:nvPicPr>
            <p:blipFill>
              <a:blip r:embed="rId12"/>
              <a:stretch>
                <a:fillRect/>
              </a:stretch>
            </p:blipFill>
            <p:spPr>
              <a:xfrm>
                <a:off x="-455162" y="2170698"/>
                <a:ext cx="54000" cy="324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9" name="Ink 8">
                <a:extLst>
                  <a:ext uri="{FF2B5EF4-FFF2-40B4-BE49-F238E27FC236}">
                    <a16:creationId xmlns:a16="http://schemas.microsoft.com/office/drawing/2014/main" id="{F03CA1F5-5657-6F81-A251-32B94984EE76}"/>
                  </a:ext>
                </a:extLst>
              </p14:cNvPr>
              <p14:cNvContentPartPr/>
              <p14:nvPr/>
            </p14:nvContentPartPr>
            <p14:xfrm>
              <a:off x="3106368" y="2528075"/>
              <a:ext cx="300240" cy="675540"/>
            </p14:xfrm>
          </p:contentPart>
        </mc:Choice>
        <mc:Fallback xmlns="">
          <p:pic>
            <p:nvPicPr>
              <p:cNvPr id="9" name="Ink 8">
                <a:extLst>
                  <a:ext uri="{FF2B5EF4-FFF2-40B4-BE49-F238E27FC236}">
                    <a16:creationId xmlns:a16="http://schemas.microsoft.com/office/drawing/2014/main" id="{F03CA1F5-5657-6F81-A251-32B94984EE76}"/>
                  </a:ext>
                </a:extLst>
              </p:cNvPr>
              <p:cNvPicPr/>
              <p:nvPr/>
            </p:nvPicPr>
            <p:blipFill>
              <a:blip r:embed="rId14"/>
              <a:stretch>
                <a:fillRect/>
              </a:stretch>
            </p:blipFill>
            <p:spPr>
              <a:xfrm>
                <a:off x="3070368" y="2312133"/>
                <a:ext cx="371880" cy="110706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10" name="Ink 9">
                <a:extLst>
                  <a:ext uri="{FF2B5EF4-FFF2-40B4-BE49-F238E27FC236}">
                    <a16:creationId xmlns:a16="http://schemas.microsoft.com/office/drawing/2014/main" id="{A007B226-4C82-937B-6BB1-8C39889C932C}"/>
                  </a:ext>
                </a:extLst>
              </p14:cNvPr>
              <p14:cNvContentPartPr/>
              <p14:nvPr/>
            </p14:nvContentPartPr>
            <p14:xfrm>
              <a:off x="3435228" y="1906535"/>
              <a:ext cx="836190" cy="488700"/>
            </p14:xfrm>
          </p:contentPart>
        </mc:Choice>
        <mc:Fallback xmlns="">
          <p:pic>
            <p:nvPicPr>
              <p:cNvPr id="10" name="Ink 9">
                <a:extLst>
                  <a:ext uri="{FF2B5EF4-FFF2-40B4-BE49-F238E27FC236}">
                    <a16:creationId xmlns:a16="http://schemas.microsoft.com/office/drawing/2014/main" id="{A007B226-4C82-937B-6BB1-8C39889C932C}"/>
                  </a:ext>
                </a:extLst>
              </p:cNvPr>
              <p:cNvPicPr/>
              <p:nvPr/>
            </p:nvPicPr>
            <p:blipFill>
              <a:blip r:embed="rId16"/>
              <a:stretch>
                <a:fillRect/>
              </a:stretch>
            </p:blipFill>
            <p:spPr>
              <a:xfrm>
                <a:off x="3399592" y="1690615"/>
                <a:ext cx="907822" cy="92018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11" name="Ink 10">
                <a:extLst>
                  <a:ext uri="{FF2B5EF4-FFF2-40B4-BE49-F238E27FC236}">
                    <a16:creationId xmlns:a16="http://schemas.microsoft.com/office/drawing/2014/main" id="{BA1DC44E-EB22-18DA-E6F0-2D992D590B9D}"/>
                  </a:ext>
                </a:extLst>
              </p14:cNvPr>
              <p14:cNvContentPartPr/>
              <p14:nvPr/>
            </p14:nvContentPartPr>
            <p14:xfrm>
              <a:off x="4546278" y="1917605"/>
              <a:ext cx="793800" cy="454140"/>
            </p14:xfrm>
          </p:contentPart>
        </mc:Choice>
        <mc:Fallback xmlns="">
          <p:pic>
            <p:nvPicPr>
              <p:cNvPr id="11" name="Ink 10">
                <a:extLst>
                  <a:ext uri="{FF2B5EF4-FFF2-40B4-BE49-F238E27FC236}">
                    <a16:creationId xmlns:a16="http://schemas.microsoft.com/office/drawing/2014/main" id="{BA1DC44E-EB22-18DA-E6F0-2D992D590B9D}"/>
                  </a:ext>
                </a:extLst>
              </p:cNvPr>
              <p:cNvPicPr/>
              <p:nvPr/>
            </p:nvPicPr>
            <p:blipFill>
              <a:blip r:embed="rId18"/>
              <a:stretch>
                <a:fillRect/>
              </a:stretch>
            </p:blipFill>
            <p:spPr>
              <a:xfrm>
                <a:off x="4510294" y="1701691"/>
                <a:ext cx="865408" cy="88560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12" name="Ink 11">
                <a:extLst>
                  <a:ext uri="{FF2B5EF4-FFF2-40B4-BE49-F238E27FC236}">
                    <a16:creationId xmlns:a16="http://schemas.microsoft.com/office/drawing/2014/main" id="{C1B61510-A569-16AE-A860-2EE5B28EB259}"/>
                  </a:ext>
                </a:extLst>
              </p14:cNvPr>
              <p14:cNvContentPartPr/>
              <p14:nvPr/>
            </p14:nvContentPartPr>
            <p14:xfrm>
              <a:off x="5387328" y="2523755"/>
              <a:ext cx="308070" cy="702810"/>
            </p14:xfrm>
          </p:contentPart>
        </mc:Choice>
        <mc:Fallback xmlns="">
          <p:pic>
            <p:nvPicPr>
              <p:cNvPr id="12" name="Ink 11">
                <a:extLst>
                  <a:ext uri="{FF2B5EF4-FFF2-40B4-BE49-F238E27FC236}">
                    <a16:creationId xmlns:a16="http://schemas.microsoft.com/office/drawing/2014/main" id="{C1B61510-A569-16AE-A860-2EE5B28EB259}"/>
                  </a:ext>
                </a:extLst>
              </p:cNvPr>
              <p:cNvPicPr/>
              <p:nvPr/>
            </p:nvPicPr>
            <p:blipFill>
              <a:blip r:embed="rId20"/>
              <a:stretch>
                <a:fillRect/>
              </a:stretch>
            </p:blipFill>
            <p:spPr>
              <a:xfrm>
                <a:off x="5351698" y="2307838"/>
                <a:ext cx="379689" cy="113428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1">
            <p14:nvContentPartPr>
              <p14:cNvPr id="13" name="Ink 12">
                <a:extLst>
                  <a:ext uri="{FF2B5EF4-FFF2-40B4-BE49-F238E27FC236}">
                    <a16:creationId xmlns:a16="http://schemas.microsoft.com/office/drawing/2014/main" id="{33B2E906-7207-96DF-BE31-22B7C354AA03}"/>
                  </a:ext>
                </a:extLst>
              </p14:cNvPr>
              <p14:cNvContentPartPr/>
              <p14:nvPr/>
            </p14:nvContentPartPr>
            <p14:xfrm>
              <a:off x="3896118" y="2755415"/>
              <a:ext cx="944460" cy="456570"/>
            </p14:xfrm>
          </p:contentPart>
        </mc:Choice>
        <mc:Fallback xmlns="">
          <p:pic>
            <p:nvPicPr>
              <p:cNvPr id="13" name="Ink 12">
                <a:extLst>
                  <a:ext uri="{FF2B5EF4-FFF2-40B4-BE49-F238E27FC236}">
                    <a16:creationId xmlns:a16="http://schemas.microsoft.com/office/drawing/2014/main" id="{33B2E906-7207-96DF-BE31-22B7C354AA03}"/>
                  </a:ext>
                </a:extLst>
              </p:cNvPr>
              <p:cNvPicPr/>
              <p:nvPr/>
            </p:nvPicPr>
            <p:blipFill>
              <a:blip r:embed="rId22"/>
              <a:stretch>
                <a:fillRect/>
              </a:stretch>
            </p:blipFill>
            <p:spPr>
              <a:xfrm>
                <a:off x="3860125" y="2539372"/>
                <a:ext cx="1016086" cy="88829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3">
            <p14:nvContentPartPr>
              <p14:cNvPr id="16" name="Ink 15">
                <a:extLst>
                  <a:ext uri="{FF2B5EF4-FFF2-40B4-BE49-F238E27FC236}">
                    <a16:creationId xmlns:a16="http://schemas.microsoft.com/office/drawing/2014/main" id="{A1CB85B6-AF76-72E7-F9A5-4F682DA6DF09}"/>
                  </a:ext>
                </a:extLst>
              </p14:cNvPr>
              <p14:cNvContentPartPr/>
              <p14:nvPr/>
            </p14:nvContentPartPr>
            <p14:xfrm>
              <a:off x="4249548" y="1617365"/>
              <a:ext cx="268380" cy="1122390"/>
            </p14:xfrm>
          </p:contentPart>
        </mc:Choice>
        <mc:Fallback xmlns="">
          <p:pic>
            <p:nvPicPr>
              <p:cNvPr id="16" name="Ink 15">
                <a:extLst>
                  <a:ext uri="{FF2B5EF4-FFF2-40B4-BE49-F238E27FC236}">
                    <a16:creationId xmlns:a16="http://schemas.microsoft.com/office/drawing/2014/main" id="{A1CB85B6-AF76-72E7-F9A5-4F682DA6DF09}"/>
                  </a:ext>
                </a:extLst>
              </p:cNvPr>
              <p:cNvPicPr/>
              <p:nvPr/>
            </p:nvPicPr>
            <p:blipFill>
              <a:blip r:embed="rId24"/>
              <a:stretch>
                <a:fillRect/>
              </a:stretch>
            </p:blipFill>
            <p:spPr>
              <a:xfrm>
                <a:off x="4213572" y="1401742"/>
                <a:ext cx="339972" cy="1553995"/>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56" name="Ink 55">
                <a:extLst>
                  <a:ext uri="{FF2B5EF4-FFF2-40B4-BE49-F238E27FC236}">
                    <a16:creationId xmlns:a16="http://schemas.microsoft.com/office/drawing/2014/main" id="{CECFACAC-153D-EF20-AABE-96B4FC6B5DE1}"/>
                  </a:ext>
                </a:extLst>
              </p14:cNvPr>
              <p14:cNvContentPartPr/>
              <p14:nvPr/>
            </p14:nvContentPartPr>
            <p14:xfrm>
              <a:off x="3052306" y="3357683"/>
              <a:ext cx="2657340" cy="443610"/>
            </p14:xfrm>
          </p:contentPart>
        </mc:Choice>
        <mc:Fallback xmlns="">
          <p:pic>
            <p:nvPicPr>
              <p:cNvPr id="56" name="Ink 55">
                <a:extLst>
                  <a:ext uri="{FF2B5EF4-FFF2-40B4-BE49-F238E27FC236}">
                    <a16:creationId xmlns:a16="http://schemas.microsoft.com/office/drawing/2014/main" id="{CECFACAC-153D-EF20-AABE-96B4FC6B5DE1}"/>
                  </a:ext>
                </a:extLst>
              </p:cNvPr>
              <p:cNvPicPr/>
              <p:nvPr/>
            </p:nvPicPr>
            <p:blipFill>
              <a:blip r:embed="rId26"/>
              <a:stretch>
                <a:fillRect/>
              </a:stretch>
            </p:blipFill>
            <p:spPr>
              <a:xfrm>
                <a:off x="3016308" y="3285727"/>
                <a:ext cx="2728975" cy="587163"/>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57" name="Ink 56">
                <a:extLst>
                  <a:ext uri="{FF2B5EF4-FFF2-40B4-BE49-F238E27FC236}">
                    <a16:creationId xmlns:a16="http://schemas.microsoft.com/office/drawing/2014/main" id="{06582889-60F7-7D5C-A785-470C4D4E6D99}"/>
                  </a:ext>
                </a:extLst>
              </p14:cNvPr>
              <p14:cNvContentPartPr/>
              <p14:nvPr/>
            </p14:nvContentPartPr>
            <p14:xfrm>
              <a:off x="4353166" y="3446513"/>
              <a:ext cx="88830" cy="345330"/>
            </p14:xfrm>
          </p:contentPart>
        </mc:Choice>
        <mc:Fallback xmlns="">
          <p:pic>
            <p:nvPicPr>
              <p:cNvPr id="57" name="Ink 56">
                <a:extLst>
                  <a:ext uri="{FF2B5EF4-FFF2-40B4-BE49-F238E27FC236}">
                    <a16:creationId xmlns:a16="http://schemas.microsoft.com/office/drawing/2014/main" id="{06582889-60F7-7D5C-A785-470C4D4E6D99}"/>
                  </a:ext>
                </a:extLst>
              </p:cNvPr>
              <p:cNvPicPr/>
              <p:nvPr/>
            </p:nvPicPr>
            <p:blipFill>
              <a:blip r:embed="rId28"/>
              <a:stretch>
                <a:fillRect/>
              </a:stretch>
            </p:blipFill>
            <p:spPr>
              <a:xfrm>
                <a:off x="4317202" y="3374854"/>
                <a:ext cx="160397" cy="48900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9">
            <p14:nvContentPartPr>
              <p14:cNvPr id="17" name="Ink 16">
                <a:extLst>
                  <a:ext uri="{FF2B5EF4-FFF2-40B4-BE49-F238E27FC236}">
                    <a16:creationId xmlns:a16="http://schemas.microsoft.com/office/drawing/2014/main" id="{748201C4-0BD5-F2C9-8EFB-CB1D8F96FD4B}"/>
                  </a:ext>
                </a:extLst>
              </p14:cNvPr>
              <p14:cNvContentPartPr/>
              <p14:nvPr/>
            </p14:nvContentPartPr>
            <p14:xfrm>
              <a:off x="3125268" y="2197595"/>
              <a:ext cx="941490" cy="784890"/>
            </p14:xfrm>
          </p:contentPart>
        </mc:Choice>
        <mc:Fallback xmlns="">
          <p:pic>
            <p:nvPicPr>
              <p:cNvPr id="17" name="Ink 16">
                <a:extLst>
                  <a:ext uri="{FF2B5EF4-FFF2-40B4-BE49-F238E27FC236}">
                    <a16:creationId xmlns:a16="http://schemas.microsoft.com/office/drawing/2014/main" id="{748201C4-0BD5-F2C9-8EFB-CB1D8F96FD4B}"/>
                  </a:ext>
                </a:extLst>
              </p:cNvPr>
              <p:cNvPicPr/>
              <p:nvPr/>
            </p:nvPicPr>
            <p:blipFill>
              <a:blip r:embed="rId30"/>
              <a:stretch>
                <a:fillRect/>
              </a:stretch>
            </p:blipFill>
            <p:spPr>
              <a:xfrm>
                <a:off x="3089278" y="1981930"/>
                <a:ext cx="1013109" cy="1216580"/>
              </a:xfrm>
              <a:prstGeom prst="rect">
                <a:avLst/>
              </a:prstGeom>
            </p:spPr>
          </p:pic>
        </mc:Fallback>
      </mc:AlternateContent>
      <p:grpSp>
        <p:nvGrpSpPr>
          <p:cNvPr id="43" name="Group 42">
            <a:extLst>
              <a:ext uri="{FF2B5EF4-FFF2-40B4-BE49-F238E27FC236}">
                <a16:creationId xmlns:a16="http://schemas.microsoft.com/office/drawing/2014/main" id="{2E283243-C328-CA26-A8BD-480A44B2621A}"/>
              </a:ext>
            </a:extLst>
          </p:cNvPr>
          <p:cNvGrpSpPr/>
          <p:nvPr/>
        </p:nvGrpSpPr>
        <p:grpSpPr>
          <a:xfrm>
            <a:off x="2763198" y="4004364"/>
            <a:ext cx="607770" cy="602100"/>
            <a:chOff x="3684264" y="5339152"/>
            <a:chExt cx="810360" cy="802800"/>
          </a:xfrm>
        </p:grpSpPr>
        <mc:AlternateContent xmlns:mc="http://schemas.openxmlformats.org/markup-compatibility/2006" xmlns:p14="http://schemas.microsoft.com/office/powerpoint/2010/main" xmlns:aink="http://schemas.microsoft.com/office/drawing/2016/ink">
          <mc:Choice Requires="p14 aink">
            <p:contentPart p14:bwMode="auto" r:id="rId31">
              <p14:nvContentPartPr>
                <p14:cNvPr id="34" name="Ink 33">
                  <a:extLst>
                    <a:ext uri="{FF2B5EF4-FFF2-40B4-BE49-F238E27FC236}">
                      <a16:creationId xmlns:a16="http://schemas.microsoft.com/office/drawing/2014/main" id="{8E2D8E8D-72A5-C585-B393-E4A9A191D65A}"/>
                    </a:ext>
                  </a:extLst>
                </p14:cNvPr>
                <p14:cNvContentPartPr/>
                <p14:nvPr/>
              </p14:nvContentPartPr>
              <p14:xfrm>
                <a:off x="3911424" y="6131512"/>
                <a:ext cx="399960" cy="10440"/>
              </p14:xfrm>
            </p:contentPart>
          </mc:Choice>
          <mc:Fallback xmlns="">
            <p:pic>
              <p:nvPicPr>
                <p:cNvPr id="34" name="Ink 33">
                  <a:extLst>
                    <a:ext uri="{FF2B5EF4-FFF2-40B4-BE49-F238E27FC236}">
                      <a16:creationId xmlns:a16="http://schemas.microsoft.com/office/drawing/2014/main" id="{8E2D8E8D-72A5-C585-B393-E4A9A191D65A}"/>
                    </a:ext>
                  </a:extLst>
                </p:cNvPr>
                <p:cNvPicPr/>
                <p:nvPr/>
              </p:nvPicPr>
              <p:blipFill>
                <a:blip r:embed="rId32"/>
                <a:stretch>
                  <a:fillRect/>
                </a:stretch>
              </p:blipFill>
              <p:spPr>
                <a:xfrm>
                  <a:off x="3863410" y="5846785"/>
                  <a:ext cx="495509" cy="5794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
              <p14:nvContentPartPr>
                <p14:cNvPr id="35" name="Ink 34">
                  <a:extLst>
                    <a:ext uri="{FF2B5EF4-FFF2-40B4-BE49-F238E27FC236}">
                      <a16:creationId xmlns:a16="http://schemas.microsoft.com/office/drawing/2014/main" id="{AEEA8425-F7C2-9EAF-C211-FE4A593D5EE0}"/>
                    </a:ext>
                  </a:extLst>
                </p14:cNvPr>
                <p14:cNvContentPartPr/>
                <p14:nvPr/>
              </p14:nvContentPartPr>
              <p14:xfrm>
                <a:off x="3684264" y="5339152"/>
                <a:ext cx="412560" cy="781920"/>
              </p14:xfrm>
            </p:contentPart>
          </mc:Choice>
          <mc:Fallback xmlns="">
            <p:pic>
              <p:nvPicPr>
                <p:cNvPr id="35" name="Ink 34">
                  <a:extLst>
                    <a:ext uri="{FF2B5EF4-FFF2-40B4-BE49-F238E27FC236}">
                      <a16:creationId xmlns:a16="http://schemas.microsoft.com/office/drawing/2014/main" id="{AEEA8425-F7C2-9EAF-C211-FE4A593D5EE0}"/>
                    </a:ext>
                  </a:extLst>
                </p:cNvPr>
                <p:cNvPicPr/>
                <p:nvPr/>
              </p:nvPicPr>
              <p:blipFill>
                <a:blip r:embed="rId34"/>
                <a:stretch>
                  <a:fillRect/>
                </a:stretch>
              </p:blipFill>
              <p:spPr>
                <a:xfrm>
                  <a:off x="3636292" y="5051808"/>
                  <a:ext cx="508024" cy="135708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5">
              <p14:nvContentPartPr>
                <p14:cNvPr id="38" name="Ink 37">
                  <a:extLst>
                    <a:ext uri="{FF2B5EF4-FFF2-40B4-BE49-F238E27FC236}">
                      <a16:creationId xmlns:a16="http://schemas.microsoft.com/office/drawing/2014/main" id="{0AF3AF74-2EBA-8D07-F8C0-94C290CAF75A}"/>
                    </a:ext>
                  </a:extLst>
                </p14:cNvPr>
                <p14:cNvContentPartPr/>
                <p14:nvPr/>
              </p14:nvContentPartPr>
              <p14:xfrm>
                <a:off x="4071984" y="5343832"/>
                <a:ext cx="422640" cy="797760"/>
              </p14:xfrm>
            </p:contentPart>
          </mc:Choice>
          <mc:Fallback xmlns="">
            <p:pic>
              <p:nvPicPr>
                <p:cNvPr id="38" name="Ink 37">
                  <a:extLst>
                    <a:ext uri="{FF2B5EF4-FFF2-40B4-BE49-F238E27FC236}">
                      <a16:creationId xmlns:a16="http://schemas.microsoft.com/office/drawing/2014/main" id="{0AF3AF74-2EBA-8D07-F8C0-94C290CAF75A}"/>
                    </a:ext>
                  </a:extLst>
                </p:cNvPr>
                <p:cNvPicPr/>
                <p:nvPr/>
              </p:nvPicPr>
              <p:blipFill>
                <a:blip r:embed="rId36"/>
                <a:stretch>
                  <a:fillRect/>
                </a:stretch>
              </p:blipFill>
              <p:spPr>
                <a:xfrm>
                  <a:off x="4024011" y="5055832"/>
                  <a:ext cx="518106" cy="1373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7">
              <p14:nvContentPartPr>
                <p14:cNvPr id="41" name="Ink 40">
                  <a:extLst>
                    <a:ext uri="{FF2B5EF4-FFF2-40B4-BE49-F238E27FC236}">
                      <a16:creationId xmlns:a16="http://schemas.microsoft.com/office/drawing/2014/main" id="{50CBBD31-E833-3B6E-4F78-5B428328CA3F}"/>
                    </a:ext>
                  </a:extLst>
                </p14:cNvPr>
                <p14:cNvContentPartPr/>
                <p14:nvPr/>
              </p14:nvContentPartPr>
              <p14:xfrm>
                <a:off x="3893784" y="5572792"/>
                <a:ext cx="390240" cy="340200"/>
              </p14:xfrm>
            </p:contentPart>
          </mc:Choice>
          <mc:Fallback xmlns="">
            <p:pic>
              <p:nvPicPr>
                <p:cNvPr id="41" name="Ink 40">
                  <a:extLst>
                    <a:ext uri="{FF2B5EF4-FFF2-40B4-BE49-F238E27FC236}">
                      <a16:creationId xmlns:a16="http://schemas.microsoft.com/office/drawing/2014/main" id="{50CBBD31-E833-3B6E-4F78-5B428328CA3F}"/>
                    </a:ext>
                  </a:extLst>
                </p:cNvPr>
                <p:cNvPicPr/>
                <p:nvPr/>
              </p:nvPicPr>
              <p:blipFill>
                <a:blip r:embed="rId38"/>
                <a:stretch>
                  <a:fillRect/>
                </a:stretch>
              </p:blipFill>
              <p:spPr>
                <a:xfrm>
                  <a:off x="3846264" y="5285373"/>
                  <a:ext cx="485760" cy="915517"/>
                </a:xfrm>
                <a:prstGeom prst="rect">
                  <a:avLst/>
                </a:prstGeom>
              </p:spPr>
            </p:pic>
          </mc:Fallback>
        </mc:AlternateContent>
      </p:grpSp>
      <p:grpSp>
        <p:nvGrpSpPr>
          <p:cNvPr id="44" name="Group 43">
            <a:extLst>
              <a:ext uri="{FF2B5EF4-FFF2-40B4-BE49-F238E27FC236}">
                <a16:creationId xmlns:a16="http://schemas.microsoft.com/office/drawing/2014/main" id="{A93C5266-8591-A45C-EE5B-0C47D9E01D8D}"/>
              </a:ext>
            </a:extLst>
          </p:cNvPr>
          <p:cNvGrpSpPr/>
          <p:nvPr/>
        </p:nvGrpSpPr>
        <p:grpSpPr>
          <a:xfrm>
            <a:off x="4078277" y="4011901"/>
            <a:ext cx="607770" cy="602100"/>
            <a:chOff x="3684264" y="5339152"/>
            <a:chExt cx="810360" cy="802800"/>
          </a:xfrm>
        </p:grpSpPr>
        <mc:AlternateContent xmlns:mc="http://schemas.openxmlformats.org/markup-compatibility/2006" xmlns:p14="http://schemas.microsoft.com/office/powerpoint/2010/main" xmlns:aink="http://schemas.microsoft.com/office/drawing/2016/ink">
          <mc:Choice Requires="p14 aink">
            <p:contentPart p14:bwMode="auto" r:id="rId39">
              <p14:nvContentPartPr>
                <p14:cNvPr id="45" name="Ink 44">
                  <a:extLst>
                    <a:ext uri="{FF2B5EF4-FFF2-40B4-BE49-F238E27FC236}">
                      <a16:creationId xmlns:a16="http://schemas.microsoft.com/office/drawing/2014/main" id="{1744C895-341E-2AE7-B139-8B57AF821D19}"/>
                    </a:ext>
                  </a:extLst>
                </p14:cNvPr>
                <p14:cNvContentPartPr/>
                <p14:nvPr/>
              </p14:nvContentPartPr>
              <p14:xfrm>
                <a:off x="3911424" y="6131512"/>
                <a:ext cx="399960" cy="10440"/>
              </p14:xfrm>
            </p:contentPart>
          </mc:Choice>
          <mc:Fallback xmlns="">
            <p:pic>
              <p:nvPicPr>
                <p:cNvPr id="45" name="Ink 44">
                  <a:extLst>
                    <a:ext uri="{FF2B5EF4-FFF2-40B4-BE49-F238E27FC236}">
                      <a16:creationId xmlns:a16="http://schemas.microsoft.com/office/drawing/2014/main" id="{1744C895-341E-2AE7-B139-8B57AF821D19}"/>
                    </a:ext>
                  </a:extLst>
                </p:cNvPr>
                <p:cNvPicPr/>
                <p:nvPr/>
              </p:nvPicPr>
              <p:blipFill>
                <a:blip r:embed="rId40"/>
                <a:stretch>
                  <a:fillRect/>
                </a:stretch>
              </p:blipFill>
              <p:spPr>
                <a:xfrm>
                  <a:off x="3863410" y="5846785"/>
                  <a:ext cx="495509" cy="5794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1">
              <p14:nvContentPartPr>
                <p14:cNvPr id="46" name="Ink 45">
                  <a:extLst>
                    <a:ext uri="{FF2B5EF4-FFF2-40B4-BE49-F238E27FC236}">
                      <a16:creationId xmlns:a16="http://schemas.microsoft.com/office/drawing/2014/main" id="{954624FD-B547-B8EA-6BBA-F0416BCA9BCF}"/>
                    </a:ext>
                  </a:extLst>
                </p14:cNvPr>
                <p14:cNvContentPartPr/>
                <p14:nvPr/>
              </p14:nvContentPartPr>
              <p14:xfrm>
                <a:off x="3684264" y="5339152"/>
                <a:ext cx="412560" cy="781920"/>
              </p14:xfrm>
            </p:contentPart>
          </mc:Choice>
          <mc:Fallback xmlns="">
            <p:pic>
              <p:nvPicPr>
                <p:cNvPr id="46" name="Ink 45">
                  <a:extLst>
                    <a:ext uri="{FF2B5EF4-FFF2-40B4-BE49-F238E27FC236}">
                      <a16:creationId xmlns:a16="http://schemas.microsoft.com/office/drawing/2014/main" id="{954624FD-B547-B8EA-6BBA-F0416BCA9BCF}"/>
                    </a:ext>
                  </a:extLst>
                </p:cNvPr>
                <p:cNvPicPr/>
                <p:nvPr/>
              </p:nvPicPr>
              <p:blipFill>
                <a:blip r:embed="rId42"/>
                <a:stretch>
                  <a:fillRect/>
                </a:stretch>
              </p:blipFill>
              <p:spPr>
                <a:xfrm>
                  <a:off x="3636292" y="5051808"/>
                  <a:ext cx="508024" cy="135708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3">
              <p14:nvContentPartPr>
                <p14:cNvPr id="47" name="Ink 46">
                  <a:extLst>
                    <a:ext uri="{FF2B5EF4-FFF2-40B4-BE49-F238E27FC236}">
                      <a16:creationId xmlns:a16="http://schemas.microsoft.com/office/drawing/2014/main" id="{E4C7B306-3FF4-08CF-6F9C-1FC2CC365A70}"/>
                    </a:ext>
                  </a:extLst>
                </p14:cNvPr>
                <p14:cNvContentPartPr/>
                <p14:nvPr/>
              </p14:nvContentPartPr>
              <p14:xfrm>
                <a:off x="4071984" y="5343832"/>
                <a:ext cx="422640" cy="797760"/>
              </p14:xfrm>
            </p:contentPart>
          </mc:Choice>
          <mc:Fallback xmlns="">
            <p:pic>
              <p:nvPicPr>
                <p:cNvPr id="47" name="Ink 46">
                  <a:extLst>
                    <a:ext uri="{FF2B5EF4-FFF2-40B4-BE49-F238E27FC236}">
                      <a16:creationId xmlns:a16="http://schemas.microsoft.com/office/drawing/2014/main" id="{E4C7B306-3FF4-08CF-6F9C-1FC2CC365A70}"/>
                    </a:ext>
                  </a:extLst>
                </p:cNvPr>
                <p:cNvPicPr/>
                <p:nvPr/>
              </p:nvPicPr>
              <p:blipFill>
                <a:blip r:embed="rId44"/>
                <a:stretch>
                  <a:fillRect/>
                </a:stretch>
              </p:blipFill>
              <p:spPr>
                <a:xfrm>
                  <a:off x="4024011" y="5055832"/>
                  <a:ext cx="518106" cy="1373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5">
              <p14:nvContentPartPr>
                <p14:cNvPr id="48" name="Ink 47">
                  <a:extLst>
                    <a:ext uri="{FF2B5EF4-FFF2-40B4-BE49-F238E27FC236}">
                      <a16:creationId xmlns:a16="http://schemas.microsoft.com/office/drawing/2014/main" id="{5677A874-CE6B-2C64-FA11-8E2E2CCEA66A}"/>
                    </a:ext>
                  </a:extLst>
                </p14:cNvPr>
                <p14:cNvContentPartPr/>
                <p14:nvPr/>
              </p14:nvContentPartPr>
              <p14:xfrm>
                <a:off x="3893784" y="5572792"/>
                <a:ext cx="390240" cy="340200"/>
              </p14:xfrm>
            </p:contentPart>
          </mc:Choice>
          <mc:Fallback xmlns="">
            <p:pic>
              <p:nvPicPr>
                <p:cNvPr id="48" name="Ink 47">
                  <a:extLst>
                    <a:ext uri="{FF2B5EF4-FFF2-40B4-BE49-F238E27FC236}">
                      <a16:creationId xmlns:a16="http://schemas.microsoft.com/office/drawing/2014/main" id="{5677A874-CE6B-2C64-FA11-8E2E2CCEA66A}"/>
                    </a:ext>
                  </a:extLst>
                </p:cNvPr>
                <p:cNvPicPr/>
                <p:nvPr/>
              </p:nvPicPr>
              <p:blipFill>
                <a:blip r:embed="rId46"/>
                <a:stretch>
                  <a:fillRect/>
                </a:stretch>
              </p:blipFill>
              <p:spPr>
                <a:xfrm>
                  <a:off x="3846264" y="5285373"/>
                  <a:ext cx="485760" cy="915517"/>
                </a:xfrm>
                <a:prstGeom prst="rect">
                  <a:avLst/>
                </a:prstGeom>
              </p:spPr>
            </p:pic>
          </mc:Fallback>
        </mc:AlternateContent>
      </p:grpSp>
      <p:grpSp>
        <p:nvGrpSpPr>
          <p:cNvPr id="49" name="Group 48">
            <a:extLst>
              <a:ext uri="{FF2B5EF4-FFF2-40B4-BE49-F238E27FC236}">
                <a16:creationId xmlns:a16="http://schemas.microsoft.com/office/drawing/2014/main" id="{E4A5B261-2F28-1534-8286-4E2DDBC60130}"/>
              </a:ext>
            </a:extLst>
          </p:cNvPr>
          <p:cNvGrpSpPr/>
          <p:nvPr/>
        </p:nvGrpSpPr>
        <p:grpSpPr>
          <a:xfrm>
            <a:off x="5351906" y="3993060"/>
            <a:ext cx="607770" cy="602100"/>
            <a:chOff x="3684264" y="5339152"/>
            <a:chExt cx="810360" cy="802800"/>
          </a:xfrm>
        </p:grpSpPr>
        <mc:AlternateContent xmlns:mc="http://schemas.openxmlformats.org/markup-compatibility/2006" xmlns:p14="http://schemas.microsoft.com/office/powerpoint/2010/main" xmlns:aink="http://schemas.microsoft.com/office/drawing/2016/ink">
          <mc:Choice Requires="p14 aink">
            <p:contentPart p14:bwMode="auto" r:id="rId47">
              <p14:nvContentPartPr>
                <p14:cNvPr id="50" name="Ink 49">
                  <a:extLst>
                    <a:ext uri="{FF2B5EF4-FFF2-40B4-BE49-F238E27FC236}">
                      <a16:creationId xmlns:a16="http://schemas.microsoft.com/office/drawing/2014/main" id="{F94D54AD-C20F-B5FE-A744-E39A61163798}"/>
                    </a:ext>
                  </a:extLst>
                </p14:cNvPr>
                <p14:cNvContentPartPr/>
                <p14:nvPr/>
              </p14:nvContentPartPr>
              <p14:xfrm>
                <a:off x="3911424" y="6131512"/>
                <a:ext cx="399960" cy="10440"/>
              </p14:xfrm>
            </p:contentPart>
          </mc:Choice>
          <mc:Fallback xmlns="">
            <p:pic>
              <p:nvPicPr>
                <p:cNvPr id="50" name="Ink 49">
                  <a:extLst>
                    <a:ext uri="{FF2B5EF4-FFF2-40B4-BE49-F238E27FC236}">
                      <a16:creationId xmlns:a16="http://schemas.microsoft.com/office/drawing/2014/main" id="{F94D54AD-C20F-B5FE-A744-E39A61163798}"/>
                    </a:ext>
                  </a:extLst>
                </p:cNvPr>
                <p:cNvPicPr/>
                <p:nvPr/>
              </p:nvPicPr>
              <p:blipFill>
                <a:blip r:embed="rId48"/>
                <a:stretch>
                  <a:fillRect/>
                </a:stretch>
              </p:blipFill>
              <p:spPr>
                <a:xfrm>
                  <a:off x="3863410" y="5846785"/>
                  <a:ext cx="495509" cy="5794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9">
              <p14:nvContentPartPr>
                <p14:cNvPr id="51" name="Ink 50">
                  <a:extLst>
                    <a:ext uri="{FF2B5EF4-FFF2-40B4-BE49-F238E27FC236}">
                      <a16:creationId xmlns:a16="http://schemas.microsoft.com/office/drawing/2014/main" id="{6B562FB3-7F4B-D5F9-3036-471398EB0650}"/>
                    </a:ext>
                  </a:extLst>
                </p14:cNvPr>
                <p14:cNvContentPartPr/>
                <p14:nvPr/>
              </p14:nvContentPartPr>
              <p14:xfrm>
                <a:off x="3684264" y="5339152"/>
                <a:ext cx="412560" cy="781920"/>
              </p14:xfrm>
            </p:contentPart>
          </mc:Choice>
          <mc:Fallback xmlns="">
            <p:pic>
              <p:nvPicPr>
                <p:cNvPr id="51" name="Ink 50">
                  <a:extLst>
                    <a:ext uri="{FF2B5EF4-FFF2-40B4-BE49-F238E27FC236}">
                      <a16:creationId xmlns:a16="http://schemas.microsoft.com/office/drawing/2014/main" id="{6B562FB3-7F4B-D5F9-3036-471398EB0650}"/>
                    </a:ext>
                  </a:extLst>
                </p:cNvPr>
                <p:cNvPicPr/>
                <p:nvPr/>
              </p:nvPicPr>
              <p:blipFill>
                <a:blip r:embed="rId50"/>
                <a:stretch>
                  <a:fillRect/>
                </a:stretch>
              </p:blipFill>
              <p:spPr>
                <a:xfrm>
                  <a:off x="3636292" y="5051808"/>
                  <a:ext cx="508024" cy="135708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1">
              <p14:nvContentPartPr>
                <p14:cNvPr id="52" name="Ink 51">
                  <a:extLst>
                    <a:ext uri="{FF2B5EF4-FFF2-40B4-BE49-F238E27FC236}">
                      <a16:creationId xmlns:a16="http://schemas.microsoft.com/office/drawing/2014/main" id="{6BE1A5C1-E76B-6528-B575-C52906BE5197}"/>
                    </a:ext>
                  </a:extLst>
                </p14:cNvPr>
                <p14:cNvContentPartPr/>
                <p14:nvPr/>
              </p14:nvContentPartPr>
              <p14:xfrm>
                <a:off x="4071984" y="5343832"/>
                <a:ext cx="422640" cy="797760"/>
              </p14:xfrm>
            </p:contentPart>
          </mc:Choice>
          <mc:Fallback xmlns="">
            <p:pic>
              <p:nvPicPr>
                <p:cNvPr id="52" name="Ink 51">
                  <a:extLst>
                    <a:ext uri="{FF2B5EF4-FFF2-40B4-BE49-F238E27FC236}">
                      <a16:creationId xmlns:a16="http://schemas.microsoft.com/office/drawing/2014/main" id="{6BE1A5C1-E76B-6528-B575-C52906BE5197}"/>
                    </a:ext>
                  </a:extLst>
                </p:cNvPr>
                <p:cNvPicPr/>
                <p:nvPr/>
              </p:nvPicPr>
              <p:blipFill>
                <a:blip r:embed="rId52"/>
                <a:stretch>
                  <a:fillRect/>
                </a:stretch>
              </p:blipFill>
              <p:spPr>
                <a:xfrm>
                  <a:off x="4024011" y="5055832"/>
                  <a:ext cx="518106" cy="1373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3">
              <p14:nvContentPartPr>
                <p14:cNvPr id="53" name="Ink 52">
                  <a:extLst>
                    <a:ext uri="{FF2B5EF4-FFF2-40B4-BE49-F238E27FC236}">
                      <a16:creationId xmlns:a16="http://schemas.microsoft.com/office/drawing/2014/main" id="{4955A4FA-B8DF-6FE1-0FA6-A514299635F3}"/>
                    </a:ext>
                  </a:extLst>
                </p14:cNvPr>
                <p14:cNvContentPartPr/>
                <p14:nvPr/>
              </p14:nvContentPartPr>
              <p14:xfrm>
                <a:off x="3893784" y="5572792"/>
                <a:ext cx="390240" cy="340200"/>
              </p14:xfrm>
            </p:contentPart>
          </mc:Choice>
          <mc:Fallback xmlns="">
            <p:pic>
              <p:nvPicPr>
                <p:cNvPr id="53" name="Ink 52">
                  <a:extLst>
                    <a:ext uri="{FF2B5EF4-FFF2-40B4-BE49-F238E27FC236}">
                      <a16:creationId xmlns:a16="http://schemas.microsoft.com/office/drawing/2014/main" id="{4955A4FA-B8DF-6FE1-0FA6-A514299635F3}"/>
                    </a:ext>
                  </a:extLst>
                </p:cNvPr>
                <p:cNvPicPr/>
                <p:nvPr/>
              </p:nvPicPr>
              <p:blipFill>
                <a:blip r:embed="rId54"/>
                <a:stretch>
                  <a:fillRect/>
                </a:stretch>
              </p:blipFill>
              <p:spPr>
                <a:xfrm>
                  <a:off x="3846264" y="5285373"/>
                  <a:ext cx="485760" cy="915517"/>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5">
            <p14:nvContentPartPr>
              <p14:cNvPr id="54" name="Ink 53">
                <a:extLst>
                  <a:ext uri="{FF2B5EF4-FFF2-40B4-BE49-F238E27FC236}">
                    <a16:creationId xmlns:a16="http://schemas.microsoft.com/office/drawing/2014/main" id="{ABE2B5B9-B054-063C-BB0C-6324553A64F4}"/>
                  </a:ext>
                </a:extLst>
              </p14:cNvPr>
              <p14:cNvContentPartPr/>
              <p14:nvPr/>
            </p14:nvContentPartPr>
            <p14:xfrm>
              <a:off x="3073366" y="3389273"/>
              <a:ext cx="2621430" cy="402570"/>
            </p14:xfrm>
          </p:contentPart>
        </mc:Choice>
        <mc:Fallback xmlns="">
          <p:pic>
            <p:nvPicPr>
              <p:cNvPr id="54" name="Ink 53">
                <a:extLst>
                  <a:ext uri="{FF2B5EF4-FFF2-40B4-BE49-F238E27FC236}">
                    <a16:creationId xmlns:a16="http://schemas.microsoft.com/office/drawing/2014/main" id="{ABE2B5B9-B054-063C-BB0C-6324553A64F4}"/>
                  </a:ext>
                </a:extLst>
              </p:cNvPr>
              <p:cNvPicPr/>
              <p:nvPr/>
            </p:nvPicPr>
            <p:blipFill>
              <a:blip r:embed="rId56"/>
              <a:stretch>
                <a:fillRect/>
              </a:stretch>
            </p:blipFill>
            <p:spPr>
              <a:xfrm>
                <a:off x="3037727" y="3317321"/>
                <a:ext cx="2693068" cy="546114"/>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5" name="Ink 54">
                <a:extLst>
                  <a:ext uri="{FF2B5EF4-FFF2-40B4-BE49-F238E27FC236}">
                    <a16:creationId xmlns:a16="http://schemas.microsoft.com/office/drawing/2014/main" id="{386F6833-B8FB-C8A3-8F7A-841385B8B856}"/>
                  </a:ext>
                </a:extLst>
              </p14:cNvPr>
              <p14:cNvContentPartPr/>
              <p14:nvPr/>
            </p14:nvContentPartPr>
            <p14:xfrm>
              <a:off x="4363426" y="3400343"/>
              <a:ext cx="312390" cy="411480"/>
            </p14:xfrm>
          </p:contentPart>
        </mc:Choice>
        <mc:Fallback xmlns="">
          <p:pic>
            <p:nvPicPr>
              <p:cNvPr id="55" name="Ink 54">
                <a:extLst>
                  <a:ext uri="{FF2B5EF4-FFF2-40B4-BE49-F238E27FC236}">
                    <a16:creationId xmlns:a16="http://schemas.microsoft.com/office/drawing/2014/main" id="{386F6833-B8FB-C8A3-8F7A-841385B8B856}"/>
                  </a:ext>
                </a:extLst>
              </p:cNvPr>
              <p:cNvPicPr/>
              <p:nvPr/>
            </p:nvPicPr>
            <p:blipFill>
              <a:blip r:embed="rId58"/>
              <a:stretch>
                <a:fillRect/>
              </a:stretch>
            </p:blipFill>
            <p:spPr>
              <a:xfrm>
                <a:off x="4327796" y="3328343"/>
                <a:ext cx="384009" cy="555120"/>
              </a:xfrm>
              <a:prstGeom prst="rect">
                <a:avLst/>
              </a:prstGeom>
            </p:spPr>
          </p:pic>
        </mc:Fallback>
      </mc:AlternateContent>
      <p:grpSp>
        <p:nvGrpSpPr>
          <p:cNvPr id="31" name="Group 30">
            <a:extLst>
              <a:ext uri="{FF2B5EF4-FFF2-40B4-BE49-F238E27FC236}">
                <a16:creationId xmlns:a16="http://schemas.microsoft.com/office/drawing/2014/main" id="{0BC94679-2EA7-730F-2C6F-680D2F7098D2}"/>
              </a:ext>
            </a:extLst>
          </p:cNvPr>
          <p:cNvGrpSpPr/>
          <p:nvPr/>
        </p:nvGrpSpPr>
        <p:grpSpPr>
          <a:xfrm>
            <a:off x="3024558" y="3321605"/>
            <a:ext cx="2733750" cy="542700"/>
            <a:chOff x="4032744" y="4428807"/>
            <a:chExt cx="3645000" cy="723600"/>
          </a:xfrm>
        </p:grpSpPr>
        <mc:AlternateContent xmlns:mc="http://schemas.openxmlformats.org/markup-compatibility/2006" xmlns:p14="http://schemas.microsoft.com/office/powerpoint/2010/main" xmlns:aink="http://schemas.microsoft.com/office/drawing/2016/ink">
          <mc:Choice Requires="p14 aink">
            <p:contentPart p14:bwMode="auto" r:id="rId59">
              <p14:nvContentPartPr>
                <p14:cNvPr id="19" name="Ink 18">
                  <a:extLst>
                    <a:ext uri="{FF2B5EF4-FFF2-40B4-BE49-F238E27FC236}">
                      <a16:creationId xmlns:a16="http://schemas.microsoft.com/office/drawing/2014/main" id="{E21847A1-5A9F-6126-C148-5173739F29EE}"/>
                    </a:ext>
                  </a:extLst>
                </p14:cNvPr>
                <p14:cNvContentPartPr/>
                <p14:nvPr/>
              </p14:nvContentPartPr>
              <p14:xfrm>
                <a:off x="4032744" y="4428807"/>
                <a:ext cx="3588480" cy="719640"/>
              </p14:xfrm>
            </p:contentPart>
          </mc:Choice>
          <mc:Fallback xmlns="">
            <p:pic>
              <p:nvPicPr>
                <p:cNvPr id="19" name="Ink 18">
                  <a:extLst>
                    <a:ext uri="{FF2B5EF4-FFF2-40B4-BE49-F238E27FC236}">
                      <a16:creationId xmlns:a16="http://schemas.microsoft.com/office/drawing/2014/main" id="{E21847A1-5A9F-6126-C148-5173739F29EE}"/>
                    </a:ext>
                  </a:extLst>
                </p:cNvPr>
                <p:cNvPicPr/>
                <p:nvPr/>
              </p:nvPicPr>
              <p:blipFill>
                <a:blip r:embed="rId60"/>
                <a:stretch>
                  <a:fillRect/>
                </a:stretch>
              </p:blipFill>
              <p:spPr>
                <a:xfrm>
                  <a:off x="3985224" y="4140759"/>
                  <a:ext cx="3684000" cy="129525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1">
              <p14:nvContentPartPr>
                <p14:cNvPr id="20" name="Ink 19">
                  <a:extLst>
                    <a:ext uri="{FF2B5EF4-FFF2-40B4-BE49-F238E27FC236}">
                      <a16:creationId xmlns:a16="http://schemas.microsoft.com/office/drawing/2014/main" id="{8CB9920A-B7D5-347D-A5C8-97421FF7A79E}"/>
                    </a:ext>
                  </a:extLst>
                </p14:cNvPr>
                <p14:cNvContentPartPr/>
                <p14:nvPr/>
              </p14:nvContentPartPr>
              <p14:xfrm>
                <a:off x="4203384" y="4600887"/>
                <a:ext cx="1608840" cy="18720"/>
              </p14:xfrm>
            </p:contentPart>
          </mc:Choice>
          <mc:Fallback xmlns="">
            <p:pic>
              <p:nvPicPr>
                <p:cNvPr id="20" name="Ink 19">
                  <a:extLst>
                    <a:ext uri="{FF2B5EF4-FFF2-40B4-BE49-F238E27FC236}">
                      <a16:creationId xmlns:a16="http://schemas.microsoft.com/office/drawing/2014/main" id="{8CB9920A-B7D5-347D-A5C8-97421FF7A79E}"/>
                    </a:ext>
                  </a:extLst>
                </p:cNvPr>
                <p:cNvPicPr/>
                <p:nvPr/>
              </p:nvPicPr>
              <p:blipFill>
                <a:blip r:embed="rId62"/>
                <a:stretch>
                  <a:fillRect/>
                </a:stretch>
              </p:blipFill>
              <p:spPr>
                <a:xfrm>
                  <a:off x="4155388" y="4312887"/>
                  <a:ext cx="1704353" cy="594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3">
              <p14:nvContentPartPr>
                <p14:cNvPr id="26" name="Ink 25">
                  <a:extLst>
                    <a:ext uri="{FF2B5EF4-FFF2-40B4-BE49-F238E27FC236}">
                      <a16:creationId xmlns:a16="http://schemas.microsoft.com/office/drawing/2014/main" id="{1751FD18-0B93-A9F3-EA77-785424A961E8}"/>
                    </a:ext>
                  </a:extLst>
                </p14:cNvPr>
                <p14:cNvContentPartPr/>
                <p14:nvPr/>
              </p14:nvContentPartPr>
              <p14:xfrm>
                <a:off x="5756064" y="4595487"/>
                <a:ext cx="1741320" cy="556920"/>
              </p14:xfrm>
            </p:contentPart>
          </mc:Choice>
          <mc:Fallback xmlns="">
            <p:pic>
              <p:nvPicPr>
                <p:cNvPr id="26" name="Ink 25">
                  <a:extLst>
                    <a:ext uri="{FF2B5EF4-FFF2-40B4-BE49-F238E27FC236}">
                      <a16:creationId xmlns:a16="http://schemas.microsoft.com/office/drawing/2014/main" id="{1751FD18-0B93-A9F3-EA77-785424A961E8}"/>
                    </a:ext>
                  </a:extLst>
                </p:cNvPr>
                <p:cNvPicPr/>
                <p:nvPr/>
              </p:nvPicPr>
              <p:blipFill>
                <a:blip r:embed="rId64"/>
                <a:stretch>
                  <a:fillRect/>
                </a:stretch>
              </p:blipFill>
              <p:spPr>
                <a:xfrm>
                  <a:off x="5708067" y="4307425"/>
                  <a:ext cx="1836833" cy="113256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5">
              <p14:nvContentPartPr>
                <p14:cNvPr id="29" name="Ink 28">
                  <a:extLst>
                    <a:ext uri="{FF2B5EF4-FFF2-40B4-BE49-F238E27FC236}">
                      <a16:creationId xmlns:a16="http://schemas.microsoft.com/office/drawing/2014/main" id="{4D246B2C-45BC-A378-F838-0C3DCEE60408}"/>
                    </a:ext>
                  </a:extLst>
                </p14:cNvPr>
                <p14:cNvContentPartPr/>
                <p14:nvPr/>
              </p14:nvContentPartPr>
              <p14:xfrm>
                <a:off x="7499904" y="4447887"/>
                <a:ext cx="177840" cy="676440"/>
              </p14:xfrm>
            </p:contentPart>
          </mc:Choice>
          <mc:Fallback xmlns="">
            <p:pic>
              <p:nvPicPr>
                <p:cNvPr id="29" name="Ink 28">
                  <a:extLst>
                    <a:ext uri="{FF2B5EF4-FFF2-40B4-BE49-F238E27FC236}">
                      <a16:creationId xmlns:a16="http://schemas.microsoft.com/office/drawing/2014/main" id="{4D246B2C-45BC-A378-F838-0C3DCEE60408}"/>
                    </a:ext>
                  </a:extLst>
                </p:cNvPr>
                <p:cNvPicPr/>
                <p:nvPr/>
              </p:nvPicPr>
              <p:blipFill>
                <a:blip r:embed="rId66"/>
                <a:stretch>
                  <a:fillRect/>
                </a:stretch>
              </p:blipFill>
              <p:spPr>
                <a:xfrm>
                  <a:off x="7451969" y="4160316"/>
                  <a:ext cx="273231" cy="1252062"/>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7">
            <p14:nvContentPartPr>
              <p14:cNvPr id="63" name="Ink 62">
                <a:extLst>
                  <a:ext uri="{FF2B5EF4-FFF2-40B4-BE49-F238E27FC236}">
                    <a16:creationId xmlns:a16="http://schemas.microsoft.com/office/drawing/2014/main" id="{2642BEDA-E781-023E-506C-C6EAC811FBA3}"/>
                  </a:ext>
                </a:extLst>
              </p14:cNvPr>
              <p14:cNvContentPartPr/>
              <p14:nvPr/>
            </p14:nvContentPartPr>
            <p14:xfrm>
              <a:off x="4847266" y="2254733"/>
              <a:ext cx="751680" cy="608040"/>
            </p14:xfrm>
          </p:contentPart>
        </mc:Choice>
        <mc:Fallback xmlns="">
          <p:pic>
            <p:nvPicPr>
              <p:cNvPr id="63" name="Ink 62">
                <a:extLst>
                  <a:ext uri="{FF2B5EF4-FFF2-40B4-BE49-F238E27FC236}">
                    <a16:creationId xmlns:a16="http://schemas.microsoft.com/office/drawing/2014/main" id="{2642BEDA-E781-023E-506C-C6EAC811FBA3}"/>
                  </a:ext>
                </a:extLst>
              </p:cNvPr>
              <p:cNvPicPr/>
              <p:nvPr/>
            </p:nvPicPr>
            <p:blipFill>
              <a:blip r:embed="rId68"/>
              <a:stretch>
                <a:fillRect/>
              </a:stretch>
            </p:blipFill>
            <p:spPr>
              <a:xfrm>
                <a:off x="4811283" y="2182733"/>
                <a:ext cx="823286" cy="7516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2048" name="Ink 2047">
                <a:extLst>
                  <a:ext uri="{FF2B5EF4-FFF2-40B4-BE49-F238E27FC236}">
                    <a16:creationId xmlns:a16="http://schemas.microsoft.com/office/drawing/2014/main" id="{FADCC319-68E5-1BDD-9DA9-4CE9BC7E17C6}"/>
                  </a:ext>
                </a:extLst>
              </p14:cNvPr>
              <p14:cNvContentPartPr/>
              <p14:nvPr/>
            </p14:nvContentPartPr>
            <p14:xfrm>
              <a:off x="4872646" y="2276049"/>
              <a:ext cx="712800" cy="620460"/>
            </p14:xfrm>
          </p:contentPart>
        </mc:Choice>
        <mc:Fallback xmlns="">
          <p:pic>
            <p:nvPicPr>
              <p:cNvPr id="2048" name="Ink 2047">
                <a:extLst>
                  <a:ext uri="{FF2B5EF4-FFF2-40B4-BE49-F238E27FC236}">
                    <a16:creationId xmlns:a16="http://schemas.microsoft.com/office/drawing/2014/main" id="{FADCC319-68E5-1BDD-9DA9-4CE9BC7E17C6}"/>
                  </a:ext>
                </a:extLst>
              </p:cNvPr>
              <p:cNvPicPr/>
              <p:nvPr/>
            </p:nvPicPr>
            <p:blipFill>
              <a:blip r:embed="rId70"/>
              <a:stretch>
                <a:fillRect/>
              </a:stretch>
            </p:blipFill>
            <p:spPr>
              <a:xfrm>
                <a:off x="4836646" y="2204070"/>
                <a:ext cx="784440" cy="764058"/>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2" name="Ink 61">
                <a:extLst>
                  <a:ext uri="{FF2B5EF4-FFF2-40B4-BE49-F238E27FC236}">
                    <a16:creationId xmlns:a16="http://schemas.microsoft.com/office/drawing/2014/main" id="{065B30B4-265D-4203-B652-03ECC194D9C6}"/>
                  </a:ext>
                </a:extLst>
              </p14:cNvPr>
              <p14:cNvContentPartPr/>
              <p14:nvPr/>
            </p14:nvContentPartPr>
            <p14:xfrm>
              <a:off x="4778956" y="2587103"/>
              <a:ext cx="417420" cy="331020"/>
            </p14:xfrm>
          </p:contentPart>
        </mc:Choice>
        <mc:Fallback xmlns="">
          <p:pic>
            <p:nvPicPr>
              <p:cNvPr id="62" name="Ink 61">
                <a:extLst>
                  <a:ext uri="{FF2B5EF4-FFF2-40B4-BE49-F238E27FC236}">
                    <a16:creationId xmlns:a16="http://schemas.microsoft.com/office/drawing/2014/main" id="{065B30B4-265D-4203-B652-03ECC194D9C6}"/>
                  </a:ext>
                </a:extLst>
              </p:cNvPr>
              <p:cNvPicPr/>
              <p:nvPr/>
            </p:nvPicPr>
            <p:blipFill>
              <a:blip r:embed="rId72"/>
              <a:stretch>
                <a:fillRect/>
              </a:stretch>
            </p:blipFill>
            <p:spPr>
              <a:xfrm>
                <a:off x="4742972" y="2515502"/>
                <a:ext cx="489029" cy="47458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3">
            <p14:nvContentPartPr>
              <p14:cNvPr id="14" name="Ink 13">
                <a:extLst>
                  <a:ext uri="{FF2B5EF4-FFF2-40B4-BE49-F238E27FC236}">
                    <a16:creationId xmlns:a16="http://schemas.microsoft.com/office/drawing/2014/main" id="{63C8343E-B186-440A-A857-922113FED1C8}"/>
                  </a:ext>
                </a:extLst>
              </p14:cNvPr>
              <p14:cNvContentPartPr/>
              <p14:nvPr/>
            </p14:nvContentPartPr>
            <p14:xfrm>
              <a:off x="4735008" y="2185445"/>
              <a:ext cx="910980" cy="810270"/>
            </p14:xfrm>
          </p:contentPart>
        </mc:Choice>
        <mc:Fallback xmlns="">
          <p:pic>
            <p:nvPicPr>
              <p:cNvPr id="14" name="Ink 13">
                <a:extLst>
                  <a:ext uri="{FF2B5EF4-FFF2-40B4-BE49-F238E27FC236}">
                    <a16:creationId xmlns:a16="http://schemas.microsoft.com/office/drawing/2014/main" id="{63C8343E-B186-440A-A857-922113FED1C8}"/>
                  </a:ext>
                </a:extLst>
              </p:cNvPr>
              <p:cNvPicPr/>
              <p:nvPr/>
            </p:nvPicPr>
            <p:blipFill>
              <a:blip r:embed="rId74"/>
              <a:stretch>
                <a:fillRect/>
              </a:stretch>
            </p:blipFill>
            <p:spPr>
              <a:xfrm>
                <a:off x="4699015" y="1969469"/>
                <a:ext cx="982606" cy="1241862"/>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2049" name="Ink 2048">
                <a:extLst>
                  <a:ext uri="{FF2B5EF4-FFF2-40B4-BE49-F238E27FC236}">
                    <a16:creationId xmlns:a16="http://schemas.microsoft.com/office/drawing/2014/main" id="{9D3D814B-C603-CDC2-F129-1BE5AF46AD31}"/>
                  </a:ext>
                </a:extLst>
              </p14:cNvPr>
              <p14:cNvContentPartPr/>
              <p14:nvPr/>
            </p14:nvContentPartPr>
            <p14:xfrm>
              <a:off x="2807686" y="4074533"/>
              <a:ext cx="520830" cy="476820"/>
            </p14:xfrm>
          </p:contentPart>
        </mc:Choice>
        <mc:Fallback xmlns="">
          <p:pic>
            <p:nvPicPr>
              <p:cNvPr id="2049" name="Ink 2048">
                <a:extLst>
                  <a:ext uri="{FF2B5EF4-FFF2-40B4-BE49-F238E27FC236}">
                    <a16:creationId xmlns:a16="http://schemas.microsoft.com/office/drawing/2014/main" id="{9D3D814B-C603-CDC2-F129-1BE5AF46AD31}"/>
                  </a:ext>
                </a:extLst>
              </p:cNvPr>
              <p:cNvPicPr/>
              <p:nvPr/>
            </p:nvPicPr>
            <p:blipFill>
              <a:blip r:embed="rId76"/>
              <a:stretch>
                <a:fillRect/>
              </a:stretch>
            </p:blipFill>
            <p:spPr>
              <a:xfrm>
                <a:off x="2771692" y="4002560"/>
                <a:ext cx="592458" cy="620406"/>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2050" name="Ink 2049">
                <a:extLst>
                  <a:ext uri="{FF2B5EF4-FFF2-40B4-BE49-F238E27FC236}">
                    <a16:creationId xmlns:a16="http://schemas.microsoft.com/office/drawing/2014/main" id="{3D55CD5D-BD3D-44C8-43EA-EF2081B0A5D2}"/>
                  </a:ext>
                </a:extLst>
              </p14:cNvPr>
              <p14:cNvContentPartPr/>
              <p14:nvPr/>
            </p14:nvContentPartPr>
            <p14:xfrm>
              <a:off x="3946276" y="2819303"/>
              <a:ext cx="866970" cy="328320"/>
            </p14:xfrm>
          </p:contentPart>
        </mc:Choice>
        <mc:Fallback xmlns="">
          <p:pic>
            <p:nvPicPr>
              <p:cNvPr id="2050" name="Ink 2049">
                <a:extLst>
                  <a:ext uri="{FF2B5EF4-FFF2-40B4-BE49-F238E27FC236}">
                    <a16:creationId xmlns:a16="http://schemas.microsoft.com/office/drawing/2014/main" id="{3D55CD5D-BD3D-44C8-43EA-EF2081B0A5D2}"/>
                  </a:ext>
                </a:extLst>
              </p:cNvPr>
              <p:cNvPicPr/>
              <p:nvPr/>
            </p:nvPicPr>
            <p:blipFill>
              <a:blip r:embed="rId78"/>
              <a:stretch>
                <a:fillRect/>
              </a:stretch>
            </p:blipFill>
            <p:spPr>
              <a:xfrm>
                <a:off x="3910272" y="2747303"/>
                <a:ext cx="938617" cy="4719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2051" name="Ink 2050">
                <a:extLst>
                  <a:ext uri="{FF2B5EF4-FFF2-40B4-BE49-F238E27FC236}">
                    <a16:creationId xmlns:a16="http://schemas.microsoft.com/office/drawing/2014/main" id="{6D616934-C34E-EEC7-B18F-523F5D675E38}"/>
                  </a:ext>
                </a:extLst>
              </p14:cNvPr>
              <p14:cNvContentPartPr/>
              <p14:nvPr/>
            </p14:nvContentPartPr>
            <p14:xfrm>
              <a:off x="3130336" y="2601953"/>
              <a:ext cx="235980" cy="547830"/>
            </p14:xfrm>
          </p:contentPart>
        </mc:Choice>
        <mc:Fallback xmlns="">
          <p:pic>
            <p:nvPicPr>
              <p:cNvPr id="2051" name="Ink 2050">
                <a:extLst>
                  <a:ext uri="{FF2B5EF4-FFF2-40B4-BE49-F238E27FC236}">
                    <a16:creationId xmlns:a16="http://schemas.microsoft.com/office/drawing/2014/main" id="{6D616934-C34E-EEC7-B18F-523F5D675E38}"/>
                  </a:ext>
                </a:extLst>
              </p:cNvPr>
              <p:cNvPicPr/>
              <p:nvPr/>
            </p:nvPicPr>
            <p:blipFill>
              <a:blip r:embed="rId80"/>
              <a:stretch>
                <a:fillRect/>
              </a:stretch>
            </p:blipFill>
            <p:spPr>
              <a:xfrm>
                <a:off x="3094363" y="2530325"/>
                <a:ext cx="307565" cy="691446"/>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2053" name="Ink 2052">
                <a:extLst>
                  <a:ext uri="{FF2B5EF4-FFF2-40B4-BE49-F238E27FC236}">
                    <a16:creationId xmlns:a16="http://schemas.microsoft.com/office/drawing/2014/main" id="{78769EC9-D921-412C-8480-C73B66A78426}"/>
                  </a:ext>
                </a:extLst>
              </p14:cNvPr>
              <p14:cNvContentPartPr/>
              <p14:nvPr/>
            </p14:nvContentPartPr>
            <p14:xfrm>
              <a:off x="5423446" y="2592503"/>
              <a:ext cx="220320" cy="570510"/>
            </p14:xfrm>
          </p:contentPart>
        </mc:Choice>
        <mc:Fallback xmlns="">
          <p:pic>
            <p:nvPicPr>
              <p:cNvPr id="2053" name="Ink 2052">
                <a:extLst>
                  <a:ext uri="{FF2B5EF4-FFF2-40B4-BE49-F238E27FC236}">
                    <a16:creationId xmlns:a16="http://schemas.microsoft.com/office/drawing/2014/main" id="{78769EC9-D921-412C-8480-C73B66A78426}"/>
                  </a:ext>
                </a:extLst>
              </p:cNvPr>
              <p:cNvPicPr/>
              <p:nvPr/>
            </p:nvPicPr>
            <p:blipFill>
              <a:blip r:embed="rId82"/>
              <a:stretch>
                <a:fillRect/>
              </a:stretch>
            </p:blipFill>
            <p:spPr>
              <a:xfrm>
                <a:off x="5387446" y="2520514"/>
                <a:ext cx="291960" cy="714127"/>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2054" name="Ink 2053">
                <a:extLst>
                  <a:ext uri="{FF2B5EF4-FFF2-40B4-BE49-F238E27FC236}">
                    <a16:creationId xmlns:a16="http://schemas.microsoft.com/office/drawing/2014/main" id="{2A7D6B3B-71E5-6E6B-BF81-8374EDD6B6F7}"/>
                  </a:ext>
                </a:extLst>
              </p14:cNvPr>
              <p14:cNvContentPartPr/>
              <p14:nvPr/>
            </p14:nvContentPartPr>
            <p14:xfrm>
              <a:off x="4123126" y="4087223"/>
              <a:ext cx="532980" cy="481410"/>
            </p14:xfrm>
          </p:contentPart>
        </mc:Choice>
        <mc:Fallback xmlns="">
          <p:pic>
            <p:nvPicPr>
              <p:cNvPr id="2054" name="Ink 2053">
                <a:extLst>
                  <a:ext uri="{FF2B5EF4-FFF2-40B4-BE49-F238E27FC236}">
                    <a16:creationId xmlns:a16="http://schemas.microsoft.com/office/drawing/2014/main" id="{2A7D6B3B-71E5-6E6B-BF81-8374EDD6B6F7}"/>
                  </a:ext>
                </a:extLst>
              </p:cNvPr>
              <p:cNvPicPr/>
              <p:nvPr/>
            </p:nvPicPr>
            <p:blipFill>
              <a:blip r:embed="rId84"/>
              <a:stretch>
                <a:fillRect/>
              </a:stretch>
            </p:blipFill>
            <p:spPr>
              <a:xfrm>
                <a:off x="4087474" y="4015263"/>
                <a:ext cx="604644" cy="624969"/>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2055" name="Ink 2054">
                <a:extLst>
                  <a:ext uri="{FF2B5EF4-FFF2-40B4-BE49-F238E27FC236}">
                    <a16:creationId xmlns:a16="http://schemas.microsoft.com/office/drawing/2014/main" id="{2E711F59-442C-6CA8-E88F-BD0AB0CF31E4}"/>
                  </a:ext>
                </a:extLst>
              </p14:cNvPr>
              <p14:cNvContentPartPr/>
              <p14:nvPr/>
            </p14:nvContentPartPr>
            <p14:xfrm>
              <a:off x="5389426" y="4067783"/>
              <a:ext cx="540540" cy="470340"/>
            </p14:xfrm>
          </p:contentPart>
        </mc:Choice>
        <mc:Fallback xmlns="">
          <p:pic>
            <p:nvPicPr>
              <p:cNvPr id="2055" name="Ink 2054">
                <a:extLst>
                  <a:ext uri="{FF2B5EF4-FFF2-40B4-BE49-F238E27FC236}">
                    <a16:creationId xmlns:a16="http://schemas.microsoft.com/office/drawing/2014/main" id="{2E711F59-442C-6CA8-E88F-BD0AB0CF31E4}"/>
                  </a:ext>
                </a:extLst>
              </p:cNvPr>
              <p:cNvPicPr/>
              <p:nvPr/>
            </p:nvPicPr>
            <p:blipFill>
              <a:blip r:embed="rId86"/>
              <a:stretch>
                <a:fillRect/>
              </a:stretch>
            </p:blipFill>
            <p:spPr>
              <a:xfrm>
                <a:off x="5353798" y="3995755"/>
                <a:ext cx="612156" cy="614035"/>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2056" name="Ink 2055">
                <a:extLst>
                  <a:ext uri="{FF2B5EF4-FFF2-40B4-BE49-F238E27FC236}">
                    <a16:creationId xmlns:a16="http://schemas.microsoft.com/office/drawing/2014/main" id="{4D76892B-6517-5290-D306-456681723DB4}"/>
                  </a:ext>
                </a:extLst>
              </p14:cNvPr>
              <p14:cNvContentPartPr/>
              <p14:nvPr/>
            </p14:nvContentPartPr>
            <p14:xfrm>
              <a:off x="3474856" y="1967993"/>
              <a:ext cx="764640" cy="363960"/>
            </p14:xfrm>
          </p:contentPart>
        </mc:Choice>
        <mc:Fallback xmlns="">
          <p:pic>
            <p:nvPicPr>
              <p:cNvPr id="2056" name="Ink 2055">
                <a:extLst>
                  <a:ext uri="{FF2B5EF4-FFF2-40B4-BE49-F238E27FC236}">
                    <a16:creationId xmlns:a16="http://schemas.microsoft.com/office/drawing/2014/main" id="{4D76892B-6517-5290-D306-456681723DB4}"/>
                  </a:ext>
                </a:extLst>
              </p:cNvPr>
              <p:cNvPicPr/>
              <p:nvPr/>
            </p:nvPicPr>
            <p:blipFill>
              <a:blip r:embed="rId88"/>
              <a:stretch>
                <a:fillRect/>
              </a:stretch>
            </p:blipFill>
            <p:spPr>
              <a:xfrm>
                <a:off x="3439233" y="1895993"/>
                <a:ext cx="836246" cy="5076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2057" name="Ink 2056">
                <a:extLst>
                  <a:ext uri="{FF2B5EF4-FFF2-40B4-BE49-F238E27FC236}">
                    <a16:creationId xmlns:a16="http://schemas.microsoft.com/office/drawing/2014/main" id="{9D113C17-B9E8-CB1A-C13E-F1AB888EC7DA}"/>
                  </a:ext>
                </a:extLst>
              </p14:cNvPr>
              <p14:cNvContentPartPr/>
              <p14:nvPr/>
            </p14:nvContentPartPr>
            <p14:xfrm>
              <a:off x="4566196" y="1966103"/>
              <a:ext cx="742230" cy="324540"/>
            </p14:xfrm>
          </p:contentPart>
        </mc:Choice>
        <mc:Fallback xmlns="">
          <p:pic>
            <p:nvPicPr>
              <p:cNvPr id="2057" name="Ink 2056">
                <a:extLst>
                  <a:ext uri="{FF2B5EF4-FFF2-40B4-BE49-F238E27FC236}">
                    <a16:creationId xmlns:a16="http://schemas.microsoft.com/office/drawing/2014/main" id="{9D113C17-B9E8-CB1A-C13E-F1AB888EC7DA}"/>
                  </a:ext>
                </a:extLst>
              </p:cNvPr>
              <p:cNvPicPr/>
              <p:nvPr/>
            </p:nvPicPr>
            <p:blipFill>
              <a:blip r:embed="rId90"/>
              <a:stretch>
                <a:fillRect/>
              </a:stretch>
            </p:blipFill>
            <p:spPr>
              <a:xfrm>
                <a:off x="4530200" y="1894143"/>
                <a:ext cx="813861" cy="468100"/>
              </a:xfrm>
              <a:prstGeom prst="rect">
                <a:avLst/>
              </a:prstGeom>
            </p:spPr>
          </p:pic>
        </mc:Fallback>
      </mc:AlternateContent>
      <p:pic>
        <p:nvPicPr>
          <p:cNvPr id="2058" name="Picture 2">
            <a:extLst>
              <a:ext uri="{FF2B5EF4-FFF2-40B4-BE49-F238E27FC236}">
                <a16:creationId xmlns:a16="http://schemas.microsoft.com/office/drawing/2014/main" id="{CCC081D8-3D9E-1679-52C7-4C92EE25D1BE}"/>
              </a:ext>
            </a:extLst>
          </p:cNvPr>
          <p:cNvPicPr>
            <a:picLocks noChangeAspect="1" noChangeArrowheads="1"/>
          </p:cNvPicPr>
          <p:nvPr/>
        </p:nvPicPr>
        <p:blipFill>
          <a:blip r:embed="rId91">
            <a:extLst>
              <a:ext uri="{28A0092B-C50C-407E-A947-70E740481C1C}">
                <a14:useLocalDpi xmlns:a14="http://schemas.microsoft.com/office/drawing/2010/main" val="0"/>
              </a:ext>
            </a:extLst>
          </a:blip>
          <a:srcRect/>
          <a:stretch>
            <a:fillRect/>
          </a:stretch>
        </p:blipFill>
        <p:spPr bwMode="auto">
          <a:xfrm>
            <a:off x="7942520" y="175537"/>
            <a:ext cx="1052623" cy="365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5267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EEE8"/>
        </a:solidFill>
        <a:effectLst/>
      </p:bgPr>
    </p:bg>
    <p:spTree>
      <p:nvGrpSpPr>
        <p:cNvPr id="1" name="">
          <a:extLst>
            <a:ext uri="{FF2B5EF4-FFF2-40B4-BE49-F238E27FC236}">
              <a16:creationId xmlns:a16="http://schemas.microsoft.com/office/drawing/2014/main" id="{939DC19F-4189-CDD7-9E3F-82054428035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D2A442D-2751-13B4-08C6-66250DFB3F2B}"/>
              </a:ext>
            </a:extLst>
          </p:cNvPr>
          <p:cNvSpPr>
            <a:spLocks noGrp="1"/>
          </p:cNvSpPr>
          <p:nvPr>
            <p:ph type="title"/>
          </p:nvPr>
        </p:nvSpPr>
        <p:spPr>
          <a:xfrm>
            <a:off x="529738" y="378013"/>
            <a:ext cx="7130582" cy="598475"/>
          </a:xfrm>
        </p:spPr>
        <p:txBody>
          <a:bodyPr>
            <a:normAutofit fontScale="90000"/>
          </a:bodyPr>
          <a:lstStyle/>
          <a:p>
            <a:r>
              <a:rPr lang="en-GB" dirty="0">
                <a:latin typeface="VELUX Transform" pitchFamily="2" charset="0"/>
              </a:rPr>
              <a:t>admission controller</a:t>
            </a:r>
          </a:p>
        </p:txBody>
      </p:sp>
      <mc:AlternateContent xmlns:mc="http://schemas.openxmlformats.org/markup-compatibility/2006" xmlns:p14="http://schemas.microsoft.com/office/powerpoint/2010/main" xmlns:aink="http://schemas.microsoft.com/office/drawing/2016/ink">
        <mc:Choice Requires="p14 aink">
          <p:contentPart p14:bwMode="auto" r:id="rId4">
            <p14:nvContentPartPr>
              <p14:cNvPr id="25" name="Ink 24">
                <a:extLst>
                  <a:ext uri="{FF2B5EF4-FFF2-40B4-BE49-F238E27FC236}">
                    <a16:creationId xmlns:a16="http://schemas.microsoft.com/office/drawing/2014/main" id="{B5352ABF-A826-6BBC-76F7-61081FA041A3}"/>
                  </a:ext>
                </a:extLst>
              </p14:cNvPr>
              <p14:cNvContentPartPr/>
              <p14:nvPr/>
            </p14:nvContentPartPr>
            <p14:xfrm>
              <a:off x="-4775754" y="-370710"/>
              <a:ext cx="9990" cy="3510"/>
            </p14:xfrm>
          </p:contentPart>
        </mc:Choice>
        <mc:Fallback xmlns="">
          <p:pic>
            <p:nvPicPr>
              <p:cNvPr id="25" name="Ink 24">
                <a:extLst>
                  <a:ext uri="{FF2B5EF4-FFF2-40B4-BE49-F238E27FC236}">
                    <a16:creationId xmlns:a16="http://schemas.microsoft.com/office/drawing/2014/main" id="{B5352ABF-A826-6BBC-76F7-61081FA041A3}"/>
                  </a:ext>
                </a:extLst>
              </p:cNvPr>
              <p:cNvPicPr/>
              <p:nvPr/>
            </p:nvPicPr>
            <p:blipFill>
              <a:blip r:embed="rId5"/>
              <a:stretch>
                <a:fillRect/>
              </a:stretch>
            </p:blipFill>
            <p:spPr>
              <a:xfrm>
                <a:off x="-4838192" y="-739260"/>
                <a:ext cx="134508" cy="74025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132" name="Ink 131">
                <a:extLst>
                  <a:ext uri="{FF2B5EF4-FFF2-40B4-BE49-F238E27FC236}">
                    <a16:creationId xmlns:a16="http://schemas.microsoft.com/office/drawing/2014/main" id="{6C3923AE-0FCD-694E-B0E3-A9EF9F1C11DA}"/>
                  </a:ext>
                </a:extLst>
              </p14:cNvPr>
              <p14:cNvContentPartPr/>
              <p14:nvPr/>
            </p14:nvContentPartPr>
            <p14:xfrm>
              <a:off x="5462256" y="2256558"/>
              <a:ext cx="374220" cy="537300"/>
            </p14:xfrm>
          </p:contentPart>
        </mc:Choice>
        <mc:Fallback xmlns="">
          <p:pic>
            <p:nvPicPr>
              <p:cNvPr id="132" name="Ink 131">
                <a:extLst>
                  <a:ext uri="{FF2B5EF4-FFF2-40B4-BE49-F238E27FC236}">
                    <a16:creationId xmlns:a16="http://schemas.microsoft.com/office/drawing/2014/main" id="{6C3923AE-0FCD-694E-B0E3-A9EF9F1C11DA}"/>
                  </a:ext>
                </a:extLst>
              </p:cNvPr>
              <p:cNvPicPr/>
              <p:nvPr/>
            </p:nvPicPr>
            <p:blipFill>
              <a:blip r:embed="rId7"/>
              <a:stretch>
                <a:fillRect/>
              </a:stretch>
            </p:blipFill>
            <p:spPr>
              <a:xfrm>
                <a:off x="5426273" y="2040990"/>
                <a:ext cx="445826" cy="96879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5199" name="Ink 5198">
                <a:extLst>
                  <a:ext uri="{FF2B5EF4-FFF2-40B4-BE49-F238E27FC236}">
                    <a16:creationId xmlns:a16="http://schemas.microsoft.com/office/drawing/2014/main" id="{D2273207-60C3-755B-F343-A992B7DD6D8A}"/>
                  </a:ext>
                </a:extLst>
              </p14:cNvPr>
              <p14:cNvContentPartPr/>
              <p14:nvPr/>
            </p14:nvContentPartPr>
            <p14:xfrm>
              <a:off x="6013596" y="2220648"/>
              <a:ext cx="308880" cy="12690"/>
            </p14:xfrm>
          </p:contentPart>
        </mc:Choice>
        <mc:Fallback xmlns="">
          <p:pic>
            <p:nvPicPr>
              <p:cNvPr id="5199" name="Ink 5198">
                <a:extLst>
                  <a:ext uri="{FF2B5EF4-FFF2-40B4-BE49-F238E27FC236}">
                    <a16:creationId xmlns:a16="http://schemas.microsoft.com/office/drawing/2014/main" id="{D2273207-60C3-755B-F343-A992B7DD6D8A}"/>
                  </a:ext>
                </a:extLst>
              </p:cNvPr>
              <p:cNvPicPr/>
              <p:nvPr/>
            </p:nvPicPr>
            <p:blipFill>
              <a:blip r:embed="rId9"/>
              <a:stretch>
                <a:fillRect/>
              </a:stretch>
            </p:blipFill>
            <p:spPr>
              <a:xfrm>
                <a:off x="5977638" y="2009500"/>
                <a:ext cx="380437" cy="435338"/>
              </a:xfrm>
              <a:prstGeom prst="rect">
                <a:avLst/>
              </a:prstGeom>
            </p:spPr>
          </p:pic>
        </mc:Fallback>
      </mc:AlternateContent>
      <p:grpSp>
        <p:nvGrpSpPr>
          <p:cNvPr id="5220" name="Group 5219">
            <a:extLst>
              <a:ext uri="{FF2B5EF4-FFF2-40B4-BE49-F238E27FC236}">
                <a16:creationId xmlns:a16="http://schemas.microsoft.com/office/drawing/2014/main" id="{24E38F61-93C6-8A12-08DA-64BD051AC6B6}"/>
              </a:ext>
            </a:extLst>
          </p:cNvPr>
          <p:cNvGrpSpPr/>
          <p:nvPr/>
        </p:nvGrpSpPr>
        <p:grpSpPr>
          <a:xfrm>
            <a:off x="4493766" y="1801068"/>
            <a:ext cx="3051810" cy="2987010"/>
            <a:chOff x="5991688" y="2401424"/>
            <a:chExt cx="4069080" cy="39826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24" name="Ink 23">
                  <a:extLst>
                    <a:ext uri="{FF2B5EF4-FFF2-40B4-BE49-F238E27FC236}">
                      <a16:creationId xmlns:a16="http://schemas.microsoft.com/office/drawing/2014/main" id="{79CE70AE-92F7-2C75-A757-9720CD194726}"/>
                    </a:ext>
                  </a:extLst>
                </p14:cNvPr>
                <p14:cNvContentPartPr/>
                <p14:nvPr/>
              </p14:nvContentPartPr>
              <p14:xfrm>
                <a:off x="6701608" y="2834144"/>
                <a:ext cx="779040" cy="254880"/>
              </p14:xfrm>
            </p:contentPart>
          </mc:Choice>
          <mc:Fallback xmlns="">
            <p:pic>
              <p:nvPicPr>
                <p:cNvPr id="24" name="Ink 23">
                  <a:extLst>
                    <a:ext uri="{FF2B5EF4-FFF2-40B4-BE49-F238E27FC236}">
                      <a16:creationId xmlns:a16="http://schemas.microsoft.com/office/drawing/2014/main" id="{79CE70AE-92F7-2C75-A757-9720CD194726}"/>
                    </a:ext>
                  </a:extLst>
                </p:cNvPr>
                <p:cNvPicPr/>
                <p:nvPr/>
              </p:nvPicPr>
              <p:blipFill>
                <a:blip r:embed="rId11"/>
                <a:stretch>
                  <a:fillRect/>
                </a:stretch>
              </p:blipFill>
              <p:spPr>
                <a:xfrm>
                  <a:off x="6653608" y="2546624"/>
                  <a:ext cx="874560" cy="830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26" name="Ink 25">
                  <a:extLst>
                    <a:ext uri="{FF2B5EF4-FFF2-40B4-BE49-F238E27FC236}">
                      <a16:creationId xmlns:a16="http://schemas.microsoft.com/office/drawing/2014/main" id="{8B116B3F-6F02-686E-7416-DD288058E017}"/>
                    </a:ext>
                  </a:extLst>
                </p14:cNvPr>
                <p14:cNvContentPartPr/>
                <p14:nvPr/>
              </p14:nvContentPartPr>
              <p14:xfrm>
                <a:off x="7441048" y="2917304"/>
                <a:ext cx="1017720" cy="189720"/>
              </p14:xfrm>
            </p:contentPart>
          </mc:Choice>
          <mc:Fallback xmlns="">
            <p:pic>
              <p:nvPicPr>
                <p:cNvPr id="26" name="Ink 25">
                  <a:extLst>
                    <a:ext uri="{FF2B5EF4-FFF2-40B4-BE49-F238E27FC236}">
                      <a16:creationId xmlns:a16="http://schemas.microsoft.com/office/drawing/2014/main" id="{8B116B3F-6F02-686E-7416-DD288058E017}"/>
                    </a:ext>
                  </a:extLst>
                </p:cNvPr>
                <p:cNvPicPr/>
                <p:nvPr/>
              </p:nvPicPr>
              <p:blipFill>
                <a:blip r:embed="rId13"/>
                <a:stretch>
                  <a:fillRect/>
                </a:stretch>
              </p:blipFill>
              <p:spPr>
                <a:xfrm>
                  <a:off x="7393065" y="2629602"/>
                  <a:ext cx="1113206" cy="76560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29" name="Ink 28">
                  <a:extLst>
                    <a:ext uri="{FF2B5EF4-FFF2-40B4-BE49-F238E27FC236}">
                      <a16:creationId xmlns:a16="http://schemas.microsoft.com/office/drawing/2014/main" id="{7976A6FF-F3F4-6C79-11A4-1EEC33B5DB28}"/>
                    </a:ext>
                  </a:extLst>
                </p14:cNvPr>
                <p14:cNvContentPartPr/>
                <p14:nvPr/>
              </p14:nvContentPartPr>
              <p14:xfrm>
                <a:off x="6947128" y="2891744"/>
                <a:ext cx="365040" cy="54360"/>
              </p14:xfrm>
            </p:contentPart>
          </mc:Choice>
          <mc:Fallback xmlns="">
            <p:pic>
              <p:nvPicPr>
                <p:cNvPr id="29" name="Ink 28">
                  <a:extLst>
                    <a:ext uri="{FF2B5EF4-FFF2-40B4-BE49-F238E27FC236}">
                      <a16:creationId xmlns:a16="http://schemas.microsoft.com/office/drawing/2014/main" id="{7976A6FF-F3F4-6C79-11A4-1EEC33B5DB28}"/>
                    </a:ext>
                  </a:extLst>
                </p:cNvPr>
                <p:cNvPicPr/>
                <p:nvPr/>
              </p:nvPicPr>
              <p:blipFill>
                <a:blip r:embed="rId15"/>
                <a:stretch>
                  <a:fillRect/>
                </a:stretch>
              </p:blipFill>
              <p:spPr>
                <a:xfrm>
                  <a:off x="6899160" y="2606116"/>
                  <a:ext cx="460497" cy="62609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30" name="Ink 29">
                  <a:extLst>
                    <a:ext uri="{FF2B5EF4-FFF2-40B4-BE49-F238E27FC236}">
                      <a16:creationId xmlns:a16="http://schemas.microsoft.com/office/drawing/2014/main" id="{765232B3-D03F-7E78-835F-45AC95B07719}"/>
                    </a:ext>
                  </a:extLst>
                </p14:cNvPr>
                <p14:cNvContentPartPr/>
                <p14:nvPr/>
              </p14:nvContentPartPr>
              <p14:xfrm>
                <a:off x="7085368" y="2914424"/>
                <a:ext cx="114120" cy="84960"/>
              </p14:xfrm>
            </p:contentPart>
          </mc:Choice>
          <mc:Fallback xmlns="">
            <p:pic>
              <p:nvPicPr>
                <p:cNvPr id="30" name="Ink 29">
                  <a:extLst>
                    <a:ext uri="{FF2B5EF4-FFF2-40B4-BE49-F238E27FC236}">
                      <a16:creationId xmlns:a16="http://schemas.microsoft.com/office/drawing/2014/main" id="{765232B3-D03F-7E78-835F-45AC95B07719}"/>
                    </a:ext>
                  </a:extLst>
                </p:cNvPr>
                <p:cNvPicPr/>
                <p:nvPr/>
              </p:nvPicPr>
              <p:blipFill>
                <a:blip r:embed="rId17"/>
                <a:stretch>
                  <a:fillRect/>
                </a:stretch>
              </p:blipFill>
              <p:spPr>
                <a:xfrm>
                  <a:off x="7037898" y="2626424"/>
                  <a:ext cx="209540" cy="660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
              <p14:nvContentPartPr>
                <p14:cNvPr id="31" name="Ink 30">
                  <a:extLst>
                    <a:ext uri="{FF2B5EF4-FFF2-40B4-BE49-F238E27FC236}">
                      <a16:creationId xmlns:a16="http://schemas.microsoft.com/office/drawing/2014/main" id="{79151B9F-BB8C-0BAD-D179-1AC988A600D3}"/>
                    </a:ext>
                  </a:extLst>
                </p14:cNvPr>
                <p14:cNvContentPartPr/>
                <p14:nvPr/>
              </p14:nvContentPartPr>
              <p14:xfrm>
                <a:off x="8036128" y="2980664"/>
                <a:ext cx="237960" cy="93960"/>
              </p14:xfrm>
            </p:contentPart>
          </mc:Choice>
          <mc:Fallback xmlns="">
            <p:pic>
              <p:nvPicPr>
                <p:cNvPr id="31" name="Ink 30">
                  <a:extLst>
                    <a:ext uri="{FF2B5EF4-FFF2-40B4-BE49-F238E27FC236}">
                      <a16:creationId xmlns:a16="http://schemas.microsoft.com/office/drawing/2014/main" id="{79151B9F-BB8C-0BAD-D179-1AC988A600D3}"/>
                    </a:ext>
                  </a:extLst>
                </p:cNvPr>
                <p:cNvPicPr/>
                <p:nvPr/>
              </p:nvPicPr>
              <p:blipFill>
                <a:blip r:embed="rId19"/>
                <a:stretch>
                  <a:fillRect/>
                </a:stretch>
              </p:blipFill>
              <p:spPr>
                <a:xfrm>
                  <a:off x="7988152" y="2693031"/>
                  <a:ext cx="333432" cy="66874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0">
              <p14:nvContentPartPr>
                <p14:cNvPr id="142" name="Ink 141">
                  <a:extLst>
                    <a:ext uri="{FF2B5EF4-FFF2-40B4-BE49-F238E27FC236}">
                      <a16:creationId xmlns:a16="http://schemas.microsoft.com/office/drawing/2014/main" id="{56BCE7C9-8342-12E6-B9FD-258422E35840}"/>
                    </a:ext>
                  </a:extLst>
                </p14:cNvPr>
                <p14:cNvContentPartPr/>
                <p14:nvPr/>
              </p14:nvContentPartPr>
              <p14:xfrm>
                <a:off x="6870448" y="2827664"/>
                <a:ext cx="1978200" cy="1726560"/>
              </p14:xfrm>
            </p:contentPart>
          </mc:Choice>
          <mc:Fallback xmlns="">
            <p:pic>
              <p:nvPicPr>
                <p:cNvPr id="142" name="Ink 141">
                  <a:extLst>
                    <a:ext uri="{FF2B5EF4-FFF2-40B4-BE49-F238E27FC236}">
                      <a16:creationId xmlns:a16="http://schemas.microsoft.com/office/drawing/2014/main" id="{56BCE7C9-8342-12E6-B9FD-258422E35840}"/>
                    </a:ext>
                  </a:extLst>
                </p:cNvPr>
                <p:cNvPicPr/>
                <p:nvPr/>
              </p:nvPicPr>
              <p:blipFill>
                <a:blip r:embed="rId21"/>
                <a:stretch>
                  <a:fillRect/>
                </a:stretch>
              </p:blipFill>
              <p:spPr>
                <a:xfrm>
                  <a:off x="6822937" y="2539664"/>
                  <a:ext cx="2073703" cy="2302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2">
              <p14:nvContentPartPr>
                <p14:cNvPr id="145" name="Ink 144">
                  <a:extLst>
                    <a:ext uri="{FF2B5EF4-FFF2-40B4-BE49-F238E27FC236}">
                      <a16:creationId xmlns:a16="http://schemas.microsoft.com/office/drawing/2014/main" id="{753F1BD5-41B3-CF0D-7D54-4417FE30523A}"/>
                    </a:ext>
                  </a:extLst>
                </p14:cNvPr>
                <p14:cNvContentPartPr/>
                <p14:nvPr/>
              </p14:nvContentPartPr>
              <p14:xfrm>
                <a:off x="6929848" y="2401424"/>
                <a:ext cx="331560" cy="365400"/>
              </p14:xfrm>
            </p:contentPart>
          </mc:Choice>
          <mc:Fallback xmlns="">
            <p:pic>
              <p:nvPicPr>
                <p:cNvPr id="145" name="Ink 144">
                  <a:extLst>
                    <a:ext uri="{FF2B5EF4-FFF2-40B4-BE49-F238E27FC236}">
                      <a16:creationId xmlns:a16="http://schemas.microsoft.com/office/drawing/2014/main" id="{753F1BD5-41B3-CF0D-7D54-4417FE30523A}"/>
                    </a:ext>
                  </a:extLst>
                </p:cNvPr>
                <p:cNvPicPr/>
                <p:nvPr/>
              </p:nvPicPr>
              <p:blipFill>
                <a:blip r:embed="rId23"/>
                <a:stretch>
                  <a:fillRect/>
                </a:stretch>
              </p:blipFill>
              <p:spPr>
                <a:xfrm>
                  <a:off x="6881865" y="2113329"/>
                  <a:ext cx="427045" cy="94110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4">
              <p14:nvContentPartPr>
                <p14:cNvPr id="149" name="Ink 148">
                  <a:extLst>
                    <a:ext uri="{FF2B5EF4-FFF2-40B4-BE49-F238E27FC236}">
                      <a16:creationId xmlns:a16="http://schemas.microsoft.com/office/drawing/2014/main" id="{1118131E-93BD-2F67-EAAB-1E94161D7E76}"/>
                    </a:ext>
                  </a:extLst>
                </p14:cNvPr>
                <p14:cNvContentPartPr/>
                <p14:nvPr/>
              </p14:nvContentPartPr>
              <p14:xfrm>
                <a:off x="8726608" y="3164264"/>
                <a:ext cx="264600" cy="534240"/>
              </p14:xfrm>
            </p:contentPart>
          </mc:Choice>
          <mc:Fallback xmlns="">
            <p:pic>
              <p:nvPicPr>
                <p:cNvPr id="149" name="Ink 148">
                  <a:extLst>
                    <a:ext uri="{FF2B5EF4-FFF2-40B4-BE49-F238E27FC236}">
                      <a16:creationId xmlns:a16="http://schemas.microsoft.com/office/drawing/2014/main" id="{1118131E-93BD-2F67-EAAB-1E94161D7E76}"/>
                    </a:ext>
                  </a:extLst>
                </p:cNvPr>
                <p:cNvPicPr/>
                <p:nvPr/>
              </p:nvPicPr>
              <p:blipFill>
                <a:blip r:embed="rId25"/>
                <a:stretch>
                  <a:fillRect/>
                </a:stretch>
              </p:blipFill>
              <p:spPr>
                <a:xfrm>
                  <a:off x="8679153" y="2876744"/>
                  <a:ext cx="359990" cy="1109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
              <p14:nvContentPartPr>
                <p14:cNvPr id="156" name="Ink 155">
                  <a:extLst>
                    <a:ext uri="{FF2B5EF4-FFF2-40B4-BE49-F238E27FC236}">
                      <a16:creationId xmlns:a16="http://schemas.microsoft.com/office/drawing/2014/main" id="{AC61E6B8-7ADF-F77E-05BC-2ECE28524C1C}"/>
                    </a:ext>
                  </a:extLst>
                </p14:cNvPr>
                <p14:cNvContentPartPr/>
                <p14:nvPr/>
              </p14:nvContentPartPr>
              <p14:xfrm>
                <a:off x="8622208" y="3818384"/>
                <a:ext cx="62640" cy="1624680"/>
              </p14:xfrm>
            </p:contentPart>
          </mc:Choice>
          <mc:Fallback xmlns="">
            <p:pic>
              <p:nvPicPr>
                <p:cNvPr id="156" name="Ink 155">
                  <a:extLst>
                    <a:ext uri="{FF2B5EF4-FFF2-40B4-BE49-F238E27FC236}">
                      <a16:creationId xmlns:a16="http://schemas.microsoft.com/office/drawing/2014/main" id="{AC61E6B8-7ADF-F77E-05BC-2ECE28524C1C}"/>
                    </a:ext>
                  </a:extLst>
                </p:cNvPr>
                <p:cNvPicPr/>
                <p:nvPr/>
              </p:nvPicPr>
              <p:blipFill>
                <a:blip r:embed="rId27"/>
                <a:stretch>
                  <a:fillRect/>
                </a:stretch>
              </p:blipFill>
              <p:spPr>
                <a:xfrm>
                  <a:off x="8574869" y="3530885"/>
                  <a:ext cx="157795" cy="220015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
              <p14:nvContentPartPr>
                <p14:cNvPr id="159" name="Ink 158">
                  <a:extLst>
                    <a:ext uri="{FF2B5EF4-FFF2-40B4-BE49-F238E27FC236}">
                      <a16:creationId xmlns:a16="http://schemas.microsoft.com/office/drawing/2014/main" id="{9A21E194-0A62-E852-FF40-654AD8DB7E1D}"/>
                    </a:ext>
                  </a:extLst>
                </p14:cNvPr>
                <p14:cNvContentPartPr/>
                <p14:nvPr/>
              </p14:nvContentPartPr>
              <p14:xfrm>
                <a:off x="7492168" y="4531184"/>
                <a:ext cx="37080" cy="713160"/>
              </p14:xfrm>
            </p:contentPart>
          </mc:Choice>
          <mc:Fallback xmlns="">
            <p:pic>
              <p:nvPicPr>
                <p:cNvPr id="159" name="Ink 158">
                  <a:extLst>
                    <a:ext uri="{FF2B5EF4-FFF2-40B4-BE49-F238E27FC236}">
                      <a16:creationId xmlns:a16="http://schemas.microsoft.com/office/drawing/2014/main" id="{9A21E194-0A62-E852-FF40-654AD8DB7E1D}"/>
                    </a:ext>
                  </a:extLst>
                </p:cNvPr>
                <p:cNvPicPr/>
                <p:nvPr/>
              </p:nvPicPr>
              <p:blipFill>
                <a:blip r:embed="rId29"/>
                <a:stretch>
                  <a:fillRect/>
                </a:stretch>
              </p:blipFill>
              <p:spPr>
                <a:xfrm>
                  <a:off x="7445105" y="4243232"/>
                  <a:ext cx="131682" cy="128858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
              <p14:nvContentPartPr>
                <p14:cNvPr id="162" name="Ink 161">
                  <a:extLst>
                    <a:ext uri="{FF2B5EF4-FFF2-40B4-BE49-F238E27FC236}">
                      <a16:creationId xmlns:a16="http://schemas.microsoft.com/office/drawing/2014/main" id="{E80786CF-D68E-D996-F4F5-5599C309620D}"/>
                    </a:ext>
                  </a:extLst>
                </p14:cNvPr>
                <p14:cNvContentPartPr/>
                <p14:nvPr/>
              </p14:nvContentPartPr>
              <p14:xfrm>
                <a:off x="6977728" y="4777784"/>
                <a:ext cx="510480" cy="465480"/>
              </p14:xfrm>
            </p:contentPart>
          </mc:Choice>
          <mc:Fallback xmlns="">
            <p:pic>
              <p:nvPicPr>
                <p:cNvPr id="162" name="Ink 161">
                  <a:extLst>
                    <a:ext uri="{FF2B5EF4-FFF2-40B4-BE49-F238E27FC236}">
                      <a16:creationId xmlns:a16="http://schemas.microsoft.com/office/drawing/2014/main" id="{E80786CF-D68E-D996-F4F5-5599C309620D}"/>
                    </a:ext>
                  </a:extLst>
                </p:cNvPr>
                <p:cNvPicPr/>
                <p:nvPr/>
              </p:nvPicPr>
              <p:blipFill>
                <a:blip r:embed="rId31"/>
                <a:stretch>
                  <a:fillRect/>
                </a:stretch>
              </p:blipFill>
              <p:spPr>
                <a:xfrm>
                  <a:off x="6930186" y="4489858"/>
                  <a:ext cx="606045" cy="104085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
              <p14:nvContentPartPr>
                <p14:cNvPr id="165" name="Ink 164">
                  <a:extLst>
                    <a:ext uri="{FF2B5EF4-FFF2-40B4-BE49-F238E27FC236}">
                      <a16:creationId xmlns:a16="http://schemas.microsoft.com/office/drawing/2014/main" id="{7FED25CF-B6A9-4EA9-AADF-5FF82399D699}"/>
                    </a:ext>
                  </a:extLst>
                </p14:cNvPr>
                <p14:cNvContentPartPr/>
                <p14:nvPr/>
              </p14:nvContentPartPr>
              <p14:xfrm>
                <a:off x="7310368" y="5002424"/>
                <a:ext cx="1615320" cy="612000"/>
              </p14:xfrm>
            </p:contentPart>
          </mc:Choice>
          <mc:Fallback xmlns="">
            <p:pic>
              <p:nvPicPr>
                <p:cNvPr id="165" name="Ink 164">
                  <a:extLst>
                    <a:ext uri="{FF2B5EF4-FFF2-40B4-BE49-F238E27FC236}">
                      <a16:creationId xmlns:a16="http://schemas.microsoft.com/office/drawing/2014/main" id="{7FED25CF-B6A9-4EA9-AADF-5FF82399D699}"/>
                    </a:ext>
                  </a:extLst>
                </p:cNvPr>
                <p:cNvPicPr/>
                <p:nvPr/>
              </p:nvPicPr>
              <p:blipFill>
                <a:blip r:embed="rId33"/>
                <a:stretch>
                  <a:fillRect/>
                </a:stretch>
              </p:blipFill>
              <p:spPr>
                <a:xfrm>
                  <a:off x="7262859" y="4714424"/>
                  <a:ext cx="1710819" cy="1187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
              <p14:nvContentPartPr>
                <p14:cNvPr id="166" name="Ink 165">
                  <a:extLst>
                    <a:ext uri="{FF2B5EF4-FFF2-40B4-BE49-F238E27FC236}">
                      <a16:creationId xmlns:a16="http://schemas.microsoft.com/office/drawing/2014/main" id="{6BF0D8A8-BD6F-E7F1-F899-16F54A266E0B}"/>
                    </a:ext>
                  </a:extLst>
                </p14:cNvPr>
                <p14:cNvContentPartPr/>
                <p14:nvPr/>
              </p14:nvContentPartPr>
              <p14:xfrm>
                <a:off x="8690968" y="4681664"/>
                <a:ext cx="1369800" cy="1254600"/>
              </p14:xfrm>
            </p:contentPart>
          </mc:Choice>
          <mc:Fallback xmlns="">
            <p:pic>
              <p:nvPicPr>
                <p:cNvPr id="166" name="Ink 165">
                  <a:extLst>
                    <a:ext uri="{FF2B5EF4-FFF2-40B4-BE49-F238E27FC236}">
                      <a16:creationId xmlns:a16="http://schemas.microsoft.com/office/drawing/2014/main" id="{6BF0D8A8-BD6F-E7F1-F899-16F54A266E0B}"/>
                    </a:ext>
                  </a:extLst>
                </p:cNvPr>
                <p:cNvPicPr/>
                <p:nvPr/>
              </p:nvPicPr>
              <p:blipFill>
                <a:blip r:embed="rId35"/>
                <a:stretch>
                  <a:fillRect/>
                </a:stretch>
              </p:blipFill>
              <p:spPr>
                <a:xfrm>
                  <a:off x="8642972" y="4393692"/>
                  <a:ext cx="1465312" cy="183006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6">
              <p14:nvContentPartPr>
                <p14:cNvPr id="169" name="Ink 168">
                  <a:extLst>
                    <a:ext uri="{FF2B5EF4-FFF2-40B4-BE49-F238E27FC236}">
                      <a16:creationId xmlns:a16="http://schemas.microsoft.com/office/drawing/2014/main" id="{A0D9A68C-6FA3-D7D5-0723-D4EE951A7C86}"/>
                    </a:ext>
                  </a:extLst>
                </p14:cNvPr>
                <p14:cNvContentPartPr/>
                <p14:nvPr/>
              </p14:nvContentPartPr>
              <p14:xfrm>
                <a:off x="6237208" y="5225984"/>
                <a:ext cx="741240" cy="1158120"/>
              </p14:xfrm>
            </p:contentPart>
          </mc:Choice>
          <mc:Fallback xmlns="">
            <p:pic>
              <p:nvPicPr>
                <p:cNvPr id="169" name="Ink 168">
                  <a:extLst>
                    <a:ext uri="{FF2B5EF4-FFF2-40B4-BE49-F238E27FC236}">
                      <a16:creationId xmlns:a16="http://schemas.microsoft.com/office/drawing/2014/main" id="{A0D9A68C-6FA3-D7D5-0723-D4EE951A7C86}"/>
                    </a:ext>
                  </a:extLst>
                </p:cNvPr>
                <p:cNvPicPr/>
                <p:nvPr/>
              </p:nvPicPr>
              <p:blipFill>
                <a:blip r:embed="rId37"/>
                <a:stretch>
                  <a:fillRect/>
                </a:stretch>
              </p:blipFill>
              <p:spPr>
                <a:xfrm>
                  <a:off x="6189200" y="4938014"/>
                  <a:ext cx="836775" cy="17335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8">
              <p14:nvContentPartPr>
                <p14:cNvPr id="180" name="Ink 179">
                  <a:extLst>
                    <a:ext uri="{FF2B5EF4-FFF2-40B4-BE49-F238E27FC236}">
                      <a16:creationId xmlns:a16="http://schemas.microsoft.com/office/drawing/2014/main" id="{8150245E-502D-E1B9-CEAC-EC54B2E9FAD6}"/>
                    </a:ext>
                  </a:extLst>
                </p14:cNvPr>
                <p14:cNvContentPartPr/>
                <p14:nvPr/>
              </p14:nvContentPartPr>
              <p14:xfrm>
                <a:off x="5991688" y="5298344"/>
                <a:ext cx="243720" cy="893880"/>
              </p14:xfrm>
            </p:contentPart>
          </mc:Choice>
          <mc:Fallback xmlns="">
            <p:pic>
              <p:nvPicPr>
                <p:cNvPr id="180" name="Ink 179">
                  <a:extLst>
                    <a:ext uri="{FF2B5EF4-FFF2-40B4-BE49-F238E27FC236}">
                      <a16:creationId xmlns:a16="http://schemas.microsoft.com/office/drawing/2014/main" id="{8150245E-502D-E1B9-CEAC-EC54B2E9FAD6}"/>
                    </a:ext>
                  </a:extLst>
                </p:cNvPr>
                <p:cNvPicPr/>
                <p:nvPr/>
              </p:nvPicPr>
              <p:blipFill>
                <a:blip r:embed="rId39"/>
                <a:stretch>
                  <a:fillRect/>
                </a:stretch>
              </p:blipFill>
              <p:spPr>
                <a:xfrm>
                  <a:off x="5943712" y="5010460"/>
                  <a:ext cx="339193" cy="1469168"/>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0">
              <p14:nvContentPartPr>
                <p14:cNvPr id="181" name="Ink 180">
                  <a:extLst>
                    <a:ext uri="{FF2B5EF4-FFF2-40B4-BE49-F238E27FC236}">
                      <a16:creationId xmlns:a16="http://schemas.microsoft.com/office/drawing/2014/main" id="{3E09302E-4082-0243-1D63-FE0669F1F2EE}"/>
                    </a:ext>
                  </a:extLst>
                </p14:cNvPr>
                <p14:cNvContentPartPr/>
                <p14:nvPr/>
              </p14:nvContentPartPr>
              <p14:xfrm>
                <a:off x="9741448" y="5115104"/>
                <a:ext cx="37440" cy="258120"/>
              </p14:xfrm>
            </p:contentPart>
          </mc:Choice>
          <mc:Fallback xmlns="">
            <p:pic>
              <p:nvPicPr>
                <p:cNvPr id="181" name="Ink 180">
                  <a:extLst>
                    <a:ext uri="{FF2B5EF4-FFF2-40B4-BE49-F238E27FC236}">
                      <a16:creationId xmlns:a16="http://schemas.microsoft.com/office/drawing/2014/main" id="{3E09302E-4082-0243-1D63-FE0669F1F2EE}"/>
                    </a:ext>
                  </a:extLst>
                </p:cNvPr>
                <p:cNvPicPr/>
                <p:nvPr/>
              </p:nvPicPr>
              <p:blipFill>
                <a:blip r:embed="rId41"/>
                <a:stretch>
                  <a:fillRect/>
                </a:stretch>
              </p:blipFill>
              <p:spPr>
                <a:xfrm>
                  <a:off x="9693448" y="4827238"/>
                  <a:ext cx="132960" cy="83337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2">
              <p14:nvContentPartPr>
                <p14:cNvPr id="5203" name="Ink 5202">
                  <a:extLst>
                    <a:ext uri="{FF2B5EF4-FFF2-40B4-BE49-F238E27FC236}">
                      <a16:creationId xmlns:a16="http://schemas.microsoft.com/office/drawing/2014/main" id="{5C2BA01B-E637-23E9-01EE-B1D671432809}"/>
                    </a:ext>
                  </a:extLst>
                </p14:cNvPr>
                <p14:cNvContentPartPr/>
                <p14:nvPr/>
              </p14:nvContentPartPr>
              <p14:xfrm>
                <a:off x="8174368" y="3004064"/>
                <a:ext cx="60480" cy="40680"/>
              </p14:xfrm>
            </p:contentPart>
          </mc:Choice>
          <mc:Fallback xmlns="">
            <p:pic>
              <p:nvPicPr>
                <p:cNvPr id="5203" name="Ink 5202">
                  <a:extLst>
                    <a:ext uri="{FF2B5EF4-FFF2-40B4-BE49-F238E27FC236}">
                      <a16:creationId xmlns:a16="http://schemas.microsoft.com/office/drawing/2014/main" id="{5C2BA01B-E637-23E9-01EE-B1D671432809}"/>
                    </a:ext>
                  </a:extLst>
                </p:cNvPr>
                <p:cNvPicPr/>
                <p:nvPr/>
              </p:nvPicPr>
              <p:blipFill>
                <a:blip r:embed="rId43"/>
                <a:stretch>
                  <a:fillRect/>
                </a:stretch>
              </p:blipFill>
              <p:spPr>
                <a:xfrm>
                  <a:off x="8126368" y="2716911"/>
                  <a:ext cx="156000" cy="61450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4">
              <p14:nvContentPartPr>
                <p14:cNvPr id="5206" name="Ink 5205">
                  <a:extLst>
                    <a:ext uri="{FF2B5EF4-FFF2-40B4-BE49-F238E27FC236}">
                      <a16:creationId xmlns:a16="http://schemas.microsoft.com/office/drawing/2014/main" id="{F3EE6EC7-8BDE-C7F3-832C-6362B0C0989E}"/>
                    </a:ext>
                  </a:extLst>
                </p14:cNvPr>
                <p14:cNvContentPartPr/>
                <p14:nvPr/>
              </p14:nvContentPartPr>
              <p14:xfrm>
                <a:off x="7120288" y="2923784"/>
                <a:ext cx="64080" cy="30600"/>
              </p14:xfrm>
            </p:contentPart>
          </mc:Choice>
          <mc:Fallback xmlns="">
            <p:pic>
              <p:nvPicPr>
                <p:cNvPr id="5206" name="Ink 5205">
                  <a:extLst>
                    <a:ext uri="{FF2B5EF4-FFF2-40B4-BE49-F238E27FC236}">
                      <a16:creationId xmlns:a16="http://schemas.microsoft.com/office/drawing/2014/main" id="{F3EE6EC7-8BDE-C7F3-832C-6362B0C0989E}"/>
                    </a:ext>
                  </a:extLst>
                </p:cNvPr>
                <p:cNvPicPr/>
                <p:nvPr/>
              </p:nvPicPr>
              <p:blipFill>
                <a:blip r:embed="rId45"/>
                <a:stretch>
                  <a:fillRect/>
                </a:stretch>
              </p:blipFill>
              <p:spPr>
                <a:xfrm>
                  <a:off x="7072108" y="2637387"/>
                  <a:ext cx="159959" cy="60387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6">
              <p14:nvContentPartPr>
                <p14:cNvPr id="5208" name="Ink 5207">
                  <a:extLst>
                    <a:ext uri="{FF2B5EF4-FFF2-40B4-BE49-F238E27FC236}">
                      <a16:creationId xmlns:a16="http://schemas.microsoft.com/office/drawing/2014/main" id="{3A1E5516-8713-F8B7-B6C9-67F9AFBF6AF0}"/>
                    </a:ext>
                  </a:extLst>
                </p14:cNvPr>
                <p14:cNvContentPartPr/>
                <p14:nvPr/>
              </p14:nvContentPartPr>
              <p14:xfrm>
                <a:off x="6890968" y="2890664"/>
                <a:ext cx="408600" cy="30600"/>
              </p14:xfrm>
            </p:contentPart>
          </mc:Choice>
          <mc:Fallback xmlns="">
            <p:pic>
              <p:nvPicPr>
                <p:cNvPr id="5208" name="Ink 5207">
                  <a:extLst>
                    <a:ext uri="{FF2B5EF4-FFF2-40B4-BE49-F238E27FC236}">
                      <a16:creationId xmlns:a16="http://schemas.microsoft.com/office/drawing/2014/main" id="{3A1E5516-8713-F8B7-B6C9-67F9AFBF6AF0}"/>
                    </a:ext>
                  </a:extLst>
                </p:cNvPr>
                <p:cNvPicPr/>
                <p:nvPr/>
              </p:nvPicPr>
              <p:blipFill>
                <a:blip r:embed="rId47"/>
                <a:stretch>
                  <a:fillRect/>
                </a:stretch>
              </p:blipFill>
              <p:spPr>
                <a:xfrm>
                  <a:off x="6843010" y="2603789"/>
                  <a:ext cx="504036" cy="60387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8">
              <p14:nvContentPartPr>
                <p14:cNvPr id="5213" name="Ink 5212">
                  <a:extLst>
                    <a:ext uri="{FF2B5EF4-FFF2-40B4-BE49-F238E27FC236}">
                      <a16:creationId xmlns:a16="http://schemas.microsoft.com/office/drawing/2014/main" id="{42ACB9B1-02BD-8F4C-2443-A38078B30C2B}"/>
                    </a:ext>
                  </a:extLst>
                </p14:cNvPr>
                <p14:cNvContentPartPr/>
                <p14:nvPr/>
              </p14:nvContentPartPr>
              <p14:xfrm>
                <a:off x="6900328" y="2928104"/>
                <a:ext cx="74160" cy="97560"/>
              </p14:xfrm>
            </p:contentPart>
          </mc:Choice>
          <mc:Fallback xmlns="">
            <p:pic>
              <p:nvPicPr>
                <p:cNvPr id="5213" name="Ink 5212">
                  <a:extLst>
                    <a:ext uri="{FF2B5EF4-FFF2-40B4-BE49-F238E27FC236}">
                      <a16:creationId xmlns:a16="http://schemas.microsoft.com/office/drawing/2014/main" id="{42ACB9B1-02BD-8F4C-2443-A38078B30C2B}"/>
                    </a:ext>
                  </a:extLst>
                </p:cNvPr>
                <p:cNvPicPr/>
                <p:nvPr/>
              </p:nvPicPr>
              <p:blipFill>
                <a:blip r:embed="rId49"/>
                <a:stretch>
                  <a:fillRect/>
                </a:stretch>
              </p:blipFill>
              <p:spPr>
                <a:xfrm>
                  <a:off x="6852172" y="2640230"/>
                  <a:ext cx="169990" cy="67378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0">
              <p14:nvContentPartPr>
                <p14:cNvPr id="5214" name="Ink 5213">
                  <a:extLst>
                    <a:ext uri="{FF2B5EF4-FFF2-40B4-BE49-F238E27FC236}">
                      <a16:creationId xmlns:a16="http://schemas.microsoft.com/office/drawing/2014/main" id="{53218948-2FE8-7E95-4289-4A984FDAB230}"/>
                    </a:ext>
                  </a:extLst>
                </p14:cNvPr>
                <p14:cNvContentPartPr/>
                <p14:nvPr/>
              </p14:nvContentPartPr>
              <p14:xfrm>
                <a:off x="7247728" y="2917304"/>
                <a:ext cx="74520" cy="97560"/>
              </p14:xfrm>
            </p:contentPart>
          </mc:Choice>
          <mc:Fallback xmlns="">
            <p:pic>
              <p:nvPicPr>
                <p:cNvPr id="5214" name="Ink 5213">
                  <a:extLst>
                    <a:ext uri="{FF2B5EF4-FFF2-40B4-BE49-F238E27FC236}">
                      <a16:creationId xmlns:a16="http://schemas.microsoft.com/office/drawing/2014/main" id="{53218948-2FE8-7E95-4289-4A984FDAB230}"/>
                    </a:ext>
                  </a:extLst>
                </p:cNvPr>
                <p:cNvPicPr/>
                <p:nvPr/>
              </p:nvPicPr>
              <p:blipFill>
                <a:blip r:embed="rId51"/>
                <a:stretch>
                  <a:fillRect/>
                </a:stretch>
              </p:blipFill>
              <p:spPr>
                <a:xfrm>
                  <a:off x="7199959" y="2628949"/>
                  <a:ext cx="169581" cy="67378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2">
              <p14:nvContentPartPr>
                <p14:cNvPr id="5217" name="Ink 5216">
                  <a:extLst>
                    <a:ext uri="{FF2B5EF4-FFF2-40B4-BE49-F238E27FC236}">
                      <a16:creationId xmlns:a16="http://schemas.microsoft.com/office/drawing/2014/main" id="{97641A1F-A770-1874-8A54-010644012750}"/>
                    </a:ext>
                  </a:extLst>
                </p14:cNvPr>
                <p14:cNvContentPartPr/>
                <p14:nvPr/>
              </p14:nvContentPartPr>
              <p14:xfrm>
                <a:off x="8022088" y="2992544"/>
                <a:ext cx="7200" cy="100800"/>
              </p14:xfrm>
            </p:contentPart>
          </mc:Choice>
          <mc:Fallback xmlns="">
            <p:pic>
              <p:nvPicPr>
                <p:cNvPr id="5217" name="Ink 5216">
                  <a:extLst>
                    <a:ext uri="{FF2B5EF4-FFF2-40B4-BE49-F238E27FC236}">
                      <a16:creationId xmlns:a16="http://schemas.microsoft.com/office/drawing/2014/main" id="{97641A1F-A770-1874-8A54-010644012750}"/>
                    </a:ext>
                  </a:extLst>
                </p:cNvPr>
                <p:cNvPicPr/>
                <p:nvPr/>
              </p:nvPicPr>
              <p:blipFill>
                <a:blip r:embed="rId53"/>
                <a:stretch>
                  <a:fillRect/>
                </a:stretch>
              </p:blipFill>
              <p:spPr>
                <a:xfrm>
                  <a:off x="7974568" y="2704544"/>
                  <a:ext cx="102720" cy="676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4">
              <p14:nvContentPartPr>
                <p14:cNvPr id="5218" name="Ink 5217">
                  <a:extLst>
                    <a:ext uri="{FF2B5EF4-FFF2-40B4-BE49-F238E27FC236}">
                      <a16:creationId xmlns:a16="http://schemas.microsoft.com/office/drawing/2014/main" id="{B009AF41-6DCB-FC47-3F80-2F06466237E1}"/>
                    </a:ext>
                  </a:extLst>
                </p14:cNvPr>
                <p14:cNvContentPartPr/>
                <p14:nvPr/>
              </p14:nvContentPartPr>
              <p14:xfrm>
                <a:off x="8366248" y="2968064"/>
                <a:ext cx="24120" cy="83880"/>
              </p14:xfrm>
            </p:contentPart>
          </mc:Choice>
          <mc:Fallback xmlns="">
            <p:pic>
              <p:nvPicPr>
                <p:cNvPr id="5218" name="Ink 5217">
                  <a:extLst>
                    <a:ext uri="{FF2B5EF4-FFF2-40B4-BE49-F238E27FC236}">
                      <a16:creationId xmlns:a16="http://schemas.microsoft.com/office/drawing/2014/main" id="{B009AF41-6DCB-FC47-3F80-2F06466237E1}"/>
                    </a:ext>
                  </a:extLst>
                </p:cNvPr>
                <p:cNvPicPr/>
                <p:nvPr/>
              </p:nvPicPr>
              <p:blipFill>
                <a:blip r:embed="rId55"/>
                <a:stretch>
                  <a:fillRect/>
                </a:stretch>
              </p:blipFill>
              <p:spPr>
                <a:xfrm>
                  <a:off x="8318490" y="2680475"/>
                  <a:ext cx="120118" cy="658578"/>
                </a:xfrm>
                <a:prstGeom prst="rect">
                  <a:avLst/>
                </a:prstGeom>
              </p:spPr>
            </p:pic>
          </mc:Fallback>
        </mc:AlternateContent>
      </p:grpSp>
      <p:pic>
        <p:nvPicPr>
          <p:cNvPr id="5187" name="Graphic 5186" descr="Stop with solid fill">
            <a:extLst>
              <a:ext uri="{FF2B5EF4-FFF2-40B4-BE49-F238E27FC236}">
                <a16:creationId xmlns:a16="http://schemas.microsoft.com/office/drawing/2014/main" id="{B9C6B73D-224D-AD0E-4385-635F3255D509}"/>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rot="20502932">
            <a:off x="1429459" y="1234865"/>
            <a:ext cx="2856464" cy="2856464"/>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58">
            <p14:nvContentPartPr>
              <p14:cNvPr id="5242" name="Ink 5241">
                <a:extLst>
                  <a:ext uri="{FF2B5EF4-FFF2-40B4-BE49-F238E27FC236}">
                    <a16:creationId xmlns:a16="http://schemas.microsoft.com/office/drawing/2014/main" id="{D67E254C-F4BD-E59D-9213-50CFE70A0735}"/>
                  </a:ext>
                </a:extLst>
              </p14:cNvPr>
              <p14:cNvContentPartPr/>
              <p14:nvPr/>
            </p14:nvContentPartPr>
            <p14:xfrm>
              <a:off x="2938992" y="3980135"/>
              <a:ext cx="479790" cy="222750"/>
            </p14:xfrm>
          </p:contentPart>
        </mc:Choice>
        <mc:Fallback xmlns="">
          <p:pic>
            <p:nvPicPr>
              <p:cNvPr id="5242" name="Ink 5241">
                <a:extLst>
                  <a:ext uri="{FF2B5EF4-FFF2-40B4-BE49-F238E27FC236}">
                    <a16:creationId xmlns:a16="http://schemas.microsoft.com/office/drawing/2014/main" id="{D67E254C-F4BD-E59D-9213-50CFE70A0735}"/>
                  </a:ext>
                </a:extLst>
              </p:cNvPr>
              <p:cNvPicPr/>
              <p:nvPr/>
            </p:nvPicPr>
            <p:blipFill>
              <a:blip r:embed="rId59"/>
              <a:stretch>
                <a:fillRect/>
              </a:stretch>
            </p:blipFill>
            <p:spPr>
              <a:xfrm>
                <a:off x="2903359" y="3764222"/>
                <a:ext cx="551417" cy="654216"/>
              </a:xfrm>
              <a:prstGeom prst="rect">
                <a:avLst/>
              </a:prstGeom>
            </p:spPr>
          </p:pic>
        </mc:Fallback>
      </mc:AlternateContent>
      <p:grpSp>
        <p:nvGrpSpPr>
          <p:cNvPr id="5258" name="Group 5257">
            <a:extLst>
              <a:ext uri="{FF2B5EF4-FFF2-40B4-BE49-F238E27FC236}">
                <a16:creationId xmlns:a16="http://schemas.microsoft.com/office/drawing/2014/main" id="{E5EC8A8A-5B65-E711-4E2B-FEEF0F3FFEAA}"/>
              </a:ext>
            </a:extLst>
          </p:cNvPr>
          <p:cNvGrpSpPr/>
          <p:nvPr/>
        </p:nvGrpSpPr>
        <p:grpSpPr>
          <a:xfrm>
            <a:off x="3085062" y="3666395"/>
            <a:ext cx="311040" cy="343710"/>
            <a:chOff x="4113416" y="4888527"/>
            <a:chExt cx="414720" cy="458280"/>
          </a:xfrm>
        </p:grpSpPr>
        <mc:AlternateContent xmlns:mc="http://schemas.openxmlformats.org/markup-compatibility/2006" xmlns:p14="http://schemas.microsoft.com/office/powerpoint/2010/main" xmlns:aink="http://schemas.microsoft.com/office/drawing/2016/ink">
          <mc:Choice Requires="p14 aink">
            <p:contentPart p14:bwMode="auto" r:id="rId60">
              <p14:nvContentPartPr>
                <p14:cNvPr id="5255" name="Ink 5254">
                  <a:extLst>
                    <a:ext uri="{FF2B5EF4-FFF2-40B4-BE49-F238E27FC236}">
                      <a16:creationId xmlns:a16="http://schemas.microsoft.com/office/drawing/2014/main" id="{C005CE99-15F4-C732-AAD5-99B2211E7B17}"/>
                    </a:ext>
                  </a:extLst>
                </p14:cNvPr>
                <p14:cNvContentPartPr/>
                <p14:nvPr/>
              </p14:nvContentPartPr>
              <p14:xfrm>
                <a:off x="4113416" y="5008047"/>
                <a:ext cx="125640" cy="338760"/>
              </p14:xfrm>
            </p:contentPart>
          </mc:Choice>
          <mc:Fallback xmlns="">
            <p:pic>
              <p:nvPicPr>
                <p:cNvPr id="5255" name="Ink 5254">
                  <a:extLst>
                    <a:ext uri="{FF2B5EF4-FFF2-40B4-BE49-F238E27FC236}">
                      <a16:creationId xmlns:a16="http://schemas.microsoft.com/office/drawing/2014/main" id="{C005CE99-15F4-C732-AAD5-99B2211E7B17}"/>
                    </a:ext>
                  </a:extLst>
                </p:cNvPr>
                <p:cNvPicPr/>
                <p:nvPr/>
              </p:nvPicPr>
              <p:blipFill>
                <a:blip r:embed="rId61"/>
                <a:stretch>
                  <a:fillRect/>
                </a:stretch>
              </p:blipFill>
              <p:spPr>
                <a:xfrm>
                  <a:off x="4065462" y="4720149"/>
                  <a:ext cx="221069" cy="91407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2">
              <p14:nvContentPartPr>
                <p14:cNvPr id="5256" name="Ink 5255">
                  <a:extLst>
                    <a:ext uri="{FF2B5EF4-FFF2-40B4-BE49-F238E27FC236}">
                      <a16:creationId xmlns:a16="http://schemas.microsoft.com/office/drawing/2014/main" id="{DD75A31E-74B5-F62F-CA78-818133FE3BB9}"/>
                    </a:ext>
                  </a:extLst>
                </p14:cNvPr>
                <p14:cNvContentPartPr/>
                <p14:nvPr/>
              </p14:nvContentPartPr>
              <p14:xfrm>
                <a:off x="4389536" y="4888527"/>
                <a:ext cx="138600" cy="450720"/>
              </p14:xfrm>
            </p:contentPart>
          </mc:Choice>
          <mc:Fallback xmlns="">
            <p:pic>
              <p:nvPicPr>
                <p:cNvPr id="5256" name="Ink 5255">
                  <a:extLst>
                    <a:ext uri="{FF2B5EF4-FFF2-40B4-BE49-F238E27FC236}">
                      <a16:creationId xmlns:a16="http://schemas.microsoft.com/office/drawing/2014/main" id="{DD75A31E-74B5-F62F-CA78-818133FE3BB9}"/>
                    </a:ext>
                  </a:extLst>
                </p:cNvPr>
                <p:cNvPicPr/>
                <p:nvPr/>
              </p:nvPicPr>
              <p:blipFill>
                <a:blip r:embed="rId63"/>
                <a:stretch>
                  <a:fillRect/>
                </a:stretch>
              </p:blipFill>
              <p:spPr>
                <a:xfrm>
                  <a:off x="4341578" y="4600833"/>
                  <a:ext cx="234037" cy="1025628"/>
                </a:xfrm>
                <a:prstGeom prst="rect">
                  <a:avLst/>
                </a:prstGeom>
              </p:spPr>
            </p:pic>
          </mc:Fallback>
        </mc:AlternateContent>
      </p:grpSp>
      <p:grpSp>
        <p:nvGrpSpPr>
          <p:cNvPr id="5262" name="Group 5261">
            <a:extLst>
              <a:ext uri="{FF2B5EF4-FFF2-40B4-BE49-F238E27FC236}">
                <a16:creationId xmlns:a16="http://schemas.microsoft.com/office/drawing/2014/main" id="{3E862584-C047-BBE2-40C8-70D4CE6CD56C}"/>
              </a:ext>
            </a:extLst>
          </p:cNvPr>
          <p:cNvGrpSpPr/>
          <p:nvPr/>
        </p:nvGrpSpPr>
        <p:grpSpPr>
          <a:xfrm>
            <a:off x="3397452" y="4542275"/>
            <a:ext cx="247590" cy="307800"/>
            <a:chOff x="4529936" y="6056367"/>
            <a:chExt cx="330120" cy="410400"/>
          </a:xfrm>
        </p:grpSpPr>
        <mc:AlternateContent xmlns:mc="http://schemas.openxmlformats.org/markup-compatibility/2006" xmlns:p14="http://schemas.microsoft.com/office/powerpoint/2010/main" xmlns:aink="http://schemas.microsoft.com/office/drawing/2016/ink">
          <mc:Choice Requires="p14 aink">
            <p:contentPart p14:bwMode="auto" r:id="rId64">
              <p14:nvContentPartPr>
                <p14:cNvPr id="5259" name="Ink 5258">
                  <a:extLst>
                    <a:ext uri="{FF2B5EF4-FFF2-40B4-BE49-F238E27FC236}">
                      <a16:creationId xmlns:a16="http://schemas.microsoft.com/office/drawing/2014/main" id="{32FE5FFD-D7EF-A457-DC0F-EB77C75BF125}"/>
                    </a:ext>
                  </a:extLst>
                </p14:cNvPr>
                <p14:cNvContentPartPr/>
                <p14:nvPr/>
              </p14:nvContentPartPr>
              <p14:xfrm>
                <a:off x="4529936" y="6149607"/>
                <a:ext cx="121320" cy="317160"/>
              </p14:xfrm>
            </p:contentPart>
          </mc:Choice>
          <mc:Fallback xmlns="">
            <p:pic>
              <p:nvPicPr>
                <p:cNvPr id="5259" name="Ink 5258">
                  <a:extLst>
                    <a:ext uri="{FF2B5EF4-FFF2-40B4-BE49-F238E27FC236}">
                      <a16:creationId xmlns:a16="http://schemas.microsoft.com/office/drawing/2014/main" id="{32FE5FFD-D7EF-A457-DC0F-EB77C75BF125}"/>
                    </a:ext>
                  </a:extLst>
                </p:cNvPr>
                <p:cNvPicPr/>
                <p:nvPr/>
              </p:nvPicPr>
              <p:blipFill>
                <a:blip r:embed="rId65"/>
                <a:stretch>
                  <a:fillRect/>
                </a:stretch>
              </p:blipFill>
              <p:spPr>
                <a:xfrm>
                  <a:off x="4481983" y="5861716"/>
                  <a:ext cx="216746" cy="89246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6">
              <p14:nvContentPartPr>
                <p14:cNvPr id="5260" name="Ink 5259">
                  <a:extLst>
                    <a:ext uri="{FF2B5EF4-FFF2-40B4-BE49-F238E27FC236}">
                      <a16:creationId xmlns:a16="http://schemas.microsoft.com/office/drawing/2014/main" id="{44C8853B-411D-139C-3AAF-A8669D623CEF}"/>
                    </a:ext>
                  </a:extLst>
                </p14:cNvPr>
                <p14:cNvContentPartPr/>
                <p14:nvPr/>
              </p14:nvContentPartPr>
              <p14:xfrm>
                <a:off x="4715696" y="6056367"/>
                <a:ext cx="144360" cy="380520"/>
              </p14:xfrm>
            </p:contentPart>
          </mc:Choice>
          <mc:Fallback xmlns="">
            <p:pic>
              <p:nvPicPr>
                <p:cNvPr id="5260" name="Ink 5259">
                  <a:extLst>
                    <a:ext uri="{FF2B5EF4-FFF2-40B4-BE49-F238E27FC236}">
                      <a16:creationId xmlns:a16="http://schemas.microsoft.com/office/drawing/2014/main" id="{44C8853B-411D-139C-3AAF-A8669D623CEF}"/>
                    </a:ext>
                  </a:extLst>
                </p:cNvPr>
                <p:cNvPicPr/>
                <p:nvPr/>
              </p:nvPicPr>
              <p:blipFill>
                <a:blip r:embed="rId67"/>
                <a:stretch>
                  <a:fillRect/>
                </a:stretch>
              </p:blipFill>
              <p:spPr>
                <a:xfrm>
                  <a:off x="4668215" y="5768458"/>
                  <a:ext cx="239801" cy="955859"/>
                </a:xfrm>
                <a:prstGeom prst="rect">
                  <a:avLst/>
                </a:prstGeom>
              </p:spPr>
            </p:pic>
          </mc:Fallback>
        </mc:AlternateContent>
      </p:grpSp>
      <p:grpSp>
        <p:nvGrpSpPr>
          <p:cNvPr id="5287" name="Group 5286">
            <a:extLst>
              <a:ext uri="{FF2B5EF4-FFF2-40B4-BE49-F238E27FC236}">
                <a16:creationId xmlns:a16="http://schemas.microsoft.com/office/drawing/2014/main" id="{22C4A8E5-8D8B-616F-F04B-9ED48DC00D22}"/>
              </a:ext>
            </a:extLst>
          </p:cNvPr>
          <p:cNvGrpSpPr/>
          <p:nvPr/>
        </p:nvGrpSpPr>
        <p:grpSpPr>
          <a:xfrm>
            <a:off x="2946012" y="3869705"/>
            <a:ext cx="635040" cy="1027890"/>
            <a:chOff x="3928016" y="5159607"/>
            <a:chExt cx="846720" cy="1370520"/>
          </a:xfrm>
        </p:grpSpPr>
        <mc:AlternateContent xmlns:mc="http://schemas.openxmlformats.org/markup-compatibility/2006" xmlns:p14="http://schemas.microsoft.com/office/powerpoint/2010/main" xmlns:aink="http://schemas.microsoft.com/office/drawing/2016/ink">
          <mc:Choice Requires="p14 aink">
            <p:contentPart p14:bwMode="auto" r:id="rId68">
              <p14:nvContentPartPr>
                <p14:cNvPr id="5244" name="Ink 5243">
                  <a:extLst>
                    <a:ext uri="{FF2B5EF4-FFF2-40B4-BE49-F238E27FC236}">
                      <a16:creationId xmlns:a16="http://schemas.microsoft.com/office/drawing/2014/main" id="{7E9C4CED-836E-99A1-ED2F-6ECC9E0AACAD}"/>
                    </a:ext>
                  </a:extLst>
                </p14:cNvPr>
                <p14:cNvContentPartPr/>
                <p14:nvPr/>
              </p14:nvContentPartPr>
              <p14:xfrm>
                <a:off x="4145456" y="5315847"/>
                <a:ext cx="536760" cy="239040"/>
              </p14:xfrm>
            </p:contentPart>
          </mc:Choice>
          <mc:Fallback xmlns="">
            <p:pic>
              <p:nvPicPr>
                <p:cNvPr id="5244" name="Ink 5243">
                  <a:extLst>
                    <a:ext uri="{FF2B5EF4-FFF2-40B4-BE49-F238E27FC236}">
                      <a16:creationId xmlns:a16="http://schemas.microsoft.com/office/drawing/2014/main" id="{7E9C4CED-836E-99A1-ED2F-6ECC9E0AACAD}"/>
                    </a:ext>
                  </a:extLst>
                </p:cNvPr>
                <p:cNvPicPr/>
                <p:nvPr/>
              </p:nvPicPr>
              <p:blipFill>
                <a:blip r:embed="rId69"/>
                <a:stretch>
                  <a:fillRect/>
                </a:stretch>
              </p:blipFill>
              <p:spPr>
                <a:xfrm>
                  <a:off x="4097488" y="5028327"/>
                  <a:ext cx="632216" cy="814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0">
              <p14:nvContentPartPr>
                <p14:cNvPr id="5245" name="Ink 5244">
                  <a:extLst>
                    <a:ext uri="{FF2B5EF4-FFF2-40B4-BE49-F238E27FC236}">
                      <a16:creationId xmlns:a16="http://schemas.microsoft.com/office/drawing/2014/main" id="{C852B9B8-56F8-8210-6630-7CF2FC2CFE6F}"/>
                    </a:ext>
                  </a:extLst>
                </p14:cNvPr>
                <p14:cNvContentPartPr/>
                <p14:nvPr/>
              </p14:nvContentPartPr>
              <p14:xfrm>
                <a:off x="4233296" y="5548767"/>
                <a:ext cx="513000" cy="193320"/>
              </p14:xfrm>
            </p:contentPart>
          </mc:Choice>
          <mc:Fallback xmlns="">
            <p:pic>
              <p:nvPicPr>
                <p:cNvPr id="5245" name="Ink 5244">
                  <a:extLst>
                    <a:ext uri="{FF2B5EF4-FFF2-40B4-BE49-F238E27FC236}">
                      <a16:creationId xmlns:a16="http://schemas.microsoft.com/office/drawing/2014/main" id="{C852B9B8-56F8-8210-6630-7CF2FC2CFE6F}"/>
                    </a:ext>
                  </a:extLst>
                </p:cNvPr>
                <p:cNvPicPr/>
                <p:nvPr/>
              </p:nvPicPr>
              <p:blipFill>
                <a:blip r:embed="rId71"/>
                <a:stretch>
                  <a:fillRect/>
                </a:stretch>
              </p:blipFill>
              <p:spPr>
                <a:xfrm>
                  <a:off x="4185307" y="5260946"/>
                  <a:ext cx="608498" cy="76848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2">
              <p14:nvContentPartPr>
                <p14:cNvPr id="5246" name="Ink 5245">
                  <a:extLst>
                    <a:ext uri="{FF2B5EF4-FFF2-40B4-BE49-F238E27FC236}">
                      <a16:creationId xmlns:a16="http://schemas.microsoft.com/office/drawing/2014/main" id="{862A0E4C-B655-6643-5E19-6055EBDC935B}"/>
                    </a:ext>
                  </a:extLst>
                </p14:cNvPr>
                <p14:cNvContentPartPr/>
                <p14:nvPr/>
              </p14:nvContentPartPr>
              <p14:xfrm>
                <a:off x="4235816" y="5766927"/>
                <a:ext cx="450720" cy="144360"/>
              </p14:xfrm>
            </p:contentPart>
          </mc:Choice>
          <mc:Fallback xmlns="">
            <p:pic>
              <p:nvPicPr>
                <p:cNvPr id="5246" name="Ink 5245">
                  <a:extLst>
                    <a:ext uri="{FF2B5EF4-FFF2-40B4-BE49-F238E27FC236}">
                      <a16:creationId xmlns:a16="http://schemas.microsoft.com/office/drawing/2014/main" id="{862A0E4C-B655-6643-5E19-6055EBDC935B}"/>
                    </a:ext>
                  </a:extLst>
                </p:cNvPr>
                <p:cNvPicPr/>
                <p:nvPr/>
              </p:nvPicPr>
              <p:blipFill>
                <a:blip r:embed="rId73"/>
                <a:stretch>
                  <a:fillRect/>
                </a:stretch>
              </p:blipFill>
              <p:spPr>
                <a:xfrm>
                  <a:off x="4187816" y="5479166"/>
                  <a:ext cx="546240" cy="71940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4">
              <p14:nvContentPartPr>
                <p14:cNvPr id="5247" name="Ink 5246">
                  <a:extLst>
                    <a:ext uri="{FF2B5EF4-FFF2-40B4-BE49-F238E27FC236}">
                      <a16:creationId xmlns:a16="http://schemas.microsoft.com/office/drawing/2014/main" id="{0FA6DE88-F0DF-EF70-7EF4-DE0BE6540724}"/>
                    </a:ext>
                  </a:extLst>
                </p14:cNvPr>
                <p14:cNvContentPartPr/>
                <p14:nvPr/>
              </p14:nvContentPartPr>
              <p14:xfrm>
                <a:off x="4383416" y="5884287"/>
                <a:ext cx="391320" cy="272520"/>
              </p14:xfrm>
            </p:contentPart>
          </mc:Choice>
          <mc:Fallback xmlns="">
            <p:pic>
              <p:nvPicPr>
                <p:cNvPr id="5247" name="Ink 5246">
                  <a:extLst>
                    <a:ext uri="{FF2B5EF4-FFF2-40B4-BE49-F238E27FC236}">
                      <a16:creationId xmlns:a16="http://schemas.microsoft.com/office/drawing/2014/main" id="{0FA6DE88-F0DF-EF70-7EF4-DE0BE6540724}"/>
                    </a:ext>
                  </a:extLst>
                </p:cNvPr>
                <p:cNvPicPr/>
                <p:nvPr/>
              </p:nvPicPr>
              <p:blipFill>
                <a:blip r:embed="rId75"/>
                <a:stretch>
                  <a:fillRect/>
                </a:stretch>
              </p:blipFill>
              <p:spPr>
                <a:xfrm>
                  <a:off x="4335401" y="5596894"/>
                  <a:ext cx="486869" cy="84778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6">
              <p14:nvContentPartPr>
                <p14:cNvPr id="5248" name="Ink 5247">
                  <a:extLst>
                    <a:ext uri="{FF2B5EF4-FFF2-40B4-BE49-F238E27FC236}">
                      <a16:creationId xmlns:a16="http://schemas.microsoft.com/office/drawing/2014/main" id="{2AB32C6A-994E-A96D-6ACD-2662B27F55C5}"/>
                    </a:ext>
                  </a:extLst>
                </p14:cNvPr>
                <p14:cNvContentPartPr/>
                <p14:nvPr/>
              </p14:nvContentPartPr>
              <p14:xfrm>
                <a:off x="3951056" y="5594127"/>
                <a:ext cx="573480" cy="579240"/>
              </p14:xfrm>
            </p:contentPart>
          </mc:Choice>
          <mc:Fallback xmlns="">
            <p:pic>
              <p:nvPicPr>
                <p:cNvPr id="5248" name="Ink 5247">
                  <a:extLst>
                    <a:ext uri="{FF2B5EF4-FFF2-40B4-BE49-F238E27FC236}">
                      <a16:creationId xmlns:a16="http://schemas.microsoft.com/office/drawing/2014/main" id="{2AB32C6A-994E-A96D-6ACD-2662B27F55C5}"/>
                    </a:ext>
                  </a:extLst>
                </p:cNvPr>
                <p:cNvPicPr/>
                <p:nvPr/>
              </p:nvPicPr>
              <p:blipFill>
                <a:blip r:embed="rId77"/>
                <a:stretch>
                  <a:fillRect/>
                </a:stretch>
              </p:blipFill>
              <p:spPr>
                <a:xfrm>
                  <a:off x="3903546" y="5306187"/>
                  <a:ext cx="668980" cy="115464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8">
              <p14:nvContentPartPr>
                <p14:cNvPr id="5269" name="Ink 5268">
                  <a:extLst>
                    <a:ext uri="{FF2B5EF4-FFF2-40B4-BE49-F238E27FC236}">
                      <a16:creationId xmlns:a16="http://schemas.microsoft.com/office/drawing/2014/main" id="{B52B54CF-0BCB-0754-A417-B7D63C3F9D33}"/>
                    </a:ext>
                  </a:extLst>
                </p14:cNvPr>
                <p14:cNvContentPartPr/>
                <p14:nvPr/>
              </p14:nvContentPartPr>
              <p14:xfrm>
                <a:off x="4143656" y="6086247"/>
                <a:ext cx="46440" cy="443880"/>
              </p14:xfrm>
            </p:contentPart>
          </mc:Choice>
          <mc:Fallback xmlns="">
            <p:pic>
              <p:nvPicPr>
                <p:cNvPr id="5269" name="Ink 5268">
                  <a:extLst>
                    <a:ext uri="{FF2B5EF4-FFF2-40B4-BE49-F238E27FC236}">
                      <a16:creationId xmlns:a16="http://schemas.microsoft.com/office/drawing/2014/main" id="{B52B54CF-0BCB-0754-A417-B7D63C3F9D33}"/>
                    </a:ext>
                  </a:extLst>
                </p:cNvPr>
                <p:cNvPicPr/>
                <p:nvPr/>
              </p:nvPicPr>
              <p:blipFill>
                <a:blip r:embed="rId79"/>
                <a:stretch>
                  <a:fillRect/>
                </a:stretch>
              </p:blipFill>
              <p:spPr>
                <a:xfrm>
                  <a:off x="4095780" y="5798325"/>
                  <a:ext cx="141714" cy="101924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0">
              <p14:nvContentPartPr>
                <p14:cNvPr id="5272" name="Ink 5271">
                  <a:extLst>
                    <a:ext uri="{FF2B5EF4-FFF2-40B4-BE49-F238E27FC236}">
                      <a16:creationId xmlns:a16="http://schemas.microsoft.com/office/drawing/2014/main" id="{DE466EF2-26A1-5BCF-3D35-E59952A10A9B}"/>
                    </a:ext>
                  </a:extLst>
                </p14:cNvPr>
                <p14:cNvContentPartPr/>
                <p14:nvPr/>
              </p14:nvContentPartPr>
              <p14:xfrm>
                <a:off x="4500776" y="6179127"/>
                <a:ext cx="112680" cy="302760"/>
              </p14:xfrm>
            </p:contentPart>
          </mc:Choice>
          <mc:Fallback xmlns="">
            <p:pic>
              <p:nvPicPr>
                <p:cNvPr id="5272" name="Ink 5271">
                  <a:extLst>
                    <a:ext uri="{FF2B5EF4-FFF2-40B4-BE49-F238E27FC236}">
                      <a16:creationId xmlns:a16="http://schemas.microsoft.com/office/drawing/2014/main" id="{DE466EF2-26A1-5BCF-3D35-E59952A10A9B}"/>
                    </a:ext>
                  </a:extLst>
                </p:cNvPr>
                <p:cNvPicPr/>
                <p:nvPr/>
              </p:nvPicPr>
              <p:blipFill>
                <a:blip r:embed="rId81"/>
                <a:stretch>
                  <a:fillRect/>
                </a:stretch>
              </p:blipFill>
              <p:spPr>
                <a:xfrm>
                  <a:off x="4453307" y="5891241"/>
                  <a:ext cx="208098" cy="87805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2">
              <p14:nvContentPartPr>
                <p14:cNvPr id="5285" name="Ink 5284">
                  <a:extLst>
                    <a:ext uri="{FF2B5EF4-FFF2-40B4-BE49-F238E27FC236}">
                      <a16:creationId xmlns:a16="http://schemas.microsoft.com/office/drawing/2014/main" id="{BCBD315B-84FD-5EA9-9549-0CFEF816D387}"/>
                    </a:ext>
                  </a:extLst>
                </p14:cNvPr>
                <p14:cNvContentPartPr/>
                <p14:nvPr/>
              </p14:nvContentPartPr>
              <p14:xfrm>
                <a:off x="3928016" y="5159607"/>
                <a:ext cx="218520" cy="360360"/>
              </p14:xfrm>
            </p:contentPart>
          </mc:Choice>
          <mc:Fallback xmlns="">
            <p:pic>
              <p:nvPicPr>
                <p:cNvPr id="5285" name="Ink 5284">
                  <a:extLst>
                    <a:ext uri="{FF2B5EF4-FFF2-40B4-BE49-F238E27FC236}">
                      <a16:creationId xmlns:a16="http://schemas.microsoft.com/office/drawing/2014/main" id="{BCBD315B-84FD-5EA9-9549-0CFEF816D387}"/>
                    </a:ext>
                  </a:extLst>
                </p:cNvPr>
                <p:cNvPicPr/>
                <p:nvPr/>
              </p:nvPicPr>
              <p:blipFill>
                <a:blip r:embed="rId83"/>
                <a:stretch>
                  <a:fillRect/>
                </a:stretch>
              </p:blipFill>
              <p:spPr>
                <a:xfrm>
                  <a:off x="3880470" y="4871703"/>
                  <a:ext cx="314092" cy="935688"/>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84">
            <p14:nvContentPartPr>
              <p14:cNvPr id="5296" name="Ink 5295">
                <a:extLst>
                  <a:ext uri="{FF2B5EF4-FFF2-40B4-BE49-F238E27FC236}">
                    <a16:creationId xmlns:a16="http://schemas.microsoft.com/office/drawing/2014/main" id="{6CD0B3EB-4346-1017-47C3-37DF2C85B0E0}"/>
                  </a:ext>
                </a:extLst>
              </p14:cNvPr>
              <p14:cNvContentPartPr/>
              <p14:nvPr/>
            </p14:nvContentPartPr>
            <p14:xfrm>
              <a:off x="5599572" y="965855"/>
              <a:ext cx="548910" cy="456030"/>
            </p14:xfrm>
          </p:contentPart>
        </mc:Choice>
        <mc:Fallback xmlns="">
          <p:pic>
            <p:nvPicPr>
              <p:cNvPr id="5296" name="Ink 5295">
                <a:extLst>
                  <a:ext uri="{FF2B5EF4-FFF2-40B4-BE49-F238E27FC236}">
                    <a16:creationId xmlns:a16="http://schemas.microsoft.com/office/drawing/2014/main" id="{6CD0B3EB-4346-1017-47C3-37DF2C85B0E0}"/>
                  </a:ext>
                </a:extLst>
              </p:cNvPr>
              <p:cNvPicPr/>
              <p:nvPr/>
            </p:nvPicPr>
            <p:blipFill>
              <a:blip r:embed="rId85"/>
              <a:stretch>
                <a:fillRect/>
              </a:stretch>
            </p:blipFill>
            <p:spPr>
              <a:xfrm>
                <a:off x="5563938" y="750258"/>
                <a:ext cx="620538" cy="887585"/>
              </a:xfrm>
              <a:prstGeom prst="rect">
                <a:avLst/>
              </a:prstGeom>
            </p:spPr>
          </p:pic>
        </mc:Fallback>
      </mc:AlternateContent>
      <p:grpSp>
        <p:nvGrpSpPr>
          <p:cNvPr id="5308" name="Group 5307">
            <a:extLst>
              <a:ext uri="{FF2B5EF4-FFF2-40B4-BE49-F238E27FC236}">
                <a16:creationId xmlns:a16="http://schemas.microsoft.com/office/drawing/2014/main" id="{1CA9047F-9345-E7B9-DD1D-4CADF67F1251}"/>
              </a:ext>
            </a:extLst>
          </p:cNvPr>
          <p:cNvGrpSpPr/>
          <p:nvPr/>
        </p:nvGrpSpPr>
        <p:grpSpPr>
          <a:xfrm>
            <a:off x="4631352" y="731495"/>
            <a:ext cx="2756970" cy="3411450"/>
            <a:chOff x="6175136" y="975327"/>
            <a:chExt cx="3675960" cy="4548600"/>
          </a:xfrm>
        </p:grpSpPr>
        <mc:AlternateContent xmlns:mc="http://schemas.openxmlformats.org/markup-compatibility/2006" xmlns:p14="http://schemas.microsoft.com/office/powerpoint/2010/main" xmlns:aink="http://schemas.microsoft.com/office/drawing/2016/ink">
          <mc:Choice Requires="p14 aink">
            <p:contentPart p14:bwMode="auto" r:id="rId86">
              <p14:nvContentPartPr>
                <p14:cNvPr id="5288" name="Ink 5287">
                  <a:extLst>
                    <a:ext uri="{FF2B5EF4-FFF2-40B4-BE49-F238E27FC236}">
                      <a16:creationId xmlns:a16="http://schemas.microsoft.com/office/drawing/2014/main" id="{536A17E5-C6EF-18BA-1A20-19CE9E258B14}"/>
                    </a:ext>
                  </a:extLst>
                </p14:cNvPr>
                <p14:cNvContentPartPr/>
                <p14:nvPr/>
              </p14:nvContentPartPr>
              <p14:xfrm>
                <a:off x="7908176" y="2546727"/>
                <a:ext cx="403560" cy="270720"/>
              </p14:xfrm>
            </p:contentPart>
          </mc:Choice>
          <mc:Fallback xmlns="">
            <p:pic>
              <p:nvPicPr>
                <p:cNvPr id="5288" name="Ink 5287">
                  <a:extLst>
                    <a:ext uri="{FF2B5EF4-FFF2-40B4-BE49-F238E27FC236}">
                      <a16:creationId xmlns:a16="http://schemas.microsoft.com/office/drawing/2014/main" id="{536A17E5-C6EF-18BA-1A20-19CE9E258B14}"/>
                    </a:ext>
                  </a:extLst>
                </p:cNvPr>
                <p:cNvPicPr/>
                <p:nvPr/>
              </p:nvPicPr>
              <p:blipFill>
                <a:blip r:embed="rId87"/>
                <a:stretch>
                  <a:fillRect/>
                </a:stretch>
              </p:blipFill>
              <p:spPr>
                <a:xfrm>
                  <a:off x="7860190" y="2258727"/>
                  <a:ext cx="499052" cy="846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8">
              <p14:nvContentPartPr>
                <p14:cNvPr id="5289" name="Ink 5288">
                  <a:extLst>
                    <a:ext uri="{FF2B5EF4-FFF2-40B4-BE49-F238E27FC236}">
                      <a16:creationId xmlns:a16="http://schemas.microsoft.com/office/drawing/2014/main" id="{3D08557C-1825-B795-F948-D098103DB3BE}"/>
                    </a:ext>
                  </a:extLst>
                </p14:cNvPr>
                <p14:cNvContentPartPr/>
                <p14:nvPr/>
              </p14:nvContentPartPr>
              <p14:xfrm>
                <a:off x="7183496" y="2526927"/>
                <a:ext cx="334800" cy="250560"/>
              </p14:xfrm>
            </p:contentPart>
          </mc:Choice>
          <mc:Fallback xmlns="">
            <p:pic>
              <p:nvPicPr>
                <p:cNvPr id="5289" name="Ink 5288">
                  <a:extLst>
                    <a:ext uri="{FF2B5EF4-FFF2-40B4-BE49-F238E27FC236}">
                      <a16:creationId xmlns:a16="http://schemas.microsoft.com/office/drawing/2014/main" id="{3D08557C-1825-B795-F948-D098103DB3BE}"/>
                    </a:ext>
                  </a:extLst>
                </p:cNvPr>
                <p:cNvPicPr/>
                <p:nvPr/>
              </p:nvPicPr>
              <p:blipFill>
                <a:blip r:embed="rId89"/>
                <a:stretch>
                  <a:fillRect/>
                </a:stretch>
              </p:blipFill>
              <p:spPr>
                <a:xfrm>
                  <a:off x="7135462" y="2238927"/>
                  <a:ext cx="430389" cy="826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0">
              <p14:nvContentPartPr>
                <p14:cNvPr id="5292" name="Ink 5291">
                  <a:extLst>
                    <a:ext uri="{FF2B5EF4-FFF2-40B4-BE49-F238E27FC236}">
                      <a16:creationId xmlns:a16="http://schemas.microsoft.com/office/drawing/2014/main" id="{68BEFE1B-9997-BCA2-C4C0-F65B414BF989}"/>
                    </a:ext>
                  </a:extLst>
                </p14:cNvPr>
                <p14:cNvContentPartPr/>
                <p14:nvPr/>
              </p14:nvContentPartPr>
              <p14:xfrm>
                <a:off x="6270896" y="2005647"/>
                <a:ext cx="2577960" cy="559080"/>
              </p14:xfrm>
            </p:contentPart>
          </mc:Choice>
          <mc:Fallback xmlns="">
            <p:pic>
              <p:nvPicPr>
                <p:cNvPr id="5292" name="Ink 5291">
                  <a:extLst>
                    <a:ext uri="{FF2B5EF4-FFF2-40B4-BE49-F238E27FC236}">
                      <a16:creationId xmlns:a16="http://schemas.microsoft.com/office/drawing/2014/main" id="{68BEFE1B-9997-BCA2-C4C0-F65B414BF989}"/>
                    </a:ext>
                  </a:extLst>
                </p:cNvPr>
                <p:cNvPicPr/>
                <p:nvPr/>
              </p:nvPicPr>
              <p:blipFill>
                <a:blip r:embed="rId91"/>
                <a:stretch>
                  <a:fillRect/>
                </a:stretch>
              </p:blipFill>
              <p:spPr>
                <a:xfrm>
                  <a:off x="6222898" y="1718189"/>
                  <a:ext cx="2673476" cy="113447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2">
              <p14:nvContentPartPr>
                <p14:cNvPr id="5295" name="Ink 5294">
                  <a:extLst>
                    <a:ext uri="{FF2B5EF4-FFF2-40B4-BE49-F238E27FC236}">
                      <a16:creationId xmlns:a16="http://schemas.microsoft.com/office/drawing/2014/main" id="{EE95D2B7-E169-D0C1-8B5B-314734E25201}"/>
                    </a:ext>
                  </a:extLst>
                </p14:cNvPr>
                <p14:cNvContentPartPr/>
                <p14:nvPr/>
              </p14:nvContentPartPr>
              <p14:xfrm>
                <a:off x="7632056" y="1299687"/>
                <a:ext cx="302760" cy="23400"/>
              </p14:xfrm>
            </p:contentPart>
          </mc:Choice>
          <mc:Fallback xmlns="">
            <p:pic>
              <p:nvPicPr>
                <p:cNvPr id="5295" name="Ink 5294">
                  <a:extLst>
                    <a:ext uri="{FF2B5EF4-FFF2-40B4-BE49-F238E27FC236}">
                      <a16:creationId xmlns:a16="http://schemas.microsoft.com/office/drawing/2014/main" id="{EE95D2B7-E169-D0C1-8B5B-314734E25201}"/>
                    </a:ext>
                  </a:extLst>
                </p:cNvPr>
                <p:cNvPicPr/>
                <p:nvPr/>
              </p:nvPicPr>
              <p:blipFill>
                <a:blip r:embed="rId93"/>
                <a:stretch>
                  <a:fillRect/>
                </a:stretch>
              </p:blipFill>
              <p:spPr>
                <a:xfrm>
                  <a:off x="7584075" y="1013634"/>
                  <a:ext cx="398242" cy="59598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4">
              <p14:nvContentPartPr>
                <p14:cNvPr id="5297" name="Ink 5296">
                  <a:extLst>
                    <a:ext uri="{FF2B5EF4-FFF2-40B4-BE49-F238E27FC236}">
                      <a16:creationId xmlns:a16="http://schemas.microsoft.com/office/drawing/2014/main" id="{2B77B3AB-13A4-ED07-03EE-78E11AC5346F}"/>
                    </a:ext>
                  </a:extLst>
                </p14:cNvPr>
                <p14:cNvContentPartPr/>
                <p14:nvPr/>
              </p14:nvContentPartPr>
              <p14:xfrm>
                <a:off x="6362696" y="975327"/>
                <a:ext cx="3039120" cy="1100520"/>
              </p14:xfrm>
            </p:contentPart>
          </mc:Choice>
          <mc:Fallback xmlns="">
            <p:pic>
              <p:nvPicPr>
                <p:cNvPr id="5297" name="Ink 5296">
                  <a:extLst>
                    <a:ext uri="{FF2B5EF4-FFF2-40B4-BE49-F238E27FC236}">
                      <a16:creationId xmlns:a16="http://schemas.microsoft.com/office/drawing/2014/main" id="{2B77B3AB-13A4-ED07-03EE-78E11AC5346F}"/>
                    </a:ext>
                  </a:extLst>
                </p:cNvPr>
                <p:cNvPicPr/>
                <p:nvPr/>
              </p:nvPicPr>
              <p:blipFill>
                <a:blip r:embed="rId95"/>
                <a:stretch>
                  <a:fillRect/>
                </a:stretch>
              </p:blipFill>
              <p:spPr>
                <a:xfrm>
                  <a:off x="6314700" y="687358"/>
                  <a:ext cx="3134632" cy="167597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6">
              <p14:nvContentPartPr>
                <p14:cNvPr id="5302" name="Ink 5301">
                  <a:extLst>
                    <a:ext uri="{FF2B5EF4-FFF2-40B4-BE49-F238E27FC236}">
                      <a16:creationId xmlns:a16="http://schemas.microsoft.com/office/drawing/2014/main" id="{836ADD2D-088A-EBBB-34E0-76F605D23ACE}"/>
                    </a:ext>
                  </a:extLst>
                </p14:cNvPr>
                <p14:cNvContentPartPr/>
                <p14:nvPr/>
              </p14:nvContentPartPr>
              <p14:xfrm>
                <a:off x="8908256" y="2132727"/>
                <a:ext cx="942840" cy="3391200"/>
              </p14:xfrm>
            </p:contentPart>
          </mc:Choice>
          <mc:Fallback xmlns="">
            <p:pic>
              <p:nvPicPr>
                <p:cNvPr id="5302" name="Ink 5301">
                  <a:extLst>
                    <a:ext uri="{FF2B5EF4-FFF2-40B4-BE49-F238E27FC236}">
                      <a16:creationId xmlns:a16="http://schemas.microsoft.com/office/drawing/2014/main" id="{836ADD2D-088A-EBBB-34E0-76F605D23ACE}"/>
                    </a:ext>
                  </a:extLst>
                </p:cNvPr>
                <p:cNvPicPr/>
                <p:nvPr/>
              </p:nvPicPr>
              <p:blipFill>
                <a:blip r:embed="rId97"/>
                <a:stretch>
                  <a:fillRect/>
                </a:stretch>
              </p:blipFill>
              <p:spPr>
                <a:xfrm>
                  <a:off x="8860274" y="1844727"/>
                  <a:ext cx="1038324" cy="3966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8">
              <p14:nvContentPartPr>
                <p14:cNvPr id="5305" name="Ink 5304">
                  <a:extLst>
                    <a:ext uri="{FF2B5EF4-FFF2-40B4-BE49-F238E27FC236}">
                      <a16:creationId xmlns:a16="http://schemas.microsoft.com/office/drawing/2014/main" id="{D566672A-CFB6-5E05-04EC-B485DB132562}"/>
                    </a:ext>
                  </a:extLst>
                </p14:cNvPr>
                <p14:cNvContentPartPr/>
                <p14:nvPr/>
              </p14:nvContentPartPr>
              <p14:xfrm>
                <a:off x="6175136" y="2577687"/>
                <a:ext cx="514800" cy="2821680"/>
              </p14:xfrm>
            </p:contentPart>
          </mc:Choice>
          <mc:Fallback xmlns="">
            <p:pic>
              <p:nvPicPr>
                <p:cNvPr id="5305" name="Ink 5304">
                  <a:extLst>
                    <a:ext uri="{FF2B5EF4-FFF2-40B4-BE49-F238E27FC236}">
                      <a16:creationId xmlns:a16="http://schemas.microsoft.com/office/drawing/2014/main" id="{D566672A-CFB6-5E05-04EC-B485DB132562}"/>
                    </a:ext>
                  </a:extLst>
                </p:cNvPr>
                <p:cNvPicPr/>
                <p:nvPr/>
              </p:nvPicPr>
              <p:blipFill>
                <a:blip r:embed="rId99"/>
                <a:stretch>
                  <a:fillRect/>
                </a:stretch>
              </p:blipFill>
              <p:spPr>
                <a:xfrm>
                  <a:off x="6127638" y="2289711"/>
                  <a:ext cx="610275" cy="339715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0">
              <p14:nvContentPartPr>
                <p14:cNvPr id="5306" name="Ink 5305">
                  <a:extLst>
                    <a:ext uri="{FF2B5EF4-FFF2-40B4-BE49-F238E27FC236}">
                      <a16:creationId xmlns:a16="http://schemas.microsoft.com/office/drawing/2014/main" id="{C4C06BF2-D31A-558D-8394-472C1B5519D7}"/>
                    </a:ext>
                  </a:extLst>
                </p14:cNvPr>
                <p14:cNvContentPartPr/>
                <p14:nvPr/>
              </p14:nvContentPartPr>
              <p14:xfrm>
                <a:off x="8487416" y="2551767"/>
                <a:ext cx="397800" cy="385920"/>
              </p14:xfrm>
            </p:contentPart>
          </mc:Choice>
          <mc:Fallback xmlns="">
            <p:pic>
              <p:nvPicPr>
                <p:cNvPr id="5306" name="Ink 5305">
                  <a:extLst>
                    <a:ext uri="{FF2B5EF4-FFF2-40B4-BE49-F238E27FC236}">
                      <a16:creationId xmlns:a16="http://schemas.microsoft.com/office/drawing/2014/main" id="{C4C06BF2-D31A-558D-8394-472C1B5519D7}"/>
                    </a:ext>
                  </a:extLst>
                </p:cNvPr>
                <p:cNvPicPr/>
                <p:nvPr/>
              </p:nvPicPr>
              <p:blipFill>
                <a:blip r:embed="rId101"/>
                <a:stretch>
                  <a:fillRect/>
                </a:stretch>
              </p:blipFill>
              <p:spPr>
                <a:xfrm>
                  <a:off x="8439910" y="2264125"/>
                  <a:ext cx="493291" cy="960725"/>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02">
            <p14:nvContentPartPr>
              <p14:cNvPr id="5309" name="Ink 5308">
                <a:extLst>
                  <a:ext uri="{FF2B5EF4-FFF2-40B4-BE49-F238E27FC236}">
                    <a16:creationId xmlns:a16="http://schemas.microsoft.com/office/drawing/2014/main" id="{4F2D55D2-3998-EB94-0BA8-AEFB6A616B73}"/>
                  </a:ext>
                </a:extLst>
              </p14:cNvPr>
              <p14:cNvContentPartPr/>
              <p14:nvPr/>
            </p14:nvContentPartPr>
            <p14:xfrm>
              <a:off x="5719452" y="2700065"/>
              <a:ext cx="251910" cy="49950"/>
            </p14:xfrm>
          </p:contentPart>
        </mc:Choice>
        <mc:Fallback xmlns="">
          <p:pic>
            <p:nvPicPr>
              <p:cNvPr id="5309" name="Ink 5308">
                <a:extLst>
                  <a:ext uri="{FF2B5EF4-FFF2-40B4-BE49-F238E27FC236}">
                    <a16:creationId xmlns:a16="http://schemas.microsoft.com/office/drawing/2014/main" id="{4F2D55D2-3998-EB94-0BA8-AEFB6A616B73}"/>
                  </a:ext>
                </a:extLst>
              </p:cNvPr>
              <p:cNvPicPr/>
              <p:nvPr/>
            </p:nvPicPr>
            <p:blipFill>
              <a:blip r:embed="rId103"/>
              <a:stretch>
                <a:fillRect/>
              </a:stretch>
            </p:blipFill>
            <p:spPr>
              <a:xfrm>
                <a:off x="5683465" y="2484453"/>
                <a:ext cx="323524" cy="48081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4">
            <p14:nvContentPartPr>
              <p14:cNvPr id="5310" name="Ink 5309">
                <a:extLst>
                  <a:ext uri="{FF2B5EF4-FFF2-40B4-BE49-F238E27FC236}">
                    <a16:creationId xmlns:a16="http://schemas.microsoft.com/office/drawing/2014/main" id="{0C6E23F5-B3B0-6E64-7A98-9E2F1FBB0E08}"/>
                  </a:ext>
                </a:extLst>
              </p14:cNvPr>
              <p14:cNvContentPartPr/>
              <p14:nvPr/>
            </p14:nvContentPartPr>
            <p14:xfrm>
              <a:off x="3973362" y="918605"/>
              <a:ext cx="805410" cy="1266840"/>
            </p14:xfrm>
          </p:contentPart>
        </mc:Choice>
        <mc:Fallback xmlns="">
          <p:pic>
            <p:nvPicPr>
              <p:cNvPr id="5310" name="Ink 5309">
                <a:extLst>
                  <a:ext uri="{FF2B5EF4-FFF2-40B4-BE49-F238E27FC236}">
                    <a16:creationId xmlns:a16="http://schemas.microsoft.com/office/drawing/2014/main" id="{0C6E23F5-B3B0-6E64-7A98-9E2F1FBB0E08}"/>
                  </a:ext>
                </a:extLst>
              </p:cNvPr>
              <p:cNvPicPr/>
              <p:nvPr/>
            </p:nvPicPr>
            <p:blipFill>
              <a:blip r:embed="rId105"/>
              <a:stretch>
                <a:fillRect/>
              </a:stretch>
            </p:blipFill>
            <p:spPr>
              <a:xfrm>
                <a:off x="3937358" y="702965"/>
                <a:ext cx="877058" cy="1698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6">
            <p14:nvContentPartPr>
              <p14:cNvPr id="5315" name="Ink 5314">
                <a:extLst>
                  <a:ext uri="{FF2B5EF4-FFF2-40B4-BE49-F238E27FC236}">
                    <a16:creationId xmlns:a16="http://schemas.microsoft.com/office/drawing/2014/main" id="{1E647270-311E-DFB6-01B5-7D64785CF9D7}"/>
                  </a:ext>
                </a:extLst>
              </p14:cNvPr>
              <p14:cNvContentPartPr/>
              <p14:nvPr/>
            </p14:nvContentPartPr>
            <p14:xfrm>
              <a:off x="5533235" y="2864225"/>
              <a:ext cx="462510" cy="237870"/>
            </p14:xfrm>
          </p:contentPart>
        </mc:Choice>
        <mc:Fallback xmlns="">
          <p:pic>
            <p:nvPicPr>
              <p:cNvPr id="5315" name="Ink 5314">
                <a:extLst>
                  <a:ext uri="{FF2B5EF4-FFF2-40B4-BE49-F238E27FC236}">
                    <a16:creationId xmlns:a16="http://schemas.microsoft.com/office/drawing/2014/main" id="{1E647270-311E-DFB6-01B5-7D64785CF9D7}"/>
                  </a:ext>
                </a:extLst>
              </p:cNvPr>
              <p:cNvPicPr/>
              <p:nvPr/>
            </p:nvPicPr>
            <p:blipFill>
              <a:blip r:embed="rId107"/>
              <a:stretch>
                <a:fillRect/>
              </a:stretch>
            </p:blipFill>
            <p:spPr>
              <a:xfrm>
                <a:off x="5497242" y="2648307"/>
                <a:ext cx="534136" cy="669347"/>
              </a:xfrm>
              <a:prstGeom prst="rect">
                <a:avLst/>
              </a:prstGeom>
            </p:spPr>
          </p:pic>
        </mc:Fallback>
      </mc:AlternateContent>
      <p:pic>
        <p:nvPicPr>
          <p:cNvPr id="5316" name="Picture 2">
            <a:extLst>
              <a:ext uri="{FF2B5EF4-FFF2-40B4-BE49-F238E27FC236}">
                <a16:creationId xmlns:a16="http://schemas.microsoft.com/office/drawing/2014/main" id="{58889C39-D62C-64B4-FDD7-F55C13BD9A71}"/>
              </a:ext>
            </a:extLst>
          </p:cNvPr>
          <p:cNvPicPr>
            <a:picLocks noChangeAspect="1" noChangeArrowheads="1"/>
          </p:cNvPicPr>
          <p:nvPr/>
        </p:nvPicPr>
        <p:blipFill>
          <a:blip r:embed="rId108">
            <a:extLst>
              <a:ext uri="{28A0092B-C50C-407E-A947-70E740481C1C}">
                <a14:useLocalDpi xmlns:a14="http://schemas.microsoft.com/office/drawing/2010/main" val="0"/>
              </a:ext>
            </a:extLst>
          </a:blip>
          <a:srcRect/>
          <a:stretch>
            <a:fillRect/>
          </a:stretch>
        </p:blipFill>
        <p:spPr bwMode="auto">
          <a:xfrm>
            <a:off x="7942520" y="175537"/>
            <a:ext cx="1052623" cy="36512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863667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7FFF1">
            <a:alpha val="45000"/>
          </a:srgbClr>
        </a:solidFill>
        <a:effectLst/>
      </p:bgPr>
    </p:bg>
    <p:spTree>
      <p:nvGrpSpPr>
        <p:cNvPr id="1" name="">
          <a:extLst>
            <a:ext uri="{FF2B5EF4-FFF2-40B4-BE49-F238E27FC236}">
              <a16:creationId xmlns:a16="http://schemas.microsoft.com/office/drawing/2014/main" id="{BB0E39E6-7F6C-C91D-BAA1-108ADB5019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0C18975-80BF-2AF1-F29B-2C75A566B879}"/>
              </a:ext>
            </a:extLst>
          </p:cNvPr>
          <p:cNvSpPr txBox="1"/>
          <p:nvPr/>
        </p:nvSpPr>
        <p:spPr>
          <a:xfrm>
            <a:off x="2232173" y="875132"/>
            <a:ext cx="4679655" cy="3416320"/>
          </a:xfrm>
          <a:prstGeom prst="rect">
            <a:avLst/>
          </a:prstGeom>
          <a:noFill/>
          <a:ln>
            <a:noFill/>
          </a:ln>
        </p:spPr>
        <p:txBody>
          <a:bodyPr wrap="square" rtlCol="0">
            <a:spAutoFit/>
          </a:bodyPr>
          <a:lstStyle/>
          <a:p>
            <a:r>
              <a:rPr lang="en-US" sz="2400" dirty="0" err="1">
                <a:solidFill>
                  <a:schemeClr val="tx2"/>
                </a:solidFill>
                <a:latin typeface="Consolas" panose="020B0609020204030204" pitchFamily="49" charset="0"/>
                <a:cs typeface="Consolas" panose="020B0609020204030204" pitchFamily="49" charset="0"/>
              </a:rPr>
              <a:t>apiVersion</a:t>
            </a:r>
            <a:r>
              <a:rPr lang="en-US" sz="2400" dirty="0">
                <a:solidFill>
                  <a:schemeClr val="tx2"/>
                </a:solidFill>
                <a:latin typeface="Consolas" panose="020B0609020204030204" pitchFamily="49" charset="0"/>
                <a:cs typeface="Consolas" panose="020B0609020204030204" pitchFamily="49" charset="0"/>
              </a:rPr>
              <a:t>: </a:t>
            </a:r>
            <a:r>
              <a:rPr lang="en-US" sz="2400" dirty="0" err="1">
                <a:solidFill>
                  <a:schemeClr val="tx2"/>
                </a:solidFill>
                <a:latin typeface="Consolas" panose="020B0609020204030204" pitchFamily="49" charset="0"/>
                <a:cs typeface="Consolas" panose="020B0609020204030204" pitchFamily="49" charset="0"/>
              </a:rPr>
              <a:t>kyverno.io</a:t>
            </a:r>
            <a:r>
              <a:rPr lang="en-US" sz="2400" dirty="0">
                <a:solidFill>
                  <a:schemeClr val="tx2"/>
                </a:solidFill>
                <a:latin typeface="Consolas" panose="020B0609020204030204" pitchFamily="49" charset="0"/>
                <a:cs typeface="Consolas" panose="020B0609020204030204" pitchFamily="49" charset="0"/>
              </a:rPr>
              <a:t>/v1</a:t>
            </a:r>
          </a:p>
          <a:p>
            <a:r>
              <a:rPr lang="en-US" sz="2400" dirty="0">
                <a:solidFill>
                  <a:schemeClr val="tx2"/>
                </a:solidFill>
                <a:latin typeface="Consolas" panose="020B0609020204030204" pitchFamily="49" charset="0"/>
                <a:cs typeface="Consolas" panose="020B0609020204030204" pitchFamily="49" charset="0"/>
              </a:rPr>
              <a:t>kind: </a:t>
            </a:r>
            <a:r>
              <a:rPr lang="en-US" sz="2400" dirty="0" err="1">
                <a:solidFill>
                  <a:schemeClr val="tx2"/>
                </a:solidFill>
                <a:latin typeface="Consolas" panose="020B0609020204030204" pitchFamily="49" charset="0"/>
                <a:cs typeface="Consolas" panose="020B0609020204030204" pitchFamily="49" charset="0"/>
              </a:rPr>
              <a:t>ClusterPolicy</a:t>
            </a:r>
            <a:endParaRPr lang="en-US" sz="2400" dirty="0">
              <a:solidFill>
                <a:schemeClr val="tx2"/>
              </a:solidFill>
              <a:latin typeface="Consolas" panose="020B0609020204030204" pitchFamily="49" charset="0"/>
              <a:cs typeface="Consolas" panose="020B0609020204030204" pitchFamily="49" charset="0"/>
            </a:endParaRPr>
          </a:p>
          <a:p>
            <a:r>
              <a:rPr lang="en-US" sz="2400" dirty="0">
                <a:solidFill>
                  <a:schemeClr val="tx2"/>
                </a:solidFill>
                <a:latin typeface="Consolas" panose="020B0609020204030204" pitchFamily="49" charset="0"/>
                <a:cs typeface="Consolas" panose="020B0609020204030204" pitchFamily="49" charset="0"/>
              </a:rPr>
              <a:t>(..)</a:t>
            </a:r>
          </a:p>
          <a:p>
            <a:r>
              <a:rPr lang="en-US" sz="2400" dirty="0">
                <a:solidFill>
                  <a:schemeClr val="tx2"/>
                </a:solidFill>
                <a:latin typeface="Consolas" panose="020B0609020204030204" pitchFamily="49" charset="0"/>
                <a:cs typeface="Consolas" panose="020B0609020204030204" pitchFamily="49" charset="0"/>
              </a:rPr>
              <a:t>spec:</a:t>
            </a:r>
          </a:p>
          <a:p>
            <a:r>
              <a:rPr lang="en-US" sz="2400" dirty="0">
                <a:solidFill>
                  <a:schemeClr val="tx2"/>
                </a:solidFill>
                <a:latin typeface="Consolas" panose="020B0609020204030204" pitchFamily="49" charset="0"/>
                <a:cs typeface="Consolas" panose="020B0609020204030204" pitchFamily="49" charset="0"/>
              </a:rPr>
              <a:t>    rules:</a:t>
            </a:r>
          </a:p>
          <a:p>
            <a:r>
              <a:rPr lang="en-US" sz="2400" dirty="0">
                <a:solidFill>
                  <a:schemeClr val="tx2"/>
                </a:solidFill>
                <a:latin typeface="Consolas" panose="020B0609020204030204" pitchFamily="49" charset="0"/>
                <a:cs typeface="Consolas" panose="020B0609020204030204" pitchFamily="49" charset="0"/>
              </a:rPr>
              <a:t>    - match: (..)</a:t>
            </a:r>
          </a:p>
          <a:p>
            <a:r>
              <a:rPr lang="en-US" sz="2400" dirty="0">
                <a:solidFill>
                  <a:schemeClr val="tx2"/>
                </a:solidFill>
                <a:latin typeface="Consolas" panose="020B0609020204030204" pitchFamily="49" charset="0"/>
                <a:cs typeface="Consolas" panose="020B0609020204030204" pitchFamily="49" charset="0"/>
              </a:rPr>
              <a:t>	   </a:t>
            </a:r>
            <a:r>
              <a:rPr lang="en-US" sz="2400" dirty="0" err="1">
                <a:solidFill>
                  <a:schemeClr val="tx2"/>
                </a:solidFill>
                <a:latin typeface="Consolas" panose="020B0609020204030204" pitchFamily="49" charset="0"/>
                <a:cs typeface="Consolas" panose="020B0609020204030204" pitchFamily="49" charset="0"/>
              </a:rPr>
              <a:t>failureAction</a:t>
            </a:r>
            <a:r>
              <a:rPr lang="en-US" sz="2400" dirty="0">
                <a:solidFill>
                  <a:schemeClr val="tx2"/>
                </a:solidFill>
                <a:latin typeface="Consolas" panose="020B0609020204030204" pitchFamily="49" charset="0"/>
                <a:cs typeface="Consolas" panose="020B0609020204030204" pitchFamily="49" charset="0"/>
              </a:rPr>
              <a:t>: Audit</a:t>
            </a:r>
          </a:p>
          <a:p>
            <a:r>
              <a:rPr lang="en-US" sz="2400" dirty="0">
                <a:solidFill>
                  <a:schemeClr val="tx2"/>
                </a:solidFill>
                <a:latin typeface="Consolas" panose="020B0609020204030204" pitchFamily="49" charset="0"/>
                <a:cs typeface="Consolas" panose="020B0609020204030204" pitchFamily="49" charset="0"/>
              </a:rPr>
              <a:t>      validate:</a:t>
            </a:r>
          </a:p>
          <a:p>
            <a:r>
              <a:rPr lang="en-US" sz="2400" dirty="0">
                <a:solidFill>
                  <a:schemeClr val="tx2"/>
                </a:solidFill>
                <a:latin typeface="Consolas" panose="020B0609020204030204" pitchFamily="49" charset="0"/>
                <a:cs typeface="Consolas" panose="020B0609020204030204" pitchFamily="49" charset="0"/>
              </a:rPr>
              <a:t>        pattern: (..)</a:t>
            </a:r>
            <a:r>
              <a:rPr lang="en-US" sz="1013" dirty="0">
                <a:solidFill>
                  <a:schemeClr val="tx2"/>
                </a:solidFill>
                <a:latin typeface="Consolas" panose="020B0609020204030204" pitchFamily="49" charset="0"/>
                <a:cs typeface="Consolas" panose="020B0609020204030204" pitchFamily="49" charset="0"/>
              </a:rPr>
              <a:t> </a:t>
            </a:r>
            <a:r>
              <a:rPr lang="en-US" sz="1013" dirty="0">
                <a:solidFill>
                  <a:schemeClr val="accent1"/>
                </a:solidFill>
                <a:latin typeface="Consolas" panose="020B0609020204030204" pitchFamily="49" charset="0"/>
                <a:cs typeface="Consolas" panose="020B0609020204030204" pitchFamily="49" charset="0"/>
              </a:rPr>
              <a:t>	</a:t>
            </a:r>
          </a:p>
        </p:txBody>
      </p:sp>
      <p:pic>
        <p:nvPicPr>
          <p:cNvPr id="18" name="Picture 2">
            <a:extLst>
              <a:ext uri="{FF2B5EF4-FFF2-40B4-BE49-F238E27FC236}">
                <a16:creationId xmlns:a16="http://schemas.microsoft.com/office/drawing/2014/main" id="{52671FD4-F1F1-4BA3-3004-13BB147E91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2520" y="175537"/>
            <a:ext cx="1052623" cy="365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4471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EEE8"/>
        </a:solidFill>
        <a:effectLst/>
      </p:bgPr>
    </p:bg>
    <p:spTree>
      <p:nvGrpSpPr>
        <p:cNvPr id="1" name="">
          <a:extLst>
            <a:ext uri="{FF2B5EF4-FFF2-40B4-BE49-F238E27FC236}">
              <a16:creationId xmlns:a16="http://schemas.microsoft.com/office/drawing/2014/main" id="{352652B4-4447-980C-6031-A1B9C61592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9015F19-6966-5B2F-6573-F2F8EAA2DCC0}"/>
              </a:ext>
            </a:extLst>
          </p:cNvPr>
          <p:cNvSpPr>
            <a:spLocks noGrp="1"/>
          </p:cNvSpPr>
          <p:nvPr>
            <p:ph type="title"/>
          </p:nvPr>
        </p:nvSpPr>
        <p:spPr>
          <a:xfrm>
            <a:off x="529738" y="378013"/>
            <a:ext cx="7130582" cy="598475"/>
          </a:xfrm>
        </p:spPr>
        <p:txBody>
          <a:bodyPr>
            <a:normAutofit fontScale="90000"/>
          </a:bodyPr>
          <a:lstStyle/>
          <a:p>
            <a:r>
              <a:rPr lang="en-GB" dirty="0">
                <a:latin typeface="VELUX Transform" pitchFamily="2" charset="0"/>
              </a:rPr>
              <a:t>admission controller</a:t>
            </a:r>
          </a:p>
        </p:txBody>
      </p:sp>
      <mc:AlternateContent xmlns:mc="http://schemas.openxmlformats.org/markup-compatibility/2006" xmlns:p14="http://schemas.microsoft.com/office/powerpoint/2010/main" xmlns:aink="http://schemas.microsoft.com/office/drawing/2016/ink">
        <mc:Choice Requires="p14 aink">
          <p:contentPart p14:bwMode="auto" r:id="rId4">
            <p14:nvContentPartPr>
              <p14:cNvPr id="25" name="Ink 24">
                <a:extLst>
                  <a:ext uri="{FF2B5EF4-FFF2-40B4-BE49-F238E27FC236}">
                    <a16:creationId xmlns:a16="http://schemas.microsoft.com/office/drawing/2014/main" id="{7E5FAE66-7592-E83A-E1E3-0228BFAD7534}"/>
                  </a:ext>
                </a:extLst>
              </p14:cNvPr>
              <p14:cNvContentPartPr/>
              <p14:nvPr/>
            </p14:nvContentPartPr>
            <p14:xfrm>
              <a:off x="-4775754" y="-370710"/>
              <a:ext cx="9990" cy="3510"/>
            </p14:xfrm>
          </p:contentPart>
        </mc:Choice>
        <mc:Fallback xmlns="">
          <p:pic>
            <p:nvPicPr>
              <p:cNvPr id="25" name="Ink 24">
                <a:extLst>
                  <a:ext uri="{FF2B5EF4-FFF2-40B4-BE49-F238E27FC236}">
                    <a16:creationId xmlns:a16="http://schemas.microsoft.com/office/drawing/2014/main" id="{7E5FAE66-7592-E83A-E1E3-0228BFAD7534}"/>
                  </a:ext>
                </a:extLst>
              </p:cNvPr>
              <p:cNvPicPr/>
              <p:nvPr/>
            </p:nvPicPr>
            <p:blipFill>
              <a:blip r:embed="rId5"/>
              <a:stretch>
                <a:fillRect/>
              </a:stretch>
            </p:blipFill>
            <p:spPr>
              <a:xfrm>
                <a:off x="-4838192" y="-739260"/>
                <a:ext cx="134508" cy="74025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132" name="Ink 131">
                <a:extLst>
                  <a:ext uri="{FF2B5EF4-FFF2-40B4-BE49-F238E27FC236}">
                    <a16:creationId xmlns:a16="http://schemas.microsoft.com/office/drawing/2014/main" id="{01EDA117-94D6-54BD-15F6-BE63E95AF337}"/>
                  </a:ext>
                </a:extLst>
              </p14:cNvPr>
              <p14:cNvContentPartPr/>
              <p14:nvPr/>
            </p14:nvContentPartPr>
            <p14:xfrm>
              <a:off x="5462256" y="2256558"/>
              <a:ext cx="374220" cy="537300"/>
            </p14:xfrm>
          </p:contentPart>
        </mc:Choice>
        <mc:Fallback xmlns="">
          <p:pic>
            <p:nvPicPr>
              <p:cNvPr id="132" name="Ink 131">
                <a:extLst>
                  <a:ext uri="{FF2B5EF4-FFF2-40B4-BE49-F238E27FC236}">
                    <a16:creationId xmlns:a16="http://schemas.microsoft.com/office/drawing/2014/main" id="{01EDA117-94D6-54BD-15F6-BE63E95AF337}"/>
                  </a:ext>
                </a:extLst>
              </p:cNvPr>
              <p:cNvPicPr/>
              <p:nvPr/>
            </p:nvPicPr>
            <p:blipFill>
              <a:blip r:embed="rId7"/>
              <a:stretch>
                <a:fillRect/>
              </a:stretch>
            </p:blipFill>
            <p:spPr>
              <a:xfrm>
                <a:off x="5426273" y="2040990"/>
                <a:ext cx="445826" cy="96879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5199" name="Ink 5198">
                <a:extLst>
                  <a:ext uri="{FF2B5EF4-FFF2-40B4-BE49-F238E27FC236}">
                    <a16:creationId xmlns:a16="http://schemas.microsoft.com/office/drawing/2014/main" id="{AECA7942-C564-CD20-45CD-2CCC0B98E26F}"/>
                  </a:ext>
                </a:extLst>
              </p14:cNvPr>
              <p14:cNvContentPartPr/>
              <p14:nvPr/>
            </p14:nvContentPartPr>
            <p14:xfrm>
              <a:off x="6013596" y="2220648"/>
              <a:ext cx="308880" cy="12690"/>
            </p14:xfrm>
          </p:contentPart>
        </mc:Choice>
        <mc:Fallback xmlns="">
          <p:pic>
            <p:nvPicPr>
              <p:cNvPr id="5199" name="Ink 5198">
                <a:extLst>
                  <a:ext uri="{FF2B5EF4-FFF2-40B4-BE49-F238E27FC236}">
                    <a16:creationId xmlns:a16="http://schemas.microsoft.com/office/drawing/2014/main" id="{AECA7942-C564-CD20-45CD-2CCC0B98E26F}"/>
                  </a:ext>
                </a:extLst>
              </p:cNvPr>
              <p:cNvPicPr/>
              <p:nvPr/>
            </p:nvPicPr>
            <p:blipFill>
              <a:blip r:embed="rId9"/>
              <a:stretch>
                <a:fillRect/>
              </a:stretch>
            </p:blipFill>
            <p:spPr>
              <a:xfrm>
                <a:off x="5977638" y="2009500"/>
                <a:ext cx="380437" cy="435338"/>
              </a:xfrm>
              <a:prstGeom prst="rect">
                <a:avLst/>
              </a:prstGeom>
            </p:spPr>
          </p:pic>
        </mc:Fallback>
      </mc:AlternateContent>
      <p:grpSp>
        <p:nvGrpSpPr>
          <p:cNvPr id="5220" name="Group 5219">
            <a:extLst>
              <a:ext uri="{FF2B5EF4-FFF2-40B4-BE49-F238E27FC236}">
                <a16:creationId xmlns:a16="http://schemas.microsoft.com/office/drawing/2014/main" id="{51867231-6B60-49B6-F7C7-27B26077D714}"/>
              </a:ext>
            </a:extLst>
          </p:cNvPr>
          <p:cNvGrpSpPr/>
          <p:nvPr/>
        </p:nvGrpSpPr>
        <p:grpSpPr>
          <a:xfrm>
            <a:off x="4493766" y="1801068"/>
            <a:ext cx="3051810" cy="2987010"/>
            <a:chOff x="5991688" y="2401424"/>
            <a:chExt cx="4069080" cy="39826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24" name="Ink 23">
                  <a:extLst>
                    <a:ext uri="{FF2B5EF4-FFF2-40B4-BE49-F238E27FC236}">
                      <a16:creationId xmlns:a16="http://schemas.microsoft.com/office/drawing/2014/main" id="{D2CDEA1C-849D-0AFC-27D7-89473EB6AFBF}"/>
                    </a:ext>
                  </a:extLst>
                </p14:cNvPr>
                <p14:cNvContentPartPr/>
                <p14:nvPr/>
              </p14:nvContentPartPr>
              <p14:xfrm>
                <a:off x="6701608" y="2834144"/>
                <a:ext cx="779040" cy="254880"/>
              </p14:xfrm>
            </p:contentPart>
          </mc:Choice>
          <mc:Fallback xmlns="">
            <p:pic>
              <p:nvPicPr>
                <p:cNvPr id="24" name="Ink 23">
                  <a:extLst>
                    <a:ext uri="{FF2B5EF4-FFF2-40B4-BE49-F238E27FC236}">
                      <a16:creationId xmlns:a16="http://schemas.microsoft.com/office/drawing/2014/main" id="{D2CDEA1C-849D-0AFC-27D7-89473EB6AFBF}"/>
                    </a:ext>
                  </a:extLst>
                </p:cNvPr>
                <p:cNvPicPr/>
                <p:nvPr/>
              </p:nvPicPr>
              <p:blipFill>
                <a:blip r:embed="rId11"/>
                <a:stretch>
                  <a:fillRect/>
                </a:stretch>
              </p:blipFill>
              <p:spPr>
                <a:xfrm>
                  <a:off x="6653608" y="2546624"/>
                  <a:ext cx="874560" cy="830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26" name="Ink 25">
                  <a:extLst>
                    <a:ext uri="{FF2B5EF4-FFF2-40B4-BE49-F238E27FC236}">
                      <a16:creationId xmlns:a16="http://schemas.microsoft.com/office/drawing/2014/main" id="{131D2683-E5F4-551A-A48A-47F3E0879D91}"/>
                    </a:ext>
                  </a:extLst>
                </p14:cNvPr>
                <p14:cNvContentPartPr/>
                <p14:nvPr/>
              </p14:nvContentPartPr>
              <p14:xfrm>
                <a:off x="7441048" y="2917304"/>
                <a:ext cx="1017720" cy="189720"/>
              </p14:xfrm>
            </p:contentPart>
          </mc:Choice>
          <mc:Fallback xmlns="">
            <p:pic>
              <p:nvPicPr>
                <p:cNvPr id="26" name="Ink 25">
                  <a:extLst>
                    <a:ext uri="{FF2B5EF4-FFF2-40B4-BE49-F238E27FC236}">
                      <a16:creationId xmlns:a16="http://schemas.microsoft.com/office/drawing/2014/main" id="{131D2683-E5F4-551A-A48A-47F3E0879D91}"/>
                    </a:ext>
                  </a:extLst>
                </p:cNvPr>
                <p:cNvPicPr/>
                <p:nvPr/>
              </p:nvPicPr>
              <p:blipFill>
                <a:blip r:embed="rId13"/>
                <a:stretch>
                  <a:fillRect/>
                </a:stretch>
              </p:blipFill>
              <p:spPr>
                <a:xfrm>
                  <a:off x="7393065" y="2629602"/>
                  <a:ext cx="1113206" cy="76560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29" name="Ink 28">
                  <a:extLst>
                    <a:ext uri="{FF2B5EF4-FFF2-40B4-BE49-F238E27FC236}">
                      <a16:creationId xmlns:a16="http://schemas.microsoft.com/office/drawing/2014/main" id="{86FFBF87-BD85-0853-AFAF-18490BF105BA}"/>
                    </a:ext>
                  </a:extLst>
                </p14:cNvPr>
                <p14:cNvContentPartPr/>
                <p14:nvPr/>
              </p14:nvContentPartPr>
              <p14:xfrm>
                <a:off x="6947128" y="2891744"/>
                <a:ext cx="365040" cy="54360"/>
              </p14:xfrm>
            </p:contentPart>
          </mc:Choice>
          <mc:Fallback xmlns="">
            <p:pic>
              <p:nvPicPr>
                <p:cNvPr id="29" name="Ink 28">
                  <a:extLst>
                    <a:ext uri="{FF2B5EF4-FFF2-40B4-BE49-F238E27FC236}">
                      <a16:creationId xmlns:a16="http://schemas.microsoft.com/office/drawing/2014/main" id="{86FFBF87-BD85-0853-AFAF-18490BF105BA}"/>
                    </a:ext>
                  </a:extLst>
                </p:cNvPr>
                <p:cNvPicPr/>
                <p:nvPr/>
              </p:nvPicPr>
              <p:blipFill>
                <a:blip r:embed="rId15"/>
                <a:stretch>
                  <a:fillRect/>
                </a:stretch>
              </p:blipFill>
              <p:spPr>
                <a:xfrm>
                  <a:off x="6899160" y="2606116"/>
                  <a:ext cx="460497" cy="62609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30" name="Ink 29">
                  <a:extLst>
                    <a:ext uri="{FF2B5EF4-FFF2-40B4-BE49-F238E27FC236}">
                      <a16:creationId xmlns:a16="http://schemas.microsoft.com/office/drawing/2014/main" id="{773F7AD8-6979-9417-7DF7-DE8400E5710A}"/>
                    </a:ext>
                  </a:extLst>
                </p14:cNvPr>
                <p14:cNvContentPartPr/>
                <p14:nvPr/>
              </p14:nvContentPartPr>
              <p14:xfrm>
                <a:off x="7085368" y="2914424"/>
                <a:ext cx="114120" cy="84960"/>
              </p14:xfrm>
            </p:contentPart>
          </mc:Choice>
          <mc:Fallback xmlns="">
            <p:pic>
              <p:nvPicPr>
                <p:cNvPr id="30" name="Ink 29">
                  <a:extLst>
                    <a:ext uri="{FF2B5EF4-FFF2-40B4-BE49-F238E27FC236}">
                      <a16:creationId xmlns:a16="http://schemas.microsoft.com/office/drawing/2014/main" id="{773F7AD8-6979-9417-7DF7-DE8400E5710A}"/>
                    </a:ext>
                  </a:extLst>
                </p:cNvPr>
                <p:cNvPicPr/>
                <p:nvPr/>
              </p:nvPicPr>
              <p:blipFill>
                <a:blip r:embed="rId17"/>
                <a:stretch>
                  <a:fillRect/>
                </a:stretch>
              </p:blipFill>
              <p:spPr>
                <a:xfrm>
                  <a:off x="7037898" y="2626424"/>
                  <a:ext cx="209540" cy="660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
              <p14:nvContentPartPr>
                <p14:cNvPr id="31" name="Ink 30">
                  <a:extLst>
                    <a:ext uri="{FF2B5EF4-FFF2-40B4-BE49-F238E27FC236}">
                      <a16:creationId xmlns:a16="http://schemas.microsoft.com/office/drawing/2014/main" id="{3A5D4B5F-215F-B46F-FE98-370E9A2D7520}"/>
                    </a:ext>
                  </a:extLst>
                </p14:cNvPr>
                <p14:cNvContentPartPr/>
                <p14:nvPr/>
              </p14:nvContentPartPr>
              <p14:xfrm>
                <a:off x="8036128" y="2980664"/>
                <a:ext cx="237960" cy="93960"/>
              </p14:xfrm>
            </p:contentPart>
          </mc:Choice>
          <mc:Fallback xmlns="">
            <p:pic>
              <p:nvPicPr>
                <p:cNvPr id="31" name="Ink 30">
                  <a:extLst>
                    <a:ext uri="{FF2B5EF4-FFF2-40B4-BE49-F238E27FC236}">
                      <a16:creationId xmlns:a16="http://schemas.microsoft.com/office/drawing/2014/main" id="{3A5D4B5F-215F-B46F-FE98-370E9A2D7520}"/>
                    </a:ext>
                  </a:extLst>
                </p:cNvPr>
                <p:cNvPicPr/>
                <p:nvPr/>
              </p:nvPicPr>
              <p:blipFill>
                <a:blip r:embed="rId19"/>
                <a:stretch>
                  <a:fillRect/>
                </a:stretch>
              </p:blipFill>
              <p:spPr>
                <a:xfrm>
                  <a:off x="7988152" y="2693031"/>
                  <a:ext cx="333432" cy="66874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0">
              <p14:nvContentPartPr>
                <p14:cNvPr id="142" name="Ink 141">
                  <a:extLst>
                    <a:ext uri="{FF2B5EF4-FFF2-40B4-BE49-F238E27FC236}">
                      <a16:creationId xmlns:a16="http://schemas.microsoft.com/office/drawing/2014/main" id="{14D01358-89F4-BAE1-B6C1-021B9B1673F7}"/>
                    </a:ext>
                  </a:extLst>
                </p14:cNvPr>
                <p14:cNvContentPartPr/>
                <p14:nvPr/>
              </p14:nvContentPartPr>
              <p14:xfrm>
                <a:off x="6870448" y="2827664"/>
                <a:ext cx="1978200" cy="1726560"/>
              </p14:xfrm>
            </p:contentPart>
          </mc:Choice>
          <mc:Fallback xmlns="">
            <p:pic>
              <p:nvPicPr>
                <p:cNvPr id="142" name="Ink 141">
                  <a:extLst>
                    <a:ext uri="{FF2B5EF4-FFF2-40B4-BE49-F238E27FC236}">
                      <a16:creationId xmlns:a16="http://schemas.microsoft.com/office/drawing/2014/main" id="{14D01358-89F4-BAE1-B6C1-021B9B1673F7}"/>
                    </a:ext>
                  </a:extLst>
                </p:cNvPr>
                <p:cNvPicPr/>
                <p:nvPr/>
              </p:nvPicPr>
              <p:blipFill>
                <a:blip r:embed="rId21"/>
                <a:stretch>
                  <a:fillRect/>
                </a:stretch>
              </p:blipFill>
              <p:spPr>
                <a:xfrm>
                  <a:off x="6822937" y="2539664"/>
                  <a:ext cx="2073703" cy="2302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2">
              <p14:nvContentPartPr>
                <p14:cNvPr id="145" name="Ink 144">
                  <a:extLst>
                    <a:ext uri="{FF2B5EF4-FFF2-40B4-BE49-F238E27FC236}">
                      <a16:creationId xmlns:a16="http://schemas.microsoft.com/office/drawing/2014/main" id="{6B0C096F-DC8F-78D4-3C0B-8C0C16C9850D}"/>
                    </a:ext>
                  </a:extLst>
                </p14:cNvPr>
                <p14:cNvContentPartPr/>
                <p14:nvPr/>
              </p14:nvContentPartPr>
              <p14:xfrm>
                <a:off x="6929848" y="2401424"/>
                <a:ext cx="331560" cy="365400"/>
              </p14:xfrm>
            </p:contentPart>
          </mc:Choice>
          <mc:Fallback xmlns="">
            <p:pic>
              <p:nvPicPr>
                <p:cNvPr id="145" name="Ink 144">
                  <a:extLst>
                    <a:ext uri="{FF2B5EF4-FFF2-40B4-BE49-F238E27FC236}">
                      <a16:creationId xmlns:a16="http://schemas.microsoft.com/office/drawing/2014/main" id="{6B0C096F-DC8F-78D4-3C0B-8C0C16C9850D}"/>
                    </a:ext>
                  </a:extLst>
                </p:cNvPr>
                <p:cNvPicPr/>
                <p:nvPr/>
              </p:nvPicPr>
              <p:blipFill>
                <a:blip r:embed="rId23"/>
                <a:stretch>
                  <a:fillRect/>
                </a:stretch>
              </p:blipFill>
              <p:spPr>
                <a:xfrm>
                  <a:off x="6881865" y="2113329"/>
                  <a:ext cx="427045" cy="94110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4">
              <p14:nvContentPartPr>
                <p14:cNvPr id="149" name="Ink 148">
                  <a:extLst>
                    <a:ext uri="{FF2B5EF4-FFF2-40B4-BE49-F238E27FC236}">
                      <a16:creationId xmlns:a16="http://schemas.microsoft.com/office/drawing/2014/main" id="{FD084F13-AC8D-5CBD-B380-8DA3284B8B93}"/>
                    </a:ext>
                  </a:extLst>
                </p14:cNvPr>
                <p14:cNvContentPartPr/>
                <p14:nvPr/>
              </p14:nvContentPartPr>
              <p14:xfrm>
                <a:off x="8726608" y="3164264"/>
                <a:ext cx="264600" cy="534240"/>
              </p14:xfrm>
            </p:contentPart>
          </mc:Choice>
          <mc:Fallback xmlns="">
            <p:pic>
              <p:nvPicPr>
                <p:cNvPr id="149" name="Ink 148">
                  <a:extLst>
                    <a:ext uri="{FF2B5EF4-FFF2-40B4-BE49-F238E27FC236}">
                      <a16:creationId xmlns:a16="http://schemas.microsoft.com/office/drawing/2014/main" id="{FD084F13-AC8D-5CBD-B380-8DA3284B8B93}"/>
                    </a:ext>
                  </a:extLst>
                </p:cNvPr>
                <p:cNvPicPr/>
                <p:nvPr/>
              </p:nvPicPr>
              <p:blipFill>
                <a:blip r:embed="rId25"/>
                <a:stretch>
                  <a:fillRect/>
                </a:stretch>
              </p:blipFill>
              <p:spPr>
                <a:xfrm>
                  <a:off x="8679153" y="2876744"/>
                  <a:ext cx="359990" cy="1109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
              <p14:nvContentPartPr>
                <p14:cNvPr id="156" name="Ink 155">
                  <a:extLst>
                    <a:ext uri="{FF2B5EF4-FFF2-40B4-BE49-F238E27FC236}">
                      <a16:creationId xmlns:a16="http://schemas.microsoft.com/office/drawing/2014/main" id="{9D98288C-2C93-BD08-8795-C2CAE50870DE}"/>
                    </a:ext>
                  </a:extLst>
                </p14:cNvPr>
                <p14:cNvContentPartPr/>
                <p14:nvPr/>
              </p14:nvContentPartPr>
              <p14:xfrm>
                <a:off x="8622208" y="3818384"/>
                <a:ext cx="62640" cy="1624680"/>
              </p14:xfrm>
            </p:contentPart>
          </mc:Choice>
          <mc:Fallback xmlns="">
            <p:pic>
              <p:nvPicPr>
                <p:cNvPr id="156" name="Ink 155">
                  <a:extLst>
                    <a:ext uri="{FF2B5EF4-FFF2-40B4-BE49-F238E27FC236}">
                      <a16:creationId xmlns:a16="http://schemas.microsoft.com/office/drawing/2014/main" id="{9D98288C-2C93-BD08-8795-C2CAE50870DE}"/>
                    </a:ext>
                  </a:extLst>
                </p:cNvPr>
                <p:cNvPicPr/>
                <p:nvPr/>
              </p:nvPicPr>
              <p:blipFill>
                <a:blip r:embed="rId27"/>
                <a:stretch>
                  <a:fillRect/>
                </a:stretch>
              </p:blipFill>
              <p:spPr>
                <a:xfrm>
                  <a:off x="8574869" y="3530885"/>
                  <a:ext cx="157795" cy="220015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
              <p14:nvContentPartPr>
                <p14:cNvPr id="159" name="Ink 158">
                  <a:extLst>
                    <a:ext uri="{FF2B5EF4-FFF2-40B4-BE49-F238E27FC236}">
                      <a16:creationId xmlns:a16="http://schemas.microsoft.com/office/drawing/2014/main" id="{2A1699E5-67A4-7214-EBAD-08D3173348BA}"/>
                    </a:ext>
                  </a:extLst>
                </p14:cNvPr>
                <p14:cNvContentPartPr/>
                <p14:nvPr/>
              </p14:nvContentPartPr>
              <p14:xfrm>
                <a:off x="7492168" y="4531184"/>
                <a:ext cx="37080" cy="713160"/>
              </p14:xfrm>
            </p:contentPart>
          </mc:Choice>
          <mc:Fallback xmlns="">
            <p:pic>
              <p:nvPicPr>
                <p:cNvPr id="159" name="Ink 158">
                  <a:extLst>
                    <a:ext uri="{FF2B5EF4-FFF2-40B4-BE49-F238E27FC236}">
                      <a16:creationId xmlns:a16="http://schemas.microsoft.com/office/drawing/2014/main" id="{2A1699E5-67A4-7214-EBAD-08D3173348BA}"/>
                    </a:ext>
                  </a:extLst>
                </p:cNvPr>
                <p:cNvPicPr/>
                <p:nvPr/>
              </p:nvPicPr>
              <p:blipFill>
                <a:blip r:embed="rId29"/>
                <a:stretch>
                  <a:fillRect/>
                </a:stretch>
              </p:blipFill>
              <p:spPr>
                <a:xfrm>
                  <a:off x="7445105" y="4243232"/>
                  <a:ext cx="131682" cy="128858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
              <p14:nvContentPartPr>
                <p14:cNvPr id="162" name="Ink 161">
                  <a:extLst>
                    <a:ext uri="{FF2B5EF4-FFF2-40B4-BE49-F238E27FC236}">
                      <a16:creationId xmlns:a16="http://schemas.microsoft.com/office/drawing/2014/main" id="{12DC300B-B5F5-359B-4422-CC8984CB8467}"/>
                    </a:ext>
                  </a:extLst>
                </p14:cNvPr>
                <p14:cNvContentPartPr/>
                <p14:nvPr/>
              </p14:nvContentPartPr>
              <p14:xfrm>
                <a:off x="6977728" y="4777784"/>
                <a:ext cx="510480" cy="465480"/>
              </p14:xfrm>
            </p:contentPart>
          </mc:Choice>
          <mc:Fallback xmlns="">
            <p:pic>
              <p:nvPicPr>
                <p:cNvPr id="162" name="Ink 161">
                  <a:extLst>
                    <a:ext uri="{FF2B5EF4-FFF2-40B4-BE49-F238E27FC236}">
                      <a16:creationId xmlns:a16="http://schemas.microsoft.com/office/drawing/2014/main" id="{12DC300B-B5F5-359B-4422-CC8984CB8467}"/>
                    </a:ext>
                  </a:extLst>
                </p:cNvPr>
                <p:cNvPicPr/>
                <p:nvPr/>
              </p:nvPicPr>
              <p:blipFill>
                <a:blip r:embed="rId31"/>
                <a:stretch>
                  <a:fillRect/>
                </a:stretch>
              </p:blipFill>
              <p:spPr>
                <a:xfrm>
                  <a:off x="6930186" y="4489858"/>
                  <a:ext cx="606045" cy="104085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
              <p14:nvContentPartPr>
                <p14:cNvPr id="165" name="Ink 164">
                  <a:extLst>
                    <a:ext uri="{FF2B5EF4-FFF2-40B4-BE49-F238E27FC236}">
                      <a16:creationId xmlns:a16="http://schemas.microsoft.com/office/drawing/2014/main" id="{DEC3D91D-F90A-8C56-568A-18FBA5CEC704}"/>
                    </a:ext>
                  </a:extLst>
                </p14:cNvPr>
                <p14:cNvContentPartPr/>
                <p14:nvPr/>
              </p14:nvContentPartPr>
              <p14:xfrm>
                <a:off x="7310368" y="5002424"/>
                <a:ext cx="1615320" cy="612000"/>
              </p14:xfrm>
            </p:contentPart>
          </mc:Choice>
          <mc:Fallback xmlns="">
            <p:pic>
              <p:nvPicPr>
                <p:cNvPr id="165" name="Ink 164">
                  <a:extLst>
                    <a:ext uri="{FF2B5EF4-FFF2-40B4-BE49-F238E27FC236}">
                      <a16:creationId xmlns:a16="http://schemas.microsoft.com/office/drawing/2014/main" id="{DEC3D91D-F90A-8C56-568A-18FBA5CEC704}"/>
                    </a:ext>
                  </a:extLst>
                </p:cNvPr>
                <p:cNvPicPr/>
                <p:nvPr/>
              </p:nvPicPr>
              <p:blipFill>
                <a:blip r:embed="rId33"/>
                <a:stretch>
                  <a:fillRect/>
                </a:stretch>
              </p:blipFill>
              <p:spPr>
                <a:xfrm>
                  <a:off x="7262859" y="4714424"/>
                  <a:ext cx="1710819" cy="1187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
              <p14:nvContentPartPr>
                <p14:cNvPr id="166" name="Ink 165">
                  <a:extLst>
                    <a:ext uri="{FF2B5EF4-FFF2-40B4-BE49-F238E27FC236}">
                      <a16:creationId xmlns:a16="http://schemas.microsoft.com/office/drawing/2014/main" id="{001461D2-17AE-0A0F-71D1-FBB63DE41225}"/>
                    </a:ext>
                  </a:extLst>
                </p14:cNvPr>
                <p14:cNvContentPartPr/>
                <p14:nvPr/>
              </p14:nvContentPartPr>
              <p14:xfrm>
                <a:off x="8690968" y="4681664"/>
                <a:ext cx="1369800" cy="1254600"/>
              </p14:xfrm>
            </p:contentPart>
          </mc:Choice>
          <mc:Fallback xmlns="">
            <p:pic>
              <p:nvPicPr>
                <p:cNvPr id="166" name="Ink 165">
                  <a:extLst>
                    <a:ext uri="{FF2B5EF4-FFF2-40B4-BE49-F238E27FC236}">
                      <a16:creationId xmlns:a16="http://schemas.microsoft.com/office/drawing/2014/main" id="{001461D2-17AE-0A0F-71D1-FBB63DE41225}"/>
                    </a:ext>
                  </a:extLst>
                </p:cNvPr>
                <p:cNvPicPr/>
                <p:nvPr/>
              </p:nvPicPr>
              <p:blipFill>
                <a:blip r:embed="rId35"/>
                <a:stretch>
                  <a:fillRect/>
                </a:stretch>
              </p:blipFill>
              <p:spPr>
                <a:xfrm>
                  <a:off x="8642972" y="4393692"/>
                  <a:ext cx="1465312" cy="183006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6">
              <p14:nvContentPartPr>
                <p14:cNvPr id="169" name="Ink 168">
                  <a:extLst>
                    <a:ext uri="{FF2B5EF4-FFF2-40B4-BE49-F238E27FC236}">
                      <a16:creationId xmlns:a16="http://schemas.microsoft.com/office/drawing/2014/main" id="{D7C0620B-E865-2401-027A-E7A6916C2356}"/>
                    </a:ext>
                  </a:extLst>
                </p14:cNvPr>
                <p14:cNvContentPartPr/>
                <p14:nvPr/>
              </p14:nvContentPartPr>
              <p14:xfrm>
                <a:off x="6237208" y="5225984"/>
                <a:ext cx="741240" cy="1158120"/>
              </p14:xfrm>
            </p:contentPart>
          </mc:Choice>
          <mc:Fallback xmlns="">
            <p:pic>
              <p:nvPicPr>
                <p:cNvPr id="169" name="Ink 168">
                  <a:extLst>
                    <a:ext uri="{FF2B5EF4-FFF2-40B4-BE49-F238E27FC236}">
                      <a16:creationId xmlns:a16="http://schemas.microsoft.com/office/drawing/2014/main" id="{D7C0620B-E865-2401-027A-E7A6916C2356}"/>
                    </a:ext>
                  </a:extLst>
                </p:cNvPr>
                <p:cNvPicPr/>
                <p:nvPr/>
              </p:nvPicPr>
              <p:blipFill>
                <a:blip r:embed="rId37"/>
                <a:stretch>
                  <a:fillRect/>
                </a:stretch>
              </p:blipFill>
              <p:spPr>
                <a:xfrm>
                  <a:off x="6189200" y="4938014"/>
                  <a:ext cx="836775" cy="17335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8">
              <p14:nvContentPartPr>
                <p14:cNvPr id="180" name="Ink 179">
                  <a:extLst>
                    <a:ext uri="{FF2B5EF4-FFF2-40B4-BE49-F238E27FC236}">
                      <a16:creationId xmlns:a16="http://schemas.microsoft.com/office/drawing/2014/main" id="{44F2457B-7E6D-89C2-8F87-3A3833555A18}"/>
                    </a:ext>
                  </a:extLst>
                </p14:cNvPr>
                <p14:cNvContentPartPr/>
                <p14:nvPr/>
              </p14:nvContentPartPr>
              <p14:xfrm>
                <a:off x="5991688" y="5298344"/>
                <a:ext cx="243720" cy="893880"/>
              </p14:xfrm>
            </p:contentPart>
          </mc:Choice>
          <mc:Fallback xmlns="">
            <p:pic>
              <p:nvPicPr>
                <p:cNvPr id="180" name="Ink 179">
                  <a:extLst>
                    <a:ext uri="{FF2B5EF4-FFF2-40B4-BE49-F238E27FC236}">
                      <a16:creationId xmlns:a16="http://schemas.microsoft.com/office/drawing/2014/main" id="{44F2457B-7E6D-89C2-8F87-3A3833555A18}"/>
                    </a:ext>
                  </a:extLst>
                </p:cNvPr>
                <p:cNvPicPr/>
                <p:nvPr/>
              </p:nvPicPr>
              <p:blipFill>
                <a:blip r:embed="rId39"/>
                <a:stretch>
                  <a:fillRect/>
                </a:stretch>
              </p:blipFill>
              <p:spPr>
                <a:xfrm>
                  <a:off x="5943712" y="5010460"/>
                  <a:ext cx="339193" cy="1469168"/>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0">
              <p14:nvContentPartPr>
                <p14:cNvPr id="181" name="Ink 180">
                  <a:extLst>
                    <a:ext uri="{FF2B5EF4-FFF2-40B4-BE49-F238E27FC236}">
                      <a16:creationId xmlns:a16="http://schemas.microsoft.com/office/drawing/2014/main" id="{3C4FED4F-D2A6-DFA3-5A4C-AA287E53F00B}"/>
                    </a:ext>
                  </a:extLst>
                </p14:cNvPr>
                <p14:cNvContentPartPr/>
                <p14:nvPr/>
              </p14:nvContentPartPr>
              <p14:xfrm>
                <a:off x="9741448" y="5115104"/>
                <a:ext cx="37440" cy="258120"/>
              </p14:xfrm>
            </p:contentPart>
          </mc:Choice>
          <mc:Fallback xmlns="">
            <p:pic>
              <p:nvPicPr>
                <p:cNvPr id="181" name="Ink 180">
                  <a:extLst>
                    <a:ext uri="{FF2B5EF4-FFF2-40B4-BE49-F238E27FC236}">
                      <a16:creationId xmlns:a16="http://schemas.microsoft.com/office/drawing/2014/main" id="{3C4FED4F-D2A6-DFA3-5A4C-AA287E53F00B}"/>
                    </a:ext>
                  </a:extLst>
                </p:cNvPr>
                <p:cNvPicPr/>
                <p:nvPr/>
              </p:nvPicPr>
              <p:blipFill>
                <a:blip r:embed="rId41"/>
                <a:stretch>
                  <a:fillRect/>
                </a:stretch>
              </p:blipFill>
              <p:spPr>
                <a:xfrm>
                  <a:off x="9693448" y="4827238"/>
                  <a:ext cx="132960" cy="83337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2">
              <p14:nvContentPartPr>
                <p14:cNvPr id="5203" name="Ink 5202">
                  <a:extLst>
                    <a:ext uri="{FF2B5EF4-FFF2-40B4-BE49-F238E27FC236}">
                      <a16:creationId xmlns:a16="http://schemas.microsoft.com/office/drawing/2014/main" id="{1764F967-E96B-3D90-8FE5-4AB38158FA19}"/>
                    </a:ext>
                  </a:extLst>
                </p14:cNvPr>
                <p14:cNvContentPartPr/>
                <p14:nvPr/>
              </p14:nvContentPartPr>
              <p14:xfrm>
                <a:off x="8174368" y="3004064"/>
                <a:ext cx="60480" cy="40680"/>
              </p14:xfrm>
            </p:contentPart>
          </mc:Choice>
          <mc:Fallback xmlns="">
            <p:pic>
              <p:nvPicPr>
                <p:cNvPr id="5203" name="Ink 5202">
                  <a:extLst>
                    <a:ext uri="{FF2B5EF4-FFF2-40B4-BE49-F238E27FC236}">
                      <a16:creationId xmlns:a16="http://schemas.microsoft.com/office/drawing/2014/main" id="{1764F967-E96B-3D90-8FE5-4AB38158FA19}"/>
                    </a:ext>
                  </a:extLst>
                </p:cNvPr>
                <p:cNvPicPr/>
                <p:nvPr/>
              </p:nvPicPr>
              <p:blipFill>
                <a:blip r:embed="rId43"/>
                <a:stretch>
                  <a:fillRect/>
                </a:stretch>
              </p:blipFill>
              <p:spPr>
                <a:xfrm>
                  <a:off x="8126368" y="2716911"/>
                  <a:ext cx="156000" cy="61450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4">
              <p14:nvContentPartPr>
                <p14:cNvPr id="5206" name="Ink 5205">
                  <a:extLst>
                    <a:ext uri="{FF2B5EF4-FFF2-40B4-BE49-F238E27FC236}">
                      <a16:creationId xmlns:a16="http://schemas.microsoft.com/office/drawing/2014/main" id="{7FCC3F53-0533-729A-500A-1E18DB5C2666}"/>
                    </a:ext>
                  </a:extLst>
                </p14:cNvPr>
                <p14:cNvContentPartPr/>
                <p14:nvPr/>
              </p14:nvContentPartPr>
              <p14:xfrm>
                <a:off x="7120288" y="2923784"/>
                <a:ext cx="64080" cy="30600"/>
              </p14:xfrm>
            </p:contentPart>
          </mc:Choice>
          <mc:Fallback xmlns="">
            <p:pic>
              <p:nvPicPr>
                <p:cNvPr id="5206" name="Ink 5205">
                  <a:extLst>
                    <a:ext uri="{FF2B5EF4-FFF2-40B4-BE49-F238E27FC236}">
                      <a16:creationId xmlns:a16="http://schemas.microsoft.com/office/drawing/2014/main" id="{7FCC3F53-0533-729A-500A-1E18DB5C2666}"/>
                    </a:ext>
                  </a:extLst>
                </p:cNvPr>
                <p:cNvPicPr/>
                <p:nvPr/>
              </p:nvPicPr>
              <p:blipFill>
                <a:blip r:embed="rId45"/>
                <a:stretch>
                  <a:fillRect/>
                </a:stretch>
              </p:blipFill>
              <p:spPr>
                <a:xfrm>
                  <a:off x="7072108" y="2637387"/>
                  <a:ext cx="159959" cy="60387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6">
              <p14:nvContentPartPr>
                <p14:cNvPr id="5208" name="Ink 5207">
                  <a:extLst>
                    <a:ext uri="{FF2B5EF4-FFF2-40B4-BE49-F238E27FC236}">
                      <a16:creationId xmlns:a16="http://schemas.microsoft.com/office/drawing/2014/main" id="{48CB3BF7-C681-FD5C-9E1E-6A4FA789BCB0}"/>
                    </a:ext>
                  </a:extLst>
                </p14:cNvPr>
                <p14:cNvContentPartPr/>
                <p14:nvPr/>
              </p14:nvContentPartPr>
              <p14:xfrm>
                <a:off x="6890968" y="2890664"/>
                <a:ext cx="408600" cy="30600"/>
              </p14:xfrm>
            </p:contentPart>
          </mc:Choice>
          <mc:Fallback xmlns="">
            <p:pic>
              <p:nvPicPr>
                <p:cNvPr id="5208" name="Ink 5207">
                  <a:extLst>
                    <a:ext uri="{FF2B5EF4-FFF2-40B4-BE49-F238E27FC236}">
                      <a16:creationId xmlns:a16="http://schemas.microsoft.com/office/drawing/2014/main" id="{48CB3BF7-C681-FD5C-9E1E-6A4FA789BCB0}"/>
                    </a:ext>
                  </a:extLst>
                </p:cNvPr>
                <p:cNvPicPr/>
                <p:nvPr/>
              </p:nvPicPr>
              <p:blipFill>
                <a:blip r:embed="rId47"/>
                <a:stretch>
                  <a:fillRect/>
                </a:stretch>
              </p:blipFill>
              <p:spPr>
                <a:xfrm>
                  <a:off x="6843010" y="2603789"/>
                  <a:ext cx="504036" cy="60387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8">
              <p14:nvContentPartPr>
                <p14:cNvPr id="5213" name="Ink 5212">
                  <a:extLst>
                    <a:ext uri="{FF2B5EF4-FFF2-40B4-BE49-F238E27FC236}">
                      <a16:creationId xmlns:a16="http://schemas.microsoft.com/office/drawing/2014/main" id="{80C795C0-3A62-0F8C-10BB-5B71A994448C}"/>
                    </a:ext>
                  </a:extLst>
                </p14:cNvPr>
                <p14:cNvContentPartPr/>
                <p14:nvPr/>
              </p14:nvContentPartPr>
              <p14:xfrm>
                <a:off x="6900328" y="2928104"/>
                <a:ext cx="74160" cy="97560"/>
              </p14:xfrm>
            </p:contentPart>
          </mc:Choice>
          <mc:Fallback xmlns="">
            <p:pic>
              <p:nvPicPr>
                <p:cNvPr id="5213" name="Ink 5212">
                  <a:extLst>
                    <a:ext uri="{FF2B5EF4-FFF2-40B4-BE49-F238E27FC236}">
                      <a16:creationId xmlns:a16="http://schemas.microsoft.com/office/drawing/2014/main" id="{80C795C0-3A62-0F8C-10BB-5B71A994448C}"/>
                    </a:ext>
                  </a:extLst>
                </p:cNvPr>
                <p:cNvPicPr/>
                <p:nvPr/>
              </p:nvPicPr>
              <p:blipFill>
                <a:blip r:embed="rId49"/>
                <a:stretch>
                  <a:fillRect/>
                </a:stretch>
              </p:blipFill>
              <p:spPr>
                <a:xfrm>
                  <a:off x="6852172" y="2640230"/>
                  <a:ext cx="169990" cy="67378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0">
              <p14:nvContentPartPr>
                <p14:cNvPr id="5214" name="Ink 5213">
                  <a:extLst>
                    <a:ext uri="{FF2B5EF4-FFF2-40B4-BE49-F238E27FC236}">
                      <a16:creationId xmlns:a16="http://schemas.microsoft.com/office/drawing/2014/main" id="{A72E908E-0828-1530-570B-A91F1458F5ED}"/>
                    </a:ext>
                  </a:extLst>
                </p14:cNvPr>
                <p14:cNvContentPartPr/>
                <p14:nvPr/>
              </p14:nvContentPartPr>
              <p14:xfrm>
                <a:off x="7247728" y="2917304"/>
                <a:ext cx="74520" cy="97560"/>
              </p14:xfrm>
            </p:contentPart>
          </mc:Choice>
          <mc:Fallback xmlns="">
            <p:pic>
              <p:nvPicPr>
                <p:cNvPr id="5214" name="Ink 5213">
                  <a:extLst>
                    <a:ext uri="{FF2B5EF4-FFF2-40B4-BE49-F238E27FC236}">
                      <a16:creationId xmlns:a16="http://schemas.microsoft.com/office/drawing/2014/main" id="{A72E908E-0828-1530-570B-A91F1458F5ED}"/>
                    </a:ext>
                  </a:extLst>
                </p:cNvPr>
                <p:cNvPicPr/>
                <p:nvPr/>
              </p:nvPicPr>
              <p:blipFill>
                <a:blip r:embed="rId51"/>
                <a:stretch>
                  <a:fillRect/>
                </a:stretch>
              </p:blipFill>
              <p:spPr>
                <a:xfrm>
                  <a:off x="7199959" y="2628949"/>
                  <a:ext cx="169581" cy="67378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2">
              <p14:nvContentPartPr>
                <p14:cNvPr id="5217" name="Ink 5216">
                  <a:extLst>
                    <a:ext uri="{FF2B5EF4-FFF2-40B4-BE49-F238E27FC236}">
                      <a16:creationId xmlns:a16="http://schemas.microsoft.com/office/drawing/2014/main" id="{B652974E-C5F1-57A3-36A8-93A4A9B22122}"/>
                    </a:ext>
                  </a:extLst>
                </p14:cNvPr>
                <p14:cNvContentPartPr/>
                <p14:nvPr/>
              </p14:nvContentPartPr>
              <p14:xfrm>
                <a:off x="8022088" y="2992544"/>
                <a:ext cx="7200" cy="100800"/>
              </p14:xfrm>
            </p:contentPart>
          </mc:Choice>
          <mc:Fallback xmlns="">
            <p:pic>
              <p:nvPicPr>
                <p:cNvPr id="5217" name="Ink 5216">
                  <a:extLst>
                    <a:ext uri="{FF2B5EF4-FFF2-40B4-BE49-F238E27FC236}">
                      <a16:creationId xmlns:a16="http://schemas.microsoft.com/office/drawing/2014/main" id="{B652974E-C5F1-57A3-36A8-93A4A9B22122}"/>
                    </a:ext>
                  </a:extLst>
                </p:cNvPr>
                <p:cNvPicPr/>
                <p:nvPr/>
              </p:nvPicPr>
              <p:blipFill>
                <a:blip r:embed="rId53"/>
                <a:stretch>
                  <a:fillRect/>
                </a:stretch>
              </p:blipFill>
              <p:spPr>
                <a:xfrm>
                  <a:off x="7974568" y="2704544"/>
                  <a:ext cx="102720" cy="676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4">
              <p14:nvContentPartPr>
                <p14:cNvPr id="5218" name="Ink 5217">
                  <a:extLst>
                    <a:ext uri="{FF2B5EF4-FFF2-40B4-BE49-F238E27FC236}">
                      <a16:creationId xmlns:a16="http://schemas.microsoft.com/office/drawing/2014/main" id="{D5E1971C-FB91-F3C5-6E9A-E69CE1FAB735}"/>
                    </a:ext>
                  </a:extLst>
                </p14:cNvPr>
                <p14:cNvContentPartPr/>
                <p14:nvPr/>
              </p14:nvContentPartPr>
              <p14:xfrm>
                <a:off x="8366248" y="2968064"/>
                <a:ext cx="24120" cy="83880"/>
              </p14:xfrm>
            </p:contentPart>
          </mc:Choice>
          <mc:Fallback xmlns="">
            <p:pic>
              <p:nvPicPr>
                <p:cNvPr id="5218" name="Ink 5217">
                  <a:extLst>
                    <a:ext uri="{FF2B5EF4-FFF2-40B4-BE49-F238E27FC236}">
                      <a16:creationId xmlns:a16="http://schemas.microsoft.com/office/drawing/2014/main" id="{D5E1971C-FB91-F3C5-6E9A-E69CE1FAB735}"/>
                    </a:ext>
                  </a:extLst>
                </p:cNvPr>
                <p:cNvPicPr/>
                <p:nvPr/>
              </p:nvPicPr>
              <p:blipFill>
                <a:blip r:embed="rId55"/>
                <a:stretch>
                  <a:fillRect/>
                </a:stretch>
              </p:blipFill>
              <p:spPr>
                <a:xfrm>
                  <a:off x="8318490" y="2680475"/>
                  <a:ext cx="120118" cy="658578"/>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56">
            <p14:nvContentPartPr>
              <p14:cNvPr id="5242" name="Ink 5241">
                <a:extLst>
                  <a:ext uri="{FF2B5EF4-FFF2-40B4-BE49-F238E27FC236}">
                    <a16:creationId xmlns:a16="http://schemas.microsoft.com/office/drawing/2014/main" id="{204DF63B-7B65-DDEC-C126-E6E62D451B3F}"/>
                  </a:ext>
                </a:extLst>
              </p14:cNvPr>
              <p14:cNvContentPartPr/>
              <p14:nvPr/>
            </p14:nvContentPartPr>
            <p14:xfrm>
              <a:off x="2938992" y="3980135"/>
              <a:ext cx="479790" cy="222750"/>
            </p14:xfrm>
          </p:contentPart>
        </mc:Choice>
        <mc:Fallback xmlns="">
          <p:pic>
            <p:nvPicPr>
              <p:cNvPr id="5242" name="Ink 5241">
                <a:extLst>
                  <a:ext uri="{FF2B5EF4-FFF2-40B4-BE49-F238E27FC236}">
                    <a16:creationId xmlns:a16="http://schemas.microsoft.com/office/drawing/2014/main" id="{204DF63B-7B65-DDEC-C126-E6E62D451B3F}"/>
                  </a:ext>
                </a:extLst>
              </p:cNvPr>
              <p:cNvPicPr/>
              <p:nvPr/>
            </p:nvPicPr>
            <p:blipFill>
              <a:blip r:embed="rId57"/>
              <a:stretch>
                <a:fillRect/>
              </a:stretch>
            </p:blipFill>
            <p:spPr>
              <a:xfrm>
                <a:off x="2903359" y="3764222"/>
                <a:ext cx="551417" cy="654216"/>
              </a:xfrm>
              <a:prstGeom prst="rect">
                <a:avLst/>
              </a:prstGeom>
            </p:spPr>
          </p:pic>
        </mc:Fallback>
      </mc:AlternateContent>
      <p:grpSp>
        <p:nvGrpSpPr>
          <p:cNvPr id="5258" name="Group 5257">
            <a:extLst>
              <a:ext uri="{FF2B5EF4-FFF2-40B4-BE49-F238E27FC236}">
                <a16:creationId xmlns:a16="http://schemas.microsoft.com/office/drawing/2014/main" id="{566F62EC-F157-5121-881B-F875944EE916}"/>
              </a:ext>
            </a:extLst>
          </p:cNvPr>
          <p:cNvGrpSpPr/>
          <p:nvPr/>
        </p:nvGrpSpPr>
        <p:grpSpPr>
          <a:xfrm>
            <a:off x="3085062" y="3666395"/>
            <a:ext cx="311040" cy="343710"/>
            <a:chOff x="4113416" y="4888527"/>
            <a:chExt cx="414720" cy="458280"/>
          </a:xfrm>
        </p:grpSpPr>
        <mc:AlternateContent xmlns:mc="http://schemas.openxmlformats.org/markup-compatibility/2006" xmlns:p14="http://schemas.microsoft.com/office/powerpoint/2010/main" xmlns:aink="http://schemas.microsoft.com/office/drawing/2016/ink">
          <mc:Choice Requires="p14 aink">
            <p:contentPart p14:bwMode="auto" r:id="rId58">
              <p14:nvContentPartPr>
                <p14:cNvPr id="5255" name="Ink 5254">
                  <a:extLst>
                    <a:ext uri="{FF2B5EF4-FFF2-40B4-BE49-F238E27FC236}">
                      <a16:creationId xmlns:a16="http://schemas.microsoft.com/office/drawing/2014/main" id="{56CC5F58-BB49-F4A2-C4DC-7C0CDC7720A2}"/>
                    </a:ext>
                  </a:extLst>
                </p14:cNvPr>
                <p14:cNvContentPartPr/>
                <p14:nvPr/>
              </p14:nvContentPartPr>
              <p14:xfrm>
                <a:off x="4113416" y="5008047"/>
                <a:ext cx="125640" cy="338760"/>
              </p14:xfrm>
            </p:contentPart>
          </mc:Choice>
          <mc:Fallback xmlns="">
            <p:pic>
              <p:nvPicPr>
                <p:cNvPr id="5255" name="Ink 5254">
                  <a:extLst>
                    <a:ext uri="{FF2B5EF4-FFF2-40B4-BE49-F238E27FC236}">
                      <a16:creationId xmlns:a16="http://schemas.microsoft.com/office/drawing/2014/main" id="{56CC5F58-BB49-F4A2-C4DC-7C0CDC7720A2}"/>
                    </a:ext>
                  </a:extLst>
                </p:cNvPr>
                <p:cNvPicPr/>
                <p:nvPr/>
              </p:nvPicPr>
              <p:blipFill>
                <a:blip r:embed="rId59"/>
                <a:stretch>
                  <a:fillRect/>
                </a:stretch>
              </p:blipFill>
              <p:spPr>
                <a:xfrm>
                  <a:off x="4065462" y="4720149"/>
                  <a:ext cx="221069" cy="91407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0">
              <p14:nvContentPartPr>
                <p14:cNvPr id="5256" name="Ink 5255">
                  <a:extLst>
                    <a:ext uri="{FF2B5EF4-FFF2-40B4-BE49-F238E27FC236}">
                      <a16:creationId xmlns:a16="http://schemas.microsoft.com/office/drawing/2014/main" id="{BC97EE0F-D7A0-DD52-68FA-2DF5A40E23BD}"/>
                    </a:ext>
                  </a:extLst>
                </p14:cNvPr>
                <p14:cNvContentPartPr/>
                <p14:nvPr/>
              </p14:nvContentPartPr>
              <p14:xfrm>
                <a:off x="4389536" y="4888527"/>
                <a:ext cx="138600" cy="450720"/>
              </p14:xfrm>
            </p:contentPart>
          </mc:Choice>
          <mc:Fallback xmlns="">
            <p:pic>
              <p:nvPicPr>
                <p:cNvPr id="5256" name="Ink 5255">
                  <a:extLst>
                    <a:ext uri="{FF2B5EF4-FFF2-40B4-BE49-F238E27FC236}">
                      <a16:creationId xmlns:a16="http://schemas.microsoft.com/office/drawing/2014/main" id="{BC97EE0F-D7A0-DD52-68FA-2DF5A40E23BD}"/>
                    </a:ext>
                  </a:extLst>
                </p:cNvPr>
                <p:cNvPicPr/>
                <p:nvPr/>
              </p:nvPicPr>
              <p:blipFill>
                <a:blip r:embed="rId61"/>
                <a:stretch>
                  <a:fillRect/>
                </a:stretch>
              </p:blipFill>
              <p:spPr>
                <a:xfrm>
                  <a:off x="4341578" y="4600833"/>
                  <a:ext cx="234037" cy="1025628"/>
                </a:xfrm>
                <a:prstGeom prst="rect">
                  <a:avLst/>
                </a:prstGeom>
              </p:spPr>
            </p:pic>
          </mc:Fallback>
        </mc:AlternateContent>
      </p:grpSp>
      <p:grpSp>
        <p:nvGrpSpPr>
          <p:cNvPr id="5262" name="Group 5261">
            <a:extLst>
              <a:ext uri="{FF2B5EF4-FFF2-40B4-BE49-F238E27FC236}">
                <a16:creationId xmlns:a16="http://schemas.microsoft.com/office/drawing/2014/main" id="{1F613AA3-F64E-CE5B-41C6-2B99FDC644EA}"/>
              </a:ext>
            </a:extLst>
          </p:cNvPr>
          <p:cNvGrpSpPr/>
          <p:nvPr/>
        </p:nvGrpSpPr>
        <p:grpSpPr>
          <a:xfrm>
            <a:off x="3397452" y="4542275"/>
            <a:ext cx="247590" cy="307800"/>
            <a:chOff x="4529936" y="6056367"/>
            <a:chExt cx="330120" cy="410400"/>
          </a:xfrm>
        </p:grpSpPr>
        <mc:AlternateContent xmlns:mc="http://schemas.openxmlformats.org/markup-compatibility/2006" xmlns:p14="http://schemas.microsoft.com/office/powerpoint/2010/main" xmlns:aink="http://schemas.microsoft.com/office/drawing/2016/ink">
          <mc:Choice Requires="p14 aink">
            <p:contentPart p14:bwMode="auto" r:id="rId62">
              <p14:nvContentPartPr>
                <p14:cNvPr id="5259" name="Ink 5258">
                  <a:extLst>
                    <a:ext uri="{FF2B5EF4-FFF2-40B4-BE49-F238E27FC236}">
                      <a16:creationId xmlns:a16="http://schemas.microsoft.com/office/drawing/2014/main" id="{34636F8C-DB6E-E72B-807C-1B5F5CB963F9}"/>
                    </a:ext>
                  </a:extLst>
                </p14:cNvPr>
                <p14:cNvContentPartPr/>
                <p14:nvPr/>
              </p14:nvContentPartPr>
              <p14:xfrm>
                <a:off x="4529936" y="6149607"/>
                <a:ext cx="121320" cy="317160"/>
              </p14:xfrm>
            </p:contentPart>
          </mc:Choice>
          <mc:Fallback xmlns="">
            <p:pic>
              <p:nvPicPr>
                <p:cNvPr id="5259" name="Ink 5258">
                  <a:extLst>
                    <a:ext uri="{FF2B5EF4-FFF2-40B4-BE49-F238E27FC236}">
                      <a16:creationId xmlns:a16="http://schemas.microsoft.com/office/drawing/2014/main" id="{34636F8C-DB6E-E72B-807C-1B5F5CB963F9}"/>
                    </a:ext>
                  </a:extLst>
                </p:cNvPr>
                <p:cNvPicPr/>
                <p:nvPr/>
              </p:nvPicPr>
              <p:blipFill>
                <a:blip r:embed="rId63"/>
                <a:stretch>
                  <a:fillRect/>
                </a:stretch>
              </p:blipFill>
              <p:spPr>
                <a:xfrm>
                  <a:off x="4481983" y="5861716"/>
                  <a:ext cx="216746" cy="89246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4">
              <p14:nvContentPartPr>
                <p14:cNvPr id="5260" name="Ink 5259">
                  <a:extLst>
                    <a:ext uri="{FF2B5EF4-FFF2-40B4-BE49-F238E27FC236}">
                      <a16:creationId xmlns:a16="http://schemas.microsoft.com/office/drawing/2014/main" id="{B5844B68-9ADD-2EBF-4EAD-075F97CE3800}"/>
                    </a:ext>
                  </a:extLst>
                </p14:cNvPr>
                <p14:cNvContentPartPr/>
                <p14:nvPr/>
              </p14:nvContentPartPr>
              <p14:xfrm>
                <a:off x="4715696" y="6056367"/>
                <a:ext cx="144360" cy="380520"/>
              </p14:xfrm>
            </p:contentPart>
          </mc:Choice>
          <mc:Fallback xmlns="">
            <p:pic>
              <p:nvPicPr>
                <p:cNvPr id="5260" name="Ink 5259">
                  <a:extLst>
                    <a:ext uri="{FF2B5EF4-FFF2-40B4-BE49-F238E27FC236}">
                      <a16:creationId xmlns:a16="http://schemas.microsoft.com/office/drawing/2014/main" id="{B5844B68-9ADD-2EBF-4EAD-075F97CE3800}"/>
                    </a:ext>
                  </a:extLst>
                </p:cNvPr>
                <p:cNvPicPr/>
                <p:nvPr/>
              </p:nvPicPr>
              <p:blipFill>
                <a:blip r:embed="rId65"/>
                <a:stretch>
                  <a:fillRect/>
                </a:stretch>
              </p:blipFill>
              <p:spPr>
                <a:xfrm>
                  <a:off x="4668215" y="5768458"/>
                  <a:ext cx="239801" cy="955859"/>
                </a:xfrm>
                <a:prstGeom prst="rect">
                  <a:avLst/>
                </a:prstGeom>
              </p:spPr>
            </p:pic>
          </mc:Fallback>
        </mc:AlternateContent>
      </p:grpSp>
      <p:grpSp>
        <p:nvGrpSpPr>
          <p:cNvPr id="5287" name="Group 5286">
            <a:extLst>
              <a:ext uri="{FF2B5EF4-FFF2-40B4-BE49-F238E27FC236}">
                <a16:creationId xmlns:a16="http://schemas.microsoft.com/office/drawing/2014/main" id="{F0F9A789-5558-A345-896E-800442CBCAA9}"/>
              </a:ext>
            </a:extLst>
          </p:cNvPr>
          <p:cNvGrpSpPr/>
          <p:nvPr/>
        </p:nvGrpSpPr>
        <p:grpSpPr>
          <a:xfrm>
            <a:off x="2946012" y="3869705"/>
            <a:ext cx="635040" cy="1027890"/>
            <a:chOff x="3928016" y="5159607"/>
            <a:chExt cx="846720" cy="1370520"/>
          </a:xfrm>
        </p:grpSpPr>
        <mc:AlternateContent xmlns:mc="http://schemas.openxmlformats.org/markup-compatibility/2006" xmlns:p14="http://schemas.microsoft.com/office/powerpoint/2010/main" xmlns:aink="http://schemas.microsoft.com/office/drawing/2016/ink">
          <mc:Choice Requires="p14 aink">
            <p:contentPart p14:bwMode="auto" r:id="rId66">
              <p14:nvContentPartPr>
                <p14:cNvPr id="5244" name="Ink 5243">
                  <a:extLst>
                    <a:ext uri="{FF2B5EF4-FFF2-40B4-BE49-F238E27FC236}">
                      <a16:creationId xmlns:a16="http://schemas.microsoft.com/office/drawing/2014/main" id="{DC094AF7-80CA-F7AD-5AD6-EE5929B44694}"/>
                    </a:ext>
                  </a:extLst>
                </p14:cNvPr>
                <p14:cNvContentPartPr/>
                <p14:nvPr/>
              </p14:nvContentPartPr>
              <p14:xfrm>
                <a:off x="4145456" y="5315847"/>
                <a:ext cx="536760" cy="239040"/>
              </p14:xfrm>
            </p:contentPart>
          </mc:Choice>
          <mc:Fallback xmlns="">
            <p:pic>
              <p:nvPicPr>
                <p:cNvPr id="5244" name="Ink 5243">
                  <a:extLst>
                    <a:ext uri="{FF2B5EF4-FFF2-40B4-BE49-F238E27FC236}">
                      <a16:creationId xmlns:a16="http://schemas.microsoft.com/office/drawing/2014/main" id="{DC094AF7-80CA-F7AD-5AD6-EE5929B44694}"/>
                    </a:ext>
                  </a:extLst>
                </p:cNvPr>
                <p:cNvPicPr/>
                <p:nvPr/>
              </p:nvPicPr>
              <p:blipFill>
                <a:blip r:embed="rId67"/>
                <a:stretch>
                  <a:fillRect/>
                </a:stretch>
              </p:blipFill>
              <p:spPr>
                <a:xfrm>
                  <a:off x="4097488" y="5028327"/>
                  <a:ext cx="632216" cy="814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8">
              <p14:nvContentPartPr>
                <p14:cNvPr id="5245" name="Ink 5244">
                  <a:extLst>
                    <a:ext uri="{FF2B5EF4-FFF2-40B4-BE49-F238E27FC236}">
                      <a16:creationId xmlns:a16="http://schemas.microsoft.com/office/drawing/2014/main" id="{52E06B3D-29A2-E6B3-C957-C0DE26450220}"/>
                    </a:ext>
                  </a:extLst>
                </p14:cNvPr>
                <p14:cNvContentPartPr/>
                <p14:nvPr/>
              </p14:nvContentPartPr>
              <p14:xfrm>
                <a:off x="4233296" y="5548767"/>
                <a:ext cx="513000" cy="193320"/>
              </p14:xfrm>
            </p:contentPart>
          </mc:Choice>
          <mc:Fallback xmlns="">
            <p:pic>
              <p:nvPicPr>
                <p:cNvPr id="5245" name="Ink 5244">
                  <a:extLst>
                    <a:ext uri="{FF2B5EF4-FFF2-40B4-BE49-F238E27FC236}">
                      <a16:creationId xmlns:a16="http://schemas.microsoft.com/office/drawing/2014/main" id="{52E06B3D-29A2-E6B3-C957-C0DE26450220}"/>
                    </a:ext>
                  </a:extLst>
                </p:cNvPr>
                <p:cNvPicPr/>
                <p:nvPr/>
              </p:nvPicPr>
              <p:blipFill>
                <a:blip r:embed="rId69"/>
                <a:stretch>
                  <a:fillRect/>
                </a:stretch>
              </p:blipFill>
              <p:spPr>
                <a:xfrm>
                  <a:off x="4185307" y="5260946"/>
                  <a:ext cx="608498" cy="76848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0">
              <p14:nvContentPartPr>
                <p14:cNvPr id="5246" name="Ink 5245">
                  <a:extLst>
                    <a:ext uri="{FF2B5EF4-FFF2-40B4-BE49-F238E27FC236}">
                      <a16:creationId xmlns:a16="http://schemas.microsoft.com/office/drawing/2014/main" id="{759733DB-1A7C-C262-6EF6-6B96F7051995}"/>
                    </a:ext>
                  </a:extLst>
                </p14:cNvPr>
                <p14:cNvContentPartPr/>
                <p14:nvPr/>
              </p14:nvContentPartPr>
              <p14:xfrm>
                <a:off x="4235816" y="5766927"/>
                <a:ext cx="450720" cy="144360"/>
              </p14:xfrm>
            </p:contentPart>
          </mc:Choice>
          <mc:Fallback xmlns="">
            <p:pic>
              <p:nvPicPr>
                <p:cNvPr id="5246" name="Ink 5245">
                  <a:extLst>
                    <a:ext uri="{FF2B5EF4-FFF2-40B4-BE49-F238E27FC236}">
                      <a16:creationId xmlns:a16="http://schemas.microsoft.com/office/drawing/2014/main" id="{759733DB-1A7C-C262-6EF6-6B96F7051995}"/>
                    </a:ext>
                  </a:extLst>
                </p:cNvPr>
                <p:cNvPicPr/>
                <p:nvPr/>
              </p:nvPicPr>
              <p:blipFill>
                <a:blip r:embed="rId71"/>
                <a:stretch>
                  <a:fillRect/>
                </a:stretch>
              </p:blipFill>
              <p:spPr>
                <a:xfrm>
                  <a:off x="4187816" y="5479166"/>
                  <a:ext cx="546240" cy="71940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2">
              <p14:nvContentPartPr>
                <p14:cNvPr id="5247" name="Ink 5246">
                  <a:extLst>
                    <a:ext uri="{FF2B5EF4-FFF2-40B4-BE49-F238E27FC236}">
                      <a16:creationId xmlns:a16="http://schemas.microsoft.com/office/drawing/2014/main" id="{CC7B272A-50B3-95E6-C313-BE5D4C1C6C58}"/>
                    </a:ext>
                  </a:extLst>
                </p14:cNvPr>
                <p14:cNvContentPartPr/>
                <p14:nvPr/>
              </p14:nvContentPartPr>
              <p14:xfrm>
                <a:off x="4383416" y="5884287"/>
                <a:ext cx="391320" cy="272520"/>
              </p14:xfrm>
            </p:contentPart>
          </mc:Choice>
          <mc:Fallback xmlns="">
            <p:pic>
              <p:nvPicPr>
                <p:cNvPr id="5247" name="Ink 5246">
                  <a:extLst>
                    <a:ext uri="{FF2B5EF4-FFF2-40B4-BE49-F238E27FC236}">
                      <a16:creationId xmlns:a16="http://schemas.microsoft.com/office/drawing/2014/main" id="{CC7B272A-50B3-95E6-C313-BE5D4C1C6C58}"/>
                    </a:ext>
                  </a:extLst>
                </p:cNvPr>
                <p:cNvPicPr/>
                <p:nvPr/>
              </p:nvPicPr>
              <p:blipFill>
                <a:blip r:embed="rId73"/>
                <a:stretch>
                  <a:fillRect/>
                </a:stretch>
              </p:blipFill>
              <p:spPr>
                <a:xfrm>
                  <a:off x="4335401" y="5596894"/>
                  <a:ext cx="486869" cy="84778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4">
              <p14:nvContentPartPr>
                <p14:cNvPr id="5248" name="Ink 5247">
                  <a:extLst>
                    <a:ext uri="{FF2B5EF4-FFF2-40B4-BE49-F238E27FC236}">
                      <a16:creationId xmlns:a16="http://schemas.microsoft.com/office/drawing/2014/main" id="{C6D45278-FEE3-A3D8-D05C-46733EC98840}"/>
                    </a:ext>
                  </a:extLst>
                </p14:cNvPr>
                <p14:cNvContentPartPr/>
                <p14:nvPr/>
              </p14:nvContentPartPr>
              <p14:xfrm>
                <a:off x="3951056" y="5594127"/>
                <a:ext cx="573480" cy="579240"/>
              </p14:xfrm>
            </p:contentPart>
          </mc:Choice>
          <mc:Fallback xmlns="">
            <p:pic>
              <p:nvPicPr>
                <p:cNvPr id="5248" name="Ink 5247">
                  <a:extLst>
                    <a:ext uri="{FF2B5EF4-FFF2-40B4-BE49-F238E27FC236}">
                      <a16:creationId xmlns:a16="http://schemas.microsoft.com/office/drawing/2014/main" id="{C6D45278-FEE3-A3D8-D05C-46733EC98840}"/>
                    </a:ext>
                  </a:extLst>
                </p:cNvPr>
                <p:cNvPicPr/>
                <p:nvPr/>
              </p:nvPicPr>
              <p:blipFill>
                <a:blip r:embed="rId75"/>
                <a:stretch>
                  <a:fillRect/>
                </a:stretch>
              </p:blipFill>
              <p:spPr>
                <a:xfrm>
                  <a:off x="3903546" y="5306187"/>
                  <a:ext cx="668980" cy="115464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6">
              <p14:nvContentPartPr>
                <p14:cNvPr id="5269" name="Ink 5268">
                  <a:extLst>
                    <a:ext uri="{FF2B5EF4-FFF2-40B4-BE49-F238E27FC236}">
                      <a16:creationId xmlns:a16="http://schemas.microsoft.com/office/drawing/2014/main" id="{77DCF295-EC5A-51E4-537B-54CBFBC05993}"/>
                    </a:ext>
                  </a:extLst>
                </p14:cNvPr>
                <p14:cNvContentPartPr/>
                <p14:nvPr/>
              </p14:nvContentPartPr>
              <p14:xfrm>
                <a:off x="4143656" y="6086247"/>
                <a:ext cx="46440" cy="443880"/>
              </p14:xfrm>
            </p:contentPart>
          </mc:Choice>
          <mc:Fallback xmlns="">
            <p:pic>
              <p:nvPicPr>
                <p:cNvPr id="5269" name="Ink 5268">
                  <a:extLst>
                    <a:ext uri="{FF2B5EF4-FFF2-40B4-BE49-F238E27FC236}">
                      <a16:creationId xmlns:a16="http://schemas.microsoft.com/office/drawing/2014/main" id="{77DCF295-EC5A-51E4-537B-54CBFBC05993}"/>
                    </a:ext>
                  </a:extLst>
                </p:cNvPr>
                <p:cNvPicPr/>
                <p:nvPr/>
              </p:nvPicPr>
              <p:blipFill>
                <a:blip r:embed="rId77"/>
                <a:stretch>
                  <a:fillRect/>
                </a:stretch>
              </p:blipFill>
              <p:spPr>
                <a:xfrm>
                  <a:off x="4095780" y="5798325"/>
                  <a:ext cx="141714" cy="101924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8">
              <p14:nvContentPartPr>
                <p14:cNvPr id="5272" name="Ink 5271">
                  <a:extLst>
                    <a:ext uri="{FF2B5EF4-FFF2-40B4-BE49-F238E27FC236}">
                      <a16:creationId xmlns:a16="http://schemas.microsoft.com/office/drawing/2014/main" id="{7B97D1CE-CC00-77FF-10AF-0E637588F024}"/>
                    </a:ext>
                  </a:extLst>
                </p14:cNvPr>
                <p14:cNvContentPartPr/>
                <p14:nvPr/>
              </p14:nvContentPartPr>
              <p14:xfrm>
                <a:off x="4500776" y="6179127"/>
                <a:ext cx="112680" cy="302760"/>
              </p14:xfrm>
            </p:contentPart>
          </mc:Choice>
          <mc:Fallback xmlns="">
            <p:pic>
              <p:nvPicPr>
                <p:cNvPr id="5272" name="Ink 5271">
                  <a:extLst>
                    <a:ext uri="{FF2B5EF4-FFF2-40B4-BE49-F238E27FC236}">
                      <a16:creationId xmlns:a16="http://schemas.microsoft.com/office/drawing/2014/main" id="{7B97D1CE-CC00-77FF-10AF-0E637588F024}"/>
                    </a:ext>
                  </a:extLst>
                </p:cNvPr>
                <p:cNvPicPr/>
                <p:nvPr/>
              </p:nvPicPr>
              <p:blipFill>
                <a:blip r:embed="rId79"/>
                <a:stretch>
                  <a:fillRect/>
                </a:stretch>
              </p:blipFill>
              <p:spPr>
                <a:xfrm>
                  <a:off x="4453307" y="5891241"/>
                  <a:ext cx="208098" cy="87805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0">
              <p14:nvContentPartPr>
                <p14:cNvPr id="5285" name="Ink 5284">
                  <a:extLst>
                    <a:ext uri="{FF2B5EF4-FFF2-40B4-BE49-F238E27FC236}">
                      <a16:creationId xmlns:a16="http://schemas.microsoft.com/office/drawing/2014/main" id="{C2FD227C-F93C-9F10-55CF-F21AB0522AA1}"/>
                    </a:ext>
                  </a:extLst>
                </p14:cNvPr>
                <p14:cNvContentPartPr/>
                <p14:nvPr/>
              </p14:nvContentPartPr>
              <p14:xfrm>
                <a:off x="3928016" y="5159607"/>
                <a:ext cx="218520" cy="360360"/>
              </p14:xfrm>
            </p:contentPart>
          </mc:Choice>
          <mc:Fallback xmlns="">
            <p:pic>
              <p:nvPicPr>
                <p:cNvPr id="5285" name="Ink 5284">
                  <a:extLst>
                    <a:ext uri="{FF2B5EF4-FFF2-40B4-BE49-F238E27FC236}">
                      <a16:creationId xmlns:a16="http://schemas.microsoft.com/office/drawing/2014/main" id="{C2FD227C-F93C-9F10-55CF-F21AB0522AA1}"/>
                    </a:ext>
                  </a:extLst>
                </p:cNvPr>
                <p:cNvPicPr/>
                <p:nvPr/>
              </p:nvPicPr>
              <p:blipFill>
                <a:blip r:embed="rId81"/>
                <a:stretch>
                  <a:fillRect/>
                </a:stretch>
              </p:blipFill>
              <p:spPr>
                <a:xfrm>
                  <a:off x="3880470" y="4871703"/>
                  <a:ext cx="314092" cy="935688"/>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82">
            <p14:nvContentPartPr>
              <p14:cNvPr id="5296" name="Ink 5295">
                <a:extLst>
                  <a:ext uri="{FF2B5EF4-FFF2-40B4-BE49-F238E27FC236}">
                    <a16:creationId xmlns:a16="http://schemas.microsoft.com/office/drawing/2014/main" id="{6694B24C-2012-FEC8-7EEF-865BE1EC92FC}"/>
                  </a:ext>
                </a:extLst>
              </p14:cNvPr>
              <p14:cNvContentPartPr/>
              <p14:nvPr/>
            </p14:nvContentPartPr>
            <p14:xfrm>
              <a:off x="5599572" y="965855"/>
              <a:ext cx="548910" cy="456030"/>
            </p14:xfrm>
          </p:contentPart>
        </mc:Choice>
        <mc:Fallback xmlns="">
          <p:pic>
            <p:nvPicPr>
              <p:cNvPr id="5296" name="Ink 5295">
                <a:extLst>
                  <a:ext uri="{FF2B5EF4-FFF2-40B4-BE49-F238E27FC236}">
                    <a16:creationId xmlns:a16="http://schemas.microsoft.com/office/drawing/2014/main" id="{6694B24C-2012-FEC8-7EEF-865BE1EC92FC}"/>
                  </a:ext>
                </a:extLst>
              </p:cNvPr>
              <p:cNvPicPr/>
              <p:nvPr/>
            </p:nvPicPr>
            <p:blipFill>
              <a:blip r:embed="rId83"/>
              <a:stretch>
                <a:fillRect/>
              </a:stretch>
            </p:blipFill>
            <p:spPr>
              <a:xfrm>
                <a:off x="5563938" y="750258"/>
                <a:ext cx="620538" cy="887585"/>
              </a:xfrm>
              <a:prstGeom prst="rect">
                <a:avLst/>
              </a:prstGeom>
            </p:spPr>
          </p:pic>
        </mc:Fallback>
      </mc:AlternateContent>
      <p:grpSp>
        <p:nvGrpSpPr>
          <p:cNvPr id="5308" name="Group 5307">
            <a:extLst>
              <a:ext uri="{FF2B5EF4-FFF2-40B4-BE49-F238E27FC236}">
                <a16:creationId xmlns:a16="http://schemas.microsoft.com/office/drawing/2014/main" id="{9758645F-612B-E4E2-410A-548BEA80FFA5}"/>
              </a:ext>
            </a:extLst>
          </p:cNvPr>
          <p:cNvGrpSpPr/>
          <p:nvPr/>
        </p:nvGrpSpPr>
        <p:grpSpPr>
          <a:xfrm>
            <a:off x="4631352" y="731495"/>
            <a:ext cx="2756970" cy="3411450"/>
            <a:chOff x="6175136" y="975327"/>
            <a:chExt cx="3675960" cy="4548600"/>
          </a:xfrm>
        </p:grpSpPr>
        <mc:AlternateContent xmlns:mc="http://schemas.openxmlformats.org/markup-compatibility/2006" xmlns:p14="http://schemas.microsoft.com/office/powerpoint/2010/main" xmlns:aink="http://schemas.microsoft.com/office/drawing/2016/ink">
          <mc:Choice Requires="p14 aink">
            <p:contentPart p14:bwMode="auto" r:id="rId84">
              <p14:nvContentPartPr>
                <p14:cNvPr id="5292" name="Ink 5291">
                  <a:extLst>
                    <a:ext uri="{FF2B5EF4-FFF2-40B4-BE49-F238E27FC236}">
                      <a16:creationId xmlns:a16="http://schemas.microsoft.com/office/drawing/2014/main" id="{B198F2FF-38D0-7E41-B021-80CEFC83ECEF}"/>
                    </a:ext>
                  </a:extLst>
                </p14:cNvPr>
                <p14:cNvContentPartPr/>
                <p14:nvPr/>
              </p14:nvContentPartPr>
              <p14:xfrm>
                <a:off x="6270896" y="2005647"/>
                <a:ext cx="2577960" cy="559080"/>
              </p14:xfrm>
            </p:contentPart>
          </mc:Choice>
          <mc:Fallback xmlns="">
            <p:pic>
              <p:nvPicPr>
                <p:cNvPr id="5292" name="Ink 5291">
                  <a:extLst>
                    <a:ext uri="{FF2B5EF4-FFF2-40B4-BE49-F238E27FC236}">
                      <a16:creationId xmlns:a16="http://schemas.microsoft.com/office/drawing/2014/main" id="{B198F2FF-38D0-7E41-B021-80CEFC83ECEF}"/>
                    </a:ext>
                  </a:extLst>
                </p:cNvPr>
                <p:cNvPicPr/>
                <p:nvPr/>
              </p:nvPicPr>
              <p:blipFill>
                <a:blip r:embed="rId85"/>
                <a:stretch>
                  <a:fillRect/>
                </a:stretch>
              </p:blipFill>
              <p:spPr>
                <a:xfrm>
                  <a:off x="6222898" y="1718189"/>
                  <a:ext cx="2673476" cy="113447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6">
              <p14:nvContentPartPr>
                <p14:cNvPr id="5295" name="Ink 5294">
                  <a:extLst>
                    <a:ext uri="{FF2B5EF4-FFF2-40B4-BE49-F238E27FC236}">
                      <a16:creationId xmlns:a16="http://schemas.microsoft.com/office/drawing/2014/main" id="{DA2C1754-DA82-D249-7185-107F3050AB87}"/>
                    </a:ext>
                  </a:extLst>
                </p14:cNvPr>
                <p14:cNvContentPartPr/>
                <p14:nvPr/>
              </p14:nvContentPartPr>
              <p14:xfrm>
                <a:off x="7632056" y="1299687"/>
                <a:ext cx="302760" cy="23400"/>
              </p14:xfrm>
            </p:contentPart>
          </mc:Choice>
          <mc:Fallback xmlns="">
            <p:pic>
              <p:nvPicPr>
                <p:cNvPr id="5295" name="Ink 5294">
                  <a:extLst>
                    <a:ext uri="{FF2B5EF4-FFF2-40B4-BE49-F238E27FC236}">
                      <a16:creationId xmlns:a16="http://schemas.microsoft.com/office/drawing/2014/main" id="{DA2C1754-DA82-D249-7185-107F3050AB87}"/>
                    </a:ext>
                  </a:extLst>
                </p:cNvPr>
                <p:cNvPicPr/>
                <p:nvPr/>
              </p:nvPicPr>
              <p:blipFill>
                <a:blip r:embed="rId87"/>
                <a:stretch>
                  <a:fillRect/>
                </a:stretch>
              </p:blipFill>
              <p:spPr>
                <a:xfrm>
                  <a:off x="7584075" y="1013634"/>
                  <a:ext cx="398242" cy="59598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8">
              <p14:nvContentPartPr>
                <p14:cNvPr id="5297" name="Ink 5296">
                  <a:extLst>
                    <a:ext uri="{FF2B5EF4-FFF2-40B4-BE49-F238E27FC236}">
                      <a16:creationId xmlns:a16="http://schemas.microsoft.com/office/drawing/2014/main" id="{B175CE56-5284-A536-AC9C-AB2D713E88F1}"/>
                    </a:ext>
                  </a:extLst>
                </p14:cNvPr>
                <p14:cNvContentPartPr/>
                <p14:nvPr/>
              </p14:nvContentPartPr>
              <p14:xfrm>
                <a:off x="6362696" y="975327"/>
                <a:ext cx="3039120" cy="1100520"/>
              </p14:xfrm>
            </p:contentPart>
          </mc:Choice>
          <mc:Fallback xmlns="">
            <p:pic>
              <p:nvPicPr>
                <p:cNvPr id="5297" name="Ink 5296">
                  <a:extLst>
                    <a:ext uri="{FF2B5EF4-FFF2-40B4-BE49-F238E27FC236}">
                      <a16:creationId xmlns:a16="http://schemas.microsoft.com/office/drawing/2014/main" id="{B175CE56-5284-A536-AC9C-AB2D713E88F1}"/>
                    </a:ext>
                  </a:extLst>
                </p:cNvPr>
                <p:cNvPicPr/>
                <p:nvPr/>
              </p:nvPicPr>
              <p:blipFill>
                <a:blip r:embed="rId89"/>
                <a:stretch>
                  <a:fillRect/>
                </a:stretch>
              </p:blipFill>
              <p:spPr>
                <a:xfrm>
                  <a:off x="6314700" y="687358"/>
                  <a:ext cx="3134632" cy="167597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0">
              <p14:nvContentPartPr>
                <p14:cNvPr id="5302" name="Ink 5301">
                  <a:extLst>
                    <a:ext uri="{FF2B5EF4-FFF2-40B4-BE49-F238E27FC236}">
                      <a16:creationId xmlns:a16="http://schemas.microsoft.com/office/drawing/2014/main" id="{9C9987FE-CE17-731E-29B0-AAC31C8AB5BD}"/>
                    </a:ext>
                  </a:extLst>
                </p14:cNvPr>
                <p14:cNvContentPartPr/>
                <p14:nvPr/>
              </p14:nvContentPartPr>
              <p14:xfrm>
                <a:off x="8908256" y="2132727"/>
                <a:ext cx="942840" cy="3391200"/>
              </p14:xfrm>
            </p:contentPart>
          </mc:Choice>
          <mc:Fallback xmlns="">
            <p:pic>
              <p:nvPicPr>
                <p:cNvPr id="5302" name="Ink 5301">
                  <a:extLst>
                    <a:ext uri="{FF2B5EF4-FFF2-40B4-BE49-F238E27FC236}">
                      <a16:creationId xmlns:a16="http://schemas.microsoft.com/office/drawing/2014/main" id="{9C9987FE-CE17-731E-29B0-AAC31C8AB5BD}"/>
                    </a:ext>
                  </a:extLst>
                </p:cNvPr>
                <p:cNvPicPr/>
                <p:nvPr/>
              </p:nvPicPr>
              <p:blipFill>
                <a:blip r:embed="rId91"/>
                <a:stretch>
                  <a:fillRect/>
                </a:stretch>
              </p:blipFill>
              <p:spPr>
                <a:xfrm>
                  <a:off x="8860274" y="1844727"/>
                  <a:ext cx="1038324" cy="3966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2">
              <p14:nvContentPartPr>
                <p14:cNvPr id="5305" name="Ink 5304">
                  <a:extLst>
                    <a:ext uri="{FF2B5EF4-FFF2-40B4-BE49-F238E27FC236}">
                      <a16:creationId xmlns:a16="http://schemas.microsoft.com/office/drawing/2014/main" id="{27AF82FF-A894-224C-13D4-7B36A3F22015}"/>
                    </a:ext>
                  </a:extLst>
                </p14:cNvPr>
                <p14:cNvContentPartPr/>
                <p14:nvPr/>
              </p14:nvContentPartPr>
              <p14:xfrm>
                <a:off x="6175136" y="2577687"/>
                <a:ext cx="514800" cy="2821680"/>
              </p14:xfrm>
            </p:contentPart>
          </mc:Choice>
          <mc:Fallback xmlns="">
            <p:pic>
              <p:nvPicPr>
                <p:cNvPr id="5305" name="Ink 5304">
                  <a:extLst>
                    <a:ext uri="{FF2B5EF4-FFF2-40B4-BE49-F238E27FC236}">
                      <a16:creationId xmlns:a16="http://schemas.microsoft.com/office/drawing/2014/main" id="{27AF82FF-A894-224C-13D4-7B36A3F22015}"/>
                    </a:ext>
                  </a:extLst>
                </p:cNvPr>
                <p:cNvPicPr/>
                <p:nvPr/>
              </p:nvPicPr>
              <p:blipFill>
                <a:blip r:embed="rId93"/>
                <a:stretch>
                  <a:fillRect/>
                </a:stretch>
              </p:blipFill>
              <p:spPr>
                <a:xfrm>
                  <a:off x="6127638" y="2289711"/>
                  <a:ext cx="610275" cy="339715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4">
              <p14:nvContentPartPr>
                <p14:cNvPr id="5306" name="Ink 5305">
                  <a:extLst>
                    <a:ext uri="{FF2B5EF4-FFF2-40B4-BE49-F238E27FC236}">
                      <a16:creationId xmlns:a16="http://schemas.microsoft.com/office/drawing/2014/main" id="{E3353688-3B33-BCA2-DFE0-0D8517703660}"/>
                    </a:ext>
                  </a:extLst>
                </p14:cNvPr>
                <p14:cNvContentPartPr/>
                <p14:nvPr/>
              </p14:nvContentPartPr>
              <p14:xfrm>
                <a:off x="8487416" y="2551767"/>
                <a:ext cx="397800" cy="385920"/>
              </p14:xfrm>
            </p:contentPart>
          </mc:Choice>
          <mc:Fallback xmlns="">
            <p:pic>
              <p:nvPicPr>
                <p:cNvPr id="5306" name="Ink 5305">
                  <a:extLst>
                    <a:ext uri="{FF2B5EF4-FFF2-40B4-BE49-F238E27FC236}">
                      <a16:creationId xmlns:a16="http://schemas.microsoft.com/office/drawing/2014/main" id="{E3353688-3B33-BCA2-DFE0-0D8517703660}"/>
                    </a:ext>
                  </a:extLst>
                </p:cNvPr>
                <p:cNvPicPr/>
                <p:nvPr/>
              </p:nvPicPr>
              <p:blipFill>
                <a:blip r:embed="rId95"/>
                <a:stretch>
                  <a:fillRect/>
                </a:stretch>
              </p:blipFill>
              <p:spPr>
                <a:xfrm>
                  <a:off x="8439910" y="2264125"/>
                  <a:ext cx="493291" cy="960725"/>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96">
            <p14:nvContentPartPr>
              <p14:cNvPr id="5309" name="Ink 5308">
                <a:extLst>
                  <a:ext uri="{FF2B5EF4-FFF2-40B4-BE49-F238E27FC236}">
                    <a16:creationId xmlns:a16="http://schemas.microsoft.com/office/drawing/2014/main" id="{17E87AC9-159D-B171-C627-561059824BE1}"/>
                  </a:ext>
                </a:extLst>
              </p14:cNvPr>
              <p14:cNvContentPartPr/>
              <p14:nvPr/>
            </p14:nvContentPartPr>
            <p14:xfrm>
              <a:off x="5719452" y="2700065"/>
              <a:ext cx="251910" cy="49950"/>
            </p14:xfrm>
          </p:contentPart>
        </mc:Choice>
        <mc:Fallback xmlns="">
          <p:pic>
            <p:nvPicPr>
              <p:cNvPr id="5309" name="Ink 5308">
                <a:extLst>
                  <a:ext uri="{FF2B5EF4-FFF2-40B4-BE49-F238E27FC236}">
                    <a16:creationId xmlns:a16="http://schemas.microsoft.com/office/drawing/2014/main" id="{17E87AC9-159D-B171-C627-561059824BE1}"/>
                  </a:ext>
                </a:extLst>
              </p:cNvPr>
              <p:cNvPicPr/>
              <p:nvPr/>
            </p:nvPicPr>
            <p:blipFill>
              <a:blip r:embed="rId97"/>
              <a:stretch>
                <a:fillRect/>
              </a:stretch>
            </p:blipFill>
            <p:spPr>
              <a:xfrm>
                <a:off x="5683465" y="2484453"/>
                <a:ext cx="323524" cy="48081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8">
            <p14:nvContentPartPr>
              <p14:cNvPr id="5310" name="Ink 5309">
                <a:extLst>
                  <a:ext uri="{FF2B5EF4-FFF2-40B4-BE49-F238E27FC236}">
                    <a16:creationId xmlns:a16="http://schemas.microsoft.com/office/drawing/2014/main" id="{317F22E8-A186-286F-CF62-9FB8761A3ECE}"/>
                  </a:ext>
                </a:extLst>
              </p14:cNvPr>
              <p14:cNvContentPartPr/>
              <p14:nvPr/>
            </p14:nvContentPartPr>
            <p14:xfrm>
              <a:off x="3973362" y="918605"/>
              <a:ext cx="805410" cy="1266840"/>
            </p14:xfrm>
          </p:contentPart>
        </mc:Choice>
        <mc:Fallback xmlns="">
          <p:pic>
            <p:nvPicPr>
              <p:cNvPr id="5310" name="Ink 5309">
                <a:extLst>
                  <a:ext uri="{FF2B5EF4-FFF2-40B4-BE49-F238E27FC236}">
                    <a16:creationId xmlns:a16="http://schemas.microsoft.com/office/drawing/2014/main" id="{317F22E8-A186-286F-CF62-9FB8761A3ECE}"/>
                  </a:ext>
                </a:extLst>
              </p:cNvPr>
              <p:cNvPicPr/>
              <p:nvPr/>
            </p:nvPicPr>
            <p:blipFill>
              <a:blip r:embed="rId99"/>
              <a:stretch>
                <a:fillRect/>
              </a:stretch>
            </p:blipFill>
            <p:spPr>
              <a:xfrm>
                <a:off x="3937358" y="702965"/>
                <a:ext cx="877058" cy="1698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0">
            <p14:nvContentPartPr>
              <p14:cNvPr id="3" name="Ink 2">
                <a:extLst>
                  <a:ext uri="{FF2B5EF4-FFF2-40B4-BE49-F238E27FC236}">
                    <a16:creationId xmlns:a16="http://schemas.microsoft.com/office/drawing/2014/main" id="{38726B36-4D79-D3D7-2466-312DADEDBC87}"/>
                  </a:ext>
                </a:extLst>
              </p14:cNvPr>
              <p14:cNvContentPartPr/>
              <p14:nvPr/>
            </p14:nvContentPartPr>
            <p14:xfrm>
              <a:off x="5285375" y="1945685"/>
              <a:ext cx="222750" cy="166590"/>
            </p14:xfrm>
          </p:contentPart>
        </mc:Choice>
        <mc:Fallback xmlns="">
          <p:pic>
            <p:nvPicPr>
              <p:cNvPr id="3" name="Ink 2">
                <a:extLst>
                  <a:ext uri="{FF2B5EF4-FFF2-40B4-BE49-F238E27FC236}">
                    <a16:creationId xmlns:a16="http://schemas.microsoft.com/office/drawing/2014/main" id="{38726B36-4D79-D3D7-2466-312DADEDBC87}"/>
                  </a:ext>
                </a:extLst>
              </p:cNvPr>
              <p:cNvPicPr/>
              <p:nvPr/>
            </p:nvPicPr>
            <p:blipFill>
              <a:blip r:embed="rId101"/>
              <a:stretch>
                <a:fillRect/>
              </a:stretch>
            </p:blipFill>
            <p:spPr>
              <a:xfrm>
                <a:off x="5249390" y="1730161"/>
                <a:ext cx="294361" cy="59799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2">
            <p14:nvContentPartPr>
              <p14:cNvPr id="4" name="Ink 3">
                <a:extLst>
                  <a:ext uri="{FF2B5EF4-FFF2-40B4-BE49-F238E27FC236}">
                    <a16:creationId xmlns:a16="http://schemas.microsoft.com/office/drawing/2014/main" id="{0EFB542F-D6A8-E8E3-011C-739CDEE0D66D}"/>
                  </a:ext>
                </a:extLst>
              </p14:cNvPr>
              <p14:cNvContentPartPr/>
              <p14:nvPr/>
            </p14:nvContentPartPr>
            <p14:xfrm>
              <a:off x="5966045" y="2041265"/>
              <a:ext cx="296190" cy="140670"/>
            </p14:xfrm>
          </p:contentPart>
        </mc:Choice>
        <mc:Fallback xmlns="">
          <p:pic>
            <p:nvPicPr>
              <p:cNvPr id="4" name="Ink 3">
                <a:extLst>
                  <a:ext uri="{FF2B5EF4-FFF2-40B4-BE49-F238E27FC236}">
                    <a16:creationId xmlns:a16="http://schemas.microsoft.com/office/drawing/2014/main" id="{0EFB542F-D6A8-E8E3-011C-739CDEE0D66D}"/>
                  </a:ext>
                </a:extLst>
              </p:cNvPr>
              <p:cNvPicPr/>
              <p:nvPr/>
            </p:nvPicPr>
            <p:blipFill>
              <a:blip r:embed="rId103"/>
              <a:stretch>
                <a:fillRect/>
              </a:stretch>
            </p:blipFill>
            <p:spPr>
              <a:xfrm>
                <a:off x="5930056" y="1825763"/>
                <a:ext cx="367808" cy="57203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4">
            <p14:nvContentPartPr>
              <p14:cNvPr id="8" name="Ink 7">
                <a:extLst>
                  <a:ext uri="{FF2B5EF4-FFF2-40B4-BE49-F238E27FC236}">
                    <a16:creationId xmlns:a16="http://schemas.microsoft.com/office/drawing/2014/main" id="{48D0D969-D419-D77E-F1B8-7D8BD9396321}"/>
                  </a:ext>
                </a:extLst>
              </p14:cNvPr>
              <p14:cNvContentPartPr/>
              <p14:nvPr/>
            </p14:nvContentPartPr>
            <p14:xfrm>
              <a:off x="5509205" y="2819135"/>
              <a:ext cx="678240" cy="222210"/>
            </p14:xfrm>
          </p:contentPart>
        </mc:Choice>
        <mc:Fallback xmlns="">
          <p:pic>
            <p:nvPicPr>
              <p:cNvPr id="8" name="Ink 7">
                <a:extLst>
                  <a:ext uri="{FF2B5EF4-FFF2-40B4-BE49-F238E27FC236}">
                    <a16:creationId xmlns:a16="http://schemas.microsoft.com/office/drawing/2014/main" id="{48D0D969-D419-D77E-F1B8-7D8BD9396321}"/>
                  </a:ext>
                </a:extLst>
              </p:cNvPr>
              <p:cNvPicPr/>
              <p:nvPr/>
            </p:nvPicPr>
            <p:blipFill>
              <a:blip r:embed="rId105"/>
              <a:stretch>
                <a:fillRect/>
              </a:stretch>
            </p:blipFill>
            <p:spPr>
              <a:xfrm>
                <a:off x="5473224" y="2603397"/>
                <a:ext cx="749842" cy="65332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6">
            <p14:nvContentPartPr>
              <p14:cNvPr id="10" name="Ink 9">
                <a:extLst>
                  <a:ext uri="{FF2B5EF4-FFF2-40B4-BE49-F238E27FC236}">
                    <a16:creationId xmlns:a16="http://schemas.microsoft.com/office/drawing/2014/main" id="{9682BB44-0D64-6D76-9ED5-F8C632116A63}"/>
                  </a:ext>
                </a:extLst>
              </p14:cNvPr>
              <p14:cNvContentPartPr/>
              <p14:nvPr/>
            </p14:nvContentPartPr>
            <p14:xfrm>
              <a:off x="5578325" y="2871515"/>
              <a:ext cx="572670" cy="244620"/>
            </p14:xfrm>
          </p:contentPart>
        </mc:Choice>
        <mc:Fallback xmlns="">
          <p:pic>
            <p:nvPicPr>
              <p:cNvPr id="10" name="Ink 9">
                <a:extLst>
                  <a:ext uri="{FF2B5EF4-FFF2-40B4-BE49-F238E27FC236}">
                    <a16:creationId xmlns:a16="http://schemas.microsoft.com/office/drawing/2014/main" id="{9682BB44-0D64-6D76-9ED5-F8C632116A63}"/>
                  </a:ext>
                </a:extLst>
              </p:cNvPr>
              <p:cNvPicPr/>
              <p:nvPr/>
            </p:nvPicPr>
            <p:blipFill>
              <a:blip r:embed="rId107"/>
              <a:stretch>
                <a:fillRect/>
              </a:stretch>
            </p:blipFill>
            <p:spPr>
              <a:xfrm>
                <a:off x="5542331" y="2655356"/>
                <a:ext cx="644299" cy="676578"/>
              </a:xfrm>
              <a:prstGeom prst="rect">
                <a:avLst/>
              </a:prstGeom>
            </p:spPr>
          </p:pic>
        </mc:Fallback>
      </mc:AlternateContent>
      <p:pic>
        <p:nvPicPr>
          <p:cNvPr id="12" name="Graphic 11" descr="Badge Tick1 with solid fill">
            <a:extLst>
              <a:ext uri="{FF2B5EF4-FFF2-40B4-BE49-F238E27FC236}">
                <a16:creationId xmlns:a16="http://schemas.microsoft.com/office/drawing/2014/main" id="{BC3109C4-A36D-F059-6C74-24FF667DED5A}"/>
              </a:ext>
            </a:extLst>
          </p:cNvPr>
          <p:cNvPicPr>
            <a:picLocks noChangeAspect="1"/>
          </p:cNvPicPr>
          <p:nvPr/>
        </p:nvPicPr>
        <p:blipFill>
          <a:blip r:embed="rId108">
            <a:extLst>
              <a:ext uri="{96DAC541-7B7A-43D3-8B79-37D633B846F1}">
                <asvg:svgBlip xmlns:asvg="http://schemas.microsoft.com/office/drawing/2016/SVG/main" r:embed="rId109"/>
              </a:ext>
            </a:extLst>
          </a:blip>
          <a:stretch>
            <a:fillRect/>
          </a:stretch>
        </p:blipFill>
        <p:spPr>
          <a:xfrm rot="20458092">
            <a:off x="1544986" y="1484712"/>
            <a:ext cx="2542567" cy="2542567"/>
          </a:xfrm>
          <a:prstGeom prst="rect">
            <a:avLst/>
          </a:prstGeom>
        </p:spPr>
      </p:pic>
      <p:pic>
        <p:nvPicPr>
          <p:cNvPr id="14" name="Picture 2">
            <a:extLst>
              <a:ext uri="{FF2B5EF4-FFF2-40B4-BE49-F238E27FC236}">
                <a16:creationId xmlns:a16="http://schemas.microsoft.com/office/drawing/2014/main" id="{26CF373D-407B-3028-04ED-4570AAB6ADF3}"/>
              </a:ext>
            </a:extLst>
          </p:cNvPr>
          <p:cNvPicPr>
            <a:picLocks noChangeAspect="1" noChangeArrowheads="1"/>
          </p:cNvPicPr>
          <p:nvPr/>
        </p:nvPicPr>
        <p:blipFill>
          <a:blip r:embed="rId110">
            <a:extLst>
              <a:ext uri="{28A0092B-C50C-407E-A947-70E740481C1C}">
                <a14:useLocalDpi xmlns:a14="http://schemas.microsoft.com/office/drawing/2010/main" val="0"/>
              </a:ext>
            </a:extLst>
          </a:blip>
          <a:srcRect/>
          <a:stretch>
            <a:fillRect/>
          </a:stretch>
        </p:blipFill>
        <p:spPr bwMode="auto">
          <a:xfrm>
            <a:off x="7942520" y="175537"/>
            <a:ext cx="1052623" cy="36512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383203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4FFCF">
            <a:alpha val="45000"/>
          </a:srgb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608639-01A6-3615-4592-8F084435CED0}"/>
              </a:ext>
            </a:extLst>
          </p:cNvPr>
          <p:cNvSpPr>
            <a:spLocks noGrp="1"/>
          </p:cNvSpPr>
          <p:nvPr>
            <p:ph type="title"/>
          </p:nvPr>
        </p:nvSpPr>
        <p:spPr>
          <a:xfrm>
            <a:off x="1769841" y="389761"/>
            <a:ext cx="5584994" cy="994172"/>
          </a:xfrm>
        </p:spPr>
        <p:txBody>
          <a:bodyPr>
            <a:normAutofit/>
          </a:bodyPr>
          <a:lstStyle/>
          <a:p>
            <a:pPr algn="ctr"/>
            <a:r>
              <a:rPr lang="en-US" dirty="0">
                <a:latin typeface="VELUX Transform" pitchFamily="2" charset="0"/>
              </a:rPr>
              <a:t>disclaimers first</a:t>
            </a: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2" name="Ink 1">
                <a:extLst>
                  <a:ext uri="{FF2B5EF4-FFF2-40B4-BE49-F238E27FC236}">
                    <a16:creationId xmlns:a16="http://schemas.microsoft.com/office/drawing/2014/main" id="{B52A5A3C-287A-568E-0989-D0376BABFA84}"/>
                  </a:ext>
                </a:extLst>
              </p14:cNvPr>
              <p14:cNvContentPartPr/>
              <p14:nvPr/>
            </p14:nvContentPartPr>
            <p14:xfrm>
              <a:off x="6708005" y="3247355"/>
              <a:ext cx="270" cy="270"/>
            </p14:xfrm>
          </p:contentPart>
        </mc:Choice>
        <mc:Fallback xmlns="">
          <p:pic>
            <p:nvPicPr>
              <p:cNvPr id="2" name="Ink 1">
                <a:extLst>
                  <a:ext uri="{FF2B5EF4-FFF2-40B4-BE49-F238E27FC236}">
                    <a16:creationId xmlns:a16="http://schemas.microsoft.com/office/drawing/2014/main" id="{B52A5A3C-287A-568E-0989-D0376BABFA84}"/>
                  </a:ext>
                </a:extLst>
              </p:cNvPr>
              <p:cNvPicPr/>
              <p:nvPr/>
            </p:nvPicPr>
            <p:blipFill>
              <a:blip r:embed="rId4"/>
              <a:stretch>
                <a:fillRect/>
              </a:stretch>
            </p:blipFill>
            <p:spPr>
              <a:xfrm>
                <a:off x="6681275" y="3085625"/>
                <a:ext cx="54000" cy="324000"/>
              </a:xfrm>
              <a:prstGeom prst="rect">
                <a:avLst/>
              </a:prstGeom>
            </p:spPr>
          </p:pic>
        </mc:Fallback>
      </mc:AlternateContent>
      <p:grpSp>
        <p:nvGrpSpPr>
          <p:cNvPr id="3" name="Group 2">
            <a:extLst>
              <a:ext uri="{FF2B5EF4-FFF2-40B4-BE49-F238E27FC236}">
                <a16:creationId xmlns:a16="http://schemas.microsoft.com/office/drawing/2014/main" id="{30FE9C49-F1C0-FAB2-5DB1-2A18A1613555}"/>
              </a:ext>
            </a:extLst>
          </p:cNvPr>
          <p:cNvGrpSpPr/>
          <p:nvPr/>
        </p:nvGrpSpPr>
        <p:grpSpPr>
          <a:xfrm>
            <a:off x="3095698" y="1331569"/>
            <a:ext cx="2960820" cy="1986120"/>
            <a:chOff x="3095698" y="1331569"/>
            <a:chExt cx="2960820" cy="1986120"/>
          </a:xfrm>
        </p:grpSpPr>
        <mc:AlternateContent xmlns:mc="http://schemas.openxmlformats.org/markup-compatibility/2006">
          <mc:Choice xmlns:p14="http://schemas.microsoft.com/office/powerpoint/2010/main" xmlns:aink="http://schemas.microsoft.com/office/drawing/2016/ink" Requires="p14 aink">
            <p:contentPart p14:bwMode="auto" r:id="rId5">
              <p14:nvContentPartPr>
                <p14:cNvPr id="36" name="Ink 35">
                  <a:extLst>
                    <a:ext uri="{FF2B5EF4-FFF2-40B4-BE49-F238E27FC236}">
                      <a16:creationId xmlns:a16="http://schemas.microsoft.com/office/drawing/2014/main" id="{BE9369C5-520B-8353-2112-CA178E7CABA6}"/>
                    </a:ext>
                  </a:extLst>
                </p14:cNvPr>
                <p14:cNvContentPartPr/>
                <p14:nvPr/>
              </p14:nvContentPartPr>
              <p14:xfrm>
                <a:off x="4661428" y="1802449"/>
                <a:ext cx="1128600" cy="35370"/>
              </p14:xfrm>
            </p:contentPart>
          </mc:Choice>
          <mc:Fallback>
            <p:pic>
              <p:nvPicPr>
                <p:cNvPr id="36" name="Ink 35">
                  <a:extLst>
                    <a:ext uri="{FF2B5EF4-FFF2-40B4-BE49-F238E27FC236}">
                      <a16:creationId xmlns:a16="http://schemas.microsoft.com/office/drawing/2014/main" id="{BE9369C5-520B-8353-2112-CA178E7CABA6}"/>
                    </a:ext>
                  </a:extLst>
                </p:cNvPr>
                <p:cNvPicPr/>
                <p:nvPr/>
              </p:nvPicPr>
              <p:blipFill>
                <a:blip r:embed="rId6"/>
                <a:stretch>
                  <a:fillRect/>
                </a:stretch>
              </p:blipFill>
              <p:spPr>
                <a:xfrm>
                  <a:off x="4625428" y="1588085"/>
                  <a:ext cx="1200240" cy="4637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7">
              <p14:nvContentPartPr>
                <p14:cNvPr id="40" name="Ink 39">
                  <a:extLst>
                    <a:ext uri="{FF2B5EF4-FFF2-40B4-BE49-F238E27FC236}">
                      <a16:creationId xmlns:a16="http://schemas.microsoft.com/office/drawing/2014/main" id="{402D14C3-F226-958F-28A8-633095C6BE72}"/>
                    </a:ext>
                  </a:extLst>
                </p14:cNvPr>
                <p14:cNvContentPartPr/>
                <p14:nvPr/>
              </p14:nvContentPartPr>
              <p14:xfrm>
                <a:off x="3195598" y="1857799"/>
                <a:ext cx="319140" cy="1204200"/>
              </p14:xfrm>
            </p:contentPart>
          </mc:Choice>
          <mc:Fallback>
            <p:pic>
              <p:nvPicPr>
                <p:cNvPr id="40" name="Ink 39">
                  <a:extLst>
                    <a:ext uri="{FF2B5EF4-FFF2-40B4-BE49-F238E27FC236}">
                      <a16:creationId xmlns:a16="http://schemas.microsoft.com/office/drawing/2014/main" id="{402D14C3-F226-958F-28A8-633095C6BE72}"/>
                    </a:ext>
                  </a:extLst>
                </p:cNvPr>
                <p:cNvPicPr/>
                <p:nvPr/>
              </p:nvPicPr>
              <p:blipFill>
                <a:blip r:embed="rId8"/>
                <a:stretch>
                  <a:fillRect/>
                </a:stretch>
              </p:blipFill>
              <p:spPr>
                <a:xfrm>
                  <a:off x="3159618" y="1641864"/>
                  <a:ext cx="390740" cy="1635711"/>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9">
              <p14:nvContentPartPr>
                <p14:cNvPr id="42" name="Ink 41">
                  <a:extLst>
                    <a:ext uri="{FF2B5EF4-FFF2-40B4-BE49-F238E27FC236}">
                      <a16:creationId xmlns:a16="http://schemas.microsoft.com/office/drawing/2014/main" id="{070DA612-CB33-D742-0BD1-7BB42E6D177A}"/>
                    </a:ext>
                  </a:extLst>
                </p14:cNvPr>
                <p14:cNvContentPartPr/>
                <p14:nvPr/>
              </p14:nvContentPartPr>
              <p14:xfrm>
                <a:off x="3544708" y="1853479"/>
                <a:ext cx="332100" cy="1244700"/>
              </p14:xfrm>
            </p:contentPart>
          </mc:Choice>
          <mc:Fallback>
            <p:pic>
              <p:nvPicPr>
                <p:cNvPr id="42" name="Ink 41">
                  <a:extLst>
                    <a:ext uri="{FF2B5EF4-FFF2-40B4-BE49-F238E27FC236}">
                      <a16:creationId xmlns:a16="http://schemas.microsoft.com/office/drawing/2014/main" id="{070DA612-CB33-D742-0BD1-7BB42E6D177A}"/>
                    </a:ext>
                  </a:extLst>
                </p:cNvPr>
                <p:cNvPicPr/>
                <p:nvPr/>
              </p:nvPicPr>
              <p:blipFill>
                <a:blip r:embed="rId10"/>
                <a:stretch>
                  <a:fillRect/>
                </a:stretch>
              </p:blipFill>
              <p:spPr>
                <a:xfrm>
                  <a:off x="3508688" y="1637510"/>
                  <a:ext cx="403779" cy="1676278"/>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1">
              <p14:nvContentPartPr>
                <p14:cNvPr id="45" name="Ink 44">
                  <a:extLst>
                    <a:ext uri="{FF2B5EF4-FFF2-40B4-BE49-F238E27FC236}">
                      <a16:creationId xmlns:a16="http://schemas.microsoft.com/office/drawing/2014/main" id="{E36D13A1-5F8F-2C44-835A-FD0BF1C5E2C3}"/>
                    </a:ext>
                  </a:extLst>
                </p14:cNvPr>
                <p14:cNvContentPartPr/>
                <p14:nvPr/>
              </p14:nvContentPartPr>
              <p14:xfrm>
                <a:off x="3095698" y="3076579"/>
                <a:ext cx="891270" cy="241110"/>
              </p14:xfrm>
            </p:contentPart>
          </mc:Choice>
          <mc:Fallback>
            <p:pic>
              <p:nvPicPr>
                <p:cNvPr id="45" name="Ink 44">
                  <a:extLst>
                    <a:ext uri="{FF2B5EF4-FFF2-40B4-BE49-F238E27FC236}">
                      <a16:creationId xmlns:a16="http://schemas.microsoft.com/office/drawing/2014/main" id="{E36D13A1-5F8F-2C44-835A-FD0BF1C5E2C3}"/>
                    </a:ext>
                  </a:extLst>
                </p:cNvPr>
                <p:cNvPicPr/>
                <p:nvPr/>
              </p:nvPicPr>
              <p:blipFill>
                <a:blip r:embed="rId12"/>
                <a:stretch>
                  <a:fillRect/>
                </a:stretch>
              </p:blipFill>
              <p:spPr>
                <a:xfrm>
                  <a:off x="3059702" y="2860660"/>
                  <a:ext cx="962903" cy="672589"/>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3">
              <p14:nvContentPartPr>
                <p14:cNvPr id="61" name="Ink 60">
                  <a:extLst>
                    <a:ext uri="{FF2B5EF4-FFF2-40B4-BE49-F238E27FC236}">
                      <a16:creationId xmlns:a16="http://schemas.microsoft.com/office/drawing/2014/main" id="{C935C162-687B-1164-D614-57958103EF70}"/>
                    </a:ext>
                  </a:extLst>
                </p14:cNvPr>
                <p14:cNvContentPartPr/>
                <p14:nvPr/>
              </p14:nvContentPartPr>
              <p14:xfrm>
                <a:off x="5618038" y="1855909"/>
                <a:ext cx="290790" cy="1192320"/>
              </p14:xfrm>
            </p:contentPart>
          </mc:Choice>
          <mc:Fallback>
            <p:pic>
              <p:nvPicPr>
                <p:cNvPr id="61" name="Ink 60">
                  <a:extLst>
                    <a:ext uri="{FF2B5EF4-FFF2-40B4-BE49-F238E27FC236}">
                      <a16:creationId xmlns:a16="http://schemas.microsoft.com/office/drawing/2014/main" id="{C935C162-687B-1164-D614-57958103EF70}"/>
                    </a:ext>
                  </a:extLst>
                </p:cNvPr>
                <p:cNvPicPr/>
                <p:nvPr/>
              </p:nvPicPr>
              <p:blipFill>
                <a:blip r:embed="rId14"/>
                <a:stretch>
                  <a:fillRect/>
                </a:stretch>
              </p:blipFill>
              <p:spPr>
                <a:xfrm>
                  <a:off x="5582049" y="1639909"/>
                  <a:ext cx="362408" cy="16239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5">
              <p14:nvContentPartPr>
                <p14:cNvPr id="75" name="Ink 74">
                  <a:extLst>
                    <a:ext uri="{FF2B5EF4-FFF2-40B4-BE49-F238E27FC236}">
                      <a16:creationId xmlns:a16="http://schemas.microsoft.com/office/drawing/2014/main" id="{A3CF5B99-896D-7CCA-2173-4AF00546B8A6}"/>
                    </a:ext>
                  </a:extLst>
                </p14:cNvPr>
                <p14:cNvContentPartPr/>
                <p14:nvPr/>
              </p14:nvContentPartPr>
              <p14:xfrm>
                <a:off x="3182638" y="3114695"/>
                <a:ext cx="731160" cy="182790"/>
              </p14:xfrm>
            </p:contentPart>
          </mc:Choice>
          <mc:Fallback>
            <p:pic>
              <p:nvPicPr>
                <p:cNvPr id="75" name="Ink 74">
                  <a:extLst>
                    <a:ext uri="{FF2B5EF4-FFF2-40B4-BE49-F238E27FC236}">
                      <a16:creationId xmlns:a16="http://schemas.microsoft.com/office/drawing/2014/main" id="{A3CF5B99-896D-7CCA-2173-4AF00546B8A6}"/>
                    </a:ext>
                  </a:extLst>
                </p:cNvPr>
                <p:cNvPicPr/>
                <p:nvPr/>
              </p:nvPicPr>
              <p:blipFill>
                <a:blip r:embed="rId16"/>
                <a:stretch>
                  <a:fillRect/>
                </a:stretch>
              </p:blipFill>
              <p:spPr>
                <a:xfrm>
                  <a:off x="3146656" y="2898801"/>
                  <a:ext cx="802765" cy="614218"/>
                </a:xfrm>
                <a:prstGeom prst="rect">
                  <a:avLst/>
                </a:prstGeom>
              </p:spPr>
            </p:pic>
          </mc:Fallback>
        </mc:AlternateContent>
        <p:grpSp>
          <p:nvGrpSpPr>
            <p:cNvPr id="78" name="Group 77">
              <a:extLst>
                <a:ext uri="{FF2B5EF4-FFF2-40B4-BE49-F238E27FC236}">
                  <a16:creationId xmlns:a16="http://schemas.microsoft.com/office/drawing/2014/main" id="{B11A50E8-A1C0-068C-156D-B6D644D19DFE}"/>
                </a:ext>
              </a:extLst>
            </p:cNvPr>
            <p:cNvGrpSpPr/>
            <p:nvPr/>
          </p:nvGrpSpPr>
          <p:grpSpPr>
            <a:xfrm>
              <a:off x="3368938" y="1331569"/>
              <a:ext cx="2687580" cy="1961866"/>
              <a:chOff x="4491917" y="1775425"/>
              <a:chExt cx="3583440" cy="2615821"/>
            </a:xfrm>
          </p:grpSpPr>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47" name="Ink 46">
                    <a:extLst>
                      <a:ext uri="{FF2B5EF4-FFF2-40B4-BE49-F238E27FC236}">
                        <a16:creationId xmlns:a16="http://schemas.microsoft.com/office/drawing/2014/main" id="{5F2B154A-D52A-135D-C949-54998B2CB64F}"/>
                      </a:ext>
                    </a:extLst>
                  </p14:cNvPr>
                  <p14:cNvContentPartPr/>
                  <p14:nvPr/>
                </p14:nvContentPartPr>
                <p14:xfrm>
                  <a:off x="7065197" y="2457985"/>
                  <a:ext cx="400320" cy="1663200"/>
                </p14:xfrm>
              </p:contentPart>
            </mc:Choice>
            <mc:Fallback xmlns="">
              <p:pic>
                <p:nvPicPr>
                  <p:cNvPr id="47" name="Ink 46">
                    <a:extLst>
                      <a:ext uri="{FF2B5EF4-FFF2-40B4-BE49-F238E27FC236}">
                        <a16:creationId xmlns:a16="http://schemas.microsoft.com/office/drawing/2014/main" id="{5F2B154A-D52A-135D-C949-54998B2CB64F}"/>
                      </a:ext>
                    </a:extLst>
                  </p:cNvPr>
                  <p:cNvPicPr/>
                  <p:nvPr/>
                </p:nvPicPr>
                <p:blipFill>
                  <a:blip r:embed="rId26"/>
                  <a:stretch>
                    <a:fillRect/>
                  </a:stretch>
                </p:blipFill>
                <p:spPr>
                  <a:xfrm>
                    <a:off x="7017677" y="2169985"/>
                    <a:ext cx="495840" cy="2238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7">
                <p14:nvContentPartPr>
                  <p14:cNvPr id="49" name="Ink 48">
                    <a:extLst>
                      <a:ext uri="{FF2B5EF4-FFF2-40B4-BE49-F238E27FC236}">
                        <a16:creationId xmlns:a16="http://schemas.microsoft.com/office/drawing/2014/main" id="{364F185D-70AA-3A53-1C27-46882953FFEA}"/>
                      </a:ext>
                    </a:extLst>
                  </p14:cNvPr>
                  <p14:cNvContentPartPr/>
                  <p14:nvPr/>
                </p14:nvContentPartPr>
                <p14:xfrm>
                  <a:off x="6909317" y="4092025"/>
                  <a:ext cx="1166040" cy="28800"/>
                </p14:xfrm>
              </p:contentPart>
            </mc:Choice>
            <mc:Fallback xmlns="">
              <p:pic>
                <p:nvPicPr>
                  <p:cNvPr id="49" name="Ink 48">
                    <a:extLst>
                      <a:ext uri="{FF2B5EF4-FFF2-40B4-BE49-F238E27FC236}">
                        <a16:creationId xmlns:a16="http://schemas.microsoft.com/office/drawing/2014/main" id="{364F185D-70AA-3A53-1C27-46882953FFEA}"/>
                      </a:ext>
                    </a:extLst>
                  </p:cNvPr>
                  <p:cNvPicPr/>
                  <p:nvPr/>
                </p:nvPicPr>
                <p:blipFill>
                  <a:blip r:embed="rId28"/>
                  <a:stretch>
                    <a:fillRect/>
                  </a:stretch>
                </p:blipFill>
                <p:spPr>
                  <a:xfrm>
                    <a:off x="6861792" y="3804505"/>
                    <a:ext cx="1261570" cy="604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9">
                <p14:nvContentPartPr>
                  <p14:cNvPr id="24" name="Ink 23">
                    <a:extLst>
                      <a:ext uri="{FF2B5EF4-FFF2-40B4-BE49-F238E27FC236}">
                        <a16:creationId xmlns:a16="http://schemas.microsoft.com/office/drawing/2014/main" id="{2D5F86FE-4D69-A063-5FC6-3F1BA05003E9}"/>
                      </a:ext>
                    </a:extLst>
                  </p14:cNvPr>
                  <p14:cNvContentPartPr/>
                  <p14:nvPr/>
                </p14:nvContentPartPr>
                <p14:xfrm>
                  <a:off x="5962157" y="2300665"/>
                  <a:ext cx="298080" cy="264960"/>
                </p14:xfrm>
              </p:contentPart>
            </mc:Choice>
            <mc:Fallback xmlns="">
              <p:pic>
                <p:nvPicPr>
                  <p:cNvPr id="24" name="Ink 23">
                    <a:extLst>
                      <a:ext uri="{FF2B5EF4-FFF2-40B4-BE49-F238E27FC236}">
                        <a16:creationId xmlns:a16="http://schemas.microsoft.com/office/drawing/2014/main" id="{2D5F86FE-4D69-A063-5FC6-3F1BA05003E9}"/>
                      </a:ext>
                    </a:extLst>
                  </p:cNvPr>
                  <p:cNvPicPr/>
                  <p:nvPr/>
                </p:nvPicPr>
                <p:blipFill>
                  <a:blip r:embed="rId30"/>
                  <a:stretch>
                    <a:fillRect/>
                  </a:stretch>
                </p:blipFill>
                <p:spPr>
                  <a:xfrm>
                    <a:off x="5914234" y="2012665"/>
                    <a:ext cx="393446" cy="840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1">
                <p14:nvContentPartPr>
                  <p14:cNvPr id="27" name="Ink 26">
                    <a:extLst>
                      <a:ext uri="{FF2B5EF4-FFF2-40B4-BE49-F238E27FC236}">
                        <a16:creationId xmlns:a16="http://schemas.microsoft.com/office/drawing/2014/main" id="{4359C2A9-37F7-DE55-5D3B-69A0F0C99AD9}"/>
                      </a:ext>
                    </a:extLst>
                  </p14:cNvPr>
                  <p14:cNvContentPartPr/>
                  <p14:nvPr/>
                </p14:nvContentPartPr>
                <p14:xfrm>
                  <a:off x="6064397" y="1775425"/>
                  <a:ext cx="51840" cy="544320"/>
                </p14:xfrm>
              </p:contentPart>
            </mc:Choice>
            <mc:Fallback xmlns="">
              <p:pic>
                <p:nvPicPr>
                  <p:cNvPr id="27" name="Ink 26">
                    <a:extLst>
                      <a:ext uri="{FF2B5EF4-FFF2-40B4-BE49-F238E27FC236}">
                        <a16:creationId xmlns:a16="http://schemas.microsoft.com/office/drawing/2014/main" id="{4359C2A9-37F7-DE55-5D3B-69A0F0C99AD9}"/>
                      </a:ext>
                    </a:extLst>
                  </p:cNvPr>
                  <p:cNvPicPr/>
                  <p:nvPr/>
                </p:nvPicPr>
                <p:blipFill>
                  <a:blip r:embed="rId32"/>
                  <a:stretch>
                    <a:fillRect/>
                  </a:stretch>
                </p:blipFill>
                <p:spPr>
                  <a:xfrm>
                    <a:off x="6016397" y="1487425"/>
                    <a:ext cx="147360" cy="1119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
                <p14:nvContentPartPr>
                  <p14:cNvPr id="29" name="Ink 28">
                    <a:extLst>
                      <a:ext uri="{FF2B5EF4-FFF2-40B4-BE49-F238E27FC236}">
                        <a16:creationId xmlns:a16="http://schemas.microsoft.com/office/drawing/2014/main" id="{49DA691F-722C-C975-80AD-3AF9C8CF6D24}"/>
                      </a:ext>
                    </a:extLst>
                  </p14:cNvPr>
                  <p14:cNvContentPartPr/>
                  <p14:nvPr/>
                </p14:nvContentPartPr>
                <p14:xfrm>
                  <a:off x="6115877" y="1831225"/>
                  <a:ext cx="14400" cy="461160"/>
                </p14:xfrm>
              </p:contentPart>
            </mc:Choice>
            <mc:Fallback xmlns="">
              <p:pic>
                <p:nvPicPr>
                  <p:cNvPr id="29" name="Ink 28">
                    <a:extLst>
                      <a:ext uri="{FF2B5EF4-FFF2-40B4-BE49-F238E27FC236}">
                        <a16:creationId xmlns:a16="http://schemas.microsoft.com/office/drawing/2014/main" id="{49DA691F-722C-C975-80AD-3AF9C8CF6D24}"/>
                      </a:ext>
                    </a:extLst>
                  </p:cNvPr>
                  <p:cNvPicPr/>
                  <p:nvPr/>
                </p:nvPicPr>
                <p:blipFill>
                  <a:blip r:embed="rId34"/>
                  <a:stretch>
                    <a:fillRect/>
                  </a:stretch>
                </p:blipFill>
                <p:spPr>
                  <a:xfrm>
                    <a:off x="6067877" y="1543780"/>
                    <a:ext cx="109920" cy="103653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5">
                <p14:nvContentPartPr>
                  <p14:cNvPr id="32" name="Ink 31">
                    <a:extLst>
                      <a:ext uri="{FF2B5EF4-FFF2-40B4-BE49-F238E27FC236}">
                        <a16:creationId xmlns:a16="http://schemas.microsoft.com/office/drawing/2014/main" id="{9B61F704-815C-45E7-95F1-6CAB8EE4E5A6}"/>
                      </a:ext>
                    </a:extLst>
                  </p14:cNvPr>
                  <p14:cNvContentPartPr/>
                  <p14:nvPr/>
                </p14:nvContentPartPr>
                <p14:xfrm>
                  <a:off x="4491917" y="2429905"/>
                  <a:ext cx="1441080" cy="45720"/>
                </p14:xfrm>
              </p:contentPart>
            </mc:Choice>
            <mc:Fallback xmlns="">
              <p:pic>
                <p:nvPicPr>
                  <p:cNvPr id="32" name="Ink 31">
                    <a:extLst>
                      <a:ext uri="{FF2B5EF4-FFF2-40B4-BE49-F238E27FC236}">
                        <a16:creationId xmlns:a16="http://schemas.microsoft.com/office/drawing/2014/main" id="{9B61F704-815C-45E7-95F1-6CAB8EE4E5A6}"/>
                      </a:ext>
                    </a:extLst>
                  </p:cNvPr>
                  <p:cNvPicPr/>
                  <p:nvPr/>
                </p:nvPicPr>
                <p:blipFill>
                  <a:blip r:embed="rId36"/>
                  <a:stretch>
                    <a:fillRect/>
                  </a:stretch>
                </p:blipFill>
                <p:spPr>
                  <a:xfrm>
                    <a:off x="4443929" y="2144631"/>
                    <a:ext cx="1536576" cy="61674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7">
                <p14:nvContentPartPr>
                  <p14:cNvPr id="76" name="Ink 75">
                    <a:extLst>
                      <a:ext uri="{FF2B5EF4-FFF2-40B4-BE49-F238E27FC236}">
                        <a16:creationId xmlns:a16="http://schemas.microsoft.com/office/drawing/2014/main" id="{BCD7E9E7-AF2D-1A00-0319-85CD3BAEA17A}"/>
                      </a:ext>
                    </a:extLst>
                  </p14:cNvPr>
                  <p14:cNvContentPartPr/>
                  <p14:nvPr/>
                </p14:nvContentPartPr>
                <p14:xfrm>
                  <a:off x="6943877" y="4116206"/>
                  <a:ext cx="1028160" cy="275040"/>
                </p14:xfrm>
              </p:contentPart>
            </mc:Choice>
            <mc:Fallback xmlns="">
              <p:pic>
                <p:nvPicPr>
                  <p:cNvPr id="76" name="Ink 75">
                    <a:extLst>
                      <a:ext uri="{FF2B5EF4-FFF2-40B4-BE49-F238E27FC236}">
                        <a16:creationId xmlns:a16="http://schemas.microsoft.com/office/drawing/2014/main" id="{BCD7E9E7-AF2D-1A00-0319-85CD3BAEA17A}"/>
                      </a:ext>
                    </a:extLst>
                  </p:cNvPr>
                  <p:cNvPicPr/>
                  <p:nvPr/>
                </p:nvPicPr>
                <p:blipFill>
                  <a:blip r:embed="rId38"/>
                  <a:stretch>
                    <a:fillRect/>
                  </a:stretch>
                </p:blipFill>
                <p:spPr>
                  <a:xfrm>
                    <a:off x="6895899" y="3828708"/>
                    <a:ext cx="1123635" cy="849557"/>
                  </a:xfrm>
                  <a:prstGeom prst="rect">
                    <a:avLst/>
                  </a:prstGeom>
                </p:spPr>
              </p:pic>
            </mc:Fallback>
          </mc:AlternateContent>
        </p:grpSp>
        <mc:AlternateContent xmlns:mc="http://schemas.openxmlformats.org/markup-compatibility/2006">
          <mc:Choice xmlns:p14="http://schemas.microsoft.com/office/powerpoint/2010/main" xmlns:aink="http://schemas.microsoft.com/office/drawing/2016/ink" Requires="p14 aink">
            <p:contentPart p14:bwMode="auto" r:id="rId39">
              <p14:nvContentPartPr>
                <p14:cNvPr id="57" name="Ink 56">
                  <a:extLst>
                    <a:ext uri="{FF2B5EF4-FFF2-40B4-BE49-F238E27FC236}">
                      <a16:creationId xmlns:a16="http://schemas.microsoft.com/office/drawing/2014/main" id="{1E46A44E-A4B3-6FA3-E48A-BF1E24E830EE}"/>
                    </a:ext>
                  </a:extLst>
                </p14:cNvPr>
                <p14:cNvContentPartPr/>
                <p14:nvPr/>
              </p14:nvContentPartPr>
              <p14:xfrm>
                <a:off x="5172538" y="3072259"/>
                <a:ext cx="853200" cy="223290"/>
              </p14:xfrm>
            </p:contentPart>
          </mc:Choice>
          <mc:Fallback>
            <p:pic>
              <p:nvPicPr>
                <p:cNvPr id="57" name="Ink 56">
                  <a:extLst>
                    <a:ext uri="{FF2B5EF4-FFF2-40B4-BE49-F238E27FC236}">
                      <a16:creationId xmlns:a16="http://schemas.microsoft.com/office/drawing/2014/main" id="{1E46A44E-A4B3-6FA3-E48A-BF1E24E830EE}"/>
                    </a:ext>
                  </a:extLst>
                </p:cNvPr>
                <p:cNvPicPr/>
                <p:nvPr/>
              </p:nvPicPr>
              <p:blipFill>
                <a:blip r:embed="rId40"/>
                <a:stretch>
                  <a:fillRect/>
                </a:stretch>
              </p:blipFill>
              <p:spPr>
                <a:xfrm>
                  <a:off x="5136538" y="2856520"/>
                  <a:ext cx="924840" cy="654409"/>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41">
            <p14:nvContentPartPr>
              <p14:cNvPr id="66" name="Ink 65">
                <a:extLst>
                  <a:ext uri="{FF2B5EF4-FFF2-40B4-BE49-F238E27FC236}">
                    <a16:creationId xmlns:a16="http://schemas.microsoft.com/office/drawing/2014/main" id="{8E1AEC13-7F1A-14DD-B335-6A75B13B3B18}"/>
                  </a:ext>
                </a:extLst>
              </p14:cNvPr>
              <p14:cNvContentPartPr/>
              <p14:nvPr/>
            </p14:nvContentPartPr>
            <p14:xfrm>
              <a:off x="4562338" y="1938611"/>
              <a:ext cx="24030" cy="2087100"/>
            </p14:xfrm>
          </p:contentPart>
        </mc:Choice>
        <mc:Fallback xmlns="">
          <p:pic>
            <p:nvPicPr>
              <p:cNvPr id="66" name="Ink 65">
                <a:extLst>
                  <a:ext uri="{FF2B5EF4-FFF2-40B4-BE49-F238E27FC236}">
                    <a16:creationId xmlns:a16="http://schemas.microsoft.com/office/drawing/2014/main" id="{8E1AEC13-7F1A-14DD-B335-6A75B13B3B18}"/>
                  </a:ext>
                </a:extLst>
              </p:cNvPr>
              <p:cNvPicPr/>
              <p:nvPr/>
            </p:nvPicPr>
            <p:blipFill>
              <a:blip r:embed="rId18"/>
              <a:stretch>
                <a:fillRect/>
              </a:stretch>
            </p:blipFill>
            <p:spPr>
              <a:xfrm>
                <a:off x="4526472" y="1722990"/>
                <a:ext cx="95403" cy="251870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2">
            <p14:nvContentPartPr>
              <p14:cNvPr id="70" name="Ink 69">
                <a:extLst>
                  <a:ext uri="{FF2B5EF4-FFF2-40B4-BE49-F238E27FC236}">
                    <a16:creationId xmlns:a16="http://schemas.microsoft.com/office/drawing/2014/main" id="{39E3C01C-18F0-77BA-4DD1-CE846B948DFC}"/>
                  </a:ext>
                </a:extLst>
              </p14:cNvPr>
              <p14:cNvContentPartPr/>
              <p14:nvPr/>
            </p14:nvContentPartPr>
            <p14:xfrm>
              <a:off x="4168138" y="4024631"/>
              <a:ext cx="828630" cy="91260"/>
            </p14:xfrm>
          </p:contentPart>
        </mc:Choice>
        <mc:Fallback xmlns="">
          <p:pic>
            <p:nvPicPr>
              <p:cNvPr id="70" name="Ink 69">
                <a:extLst>
                  <a:ext uri="{FF2B5EF4-FFF2-40B4-BE49-F238E27FC236}">
                    <a16:creationId xmlns:a16="http://schemas.microsoft.com/office/drawing/2014/main" id="{39E3C01C-18F0-77BA-4DD1-CE846B948DFC}"/>
                  </a:ext>
                </a:extLst>
              </p:cNvPr>
              <p:cNvPicPr/>
              <p:nvPr/>
            </p:nvPicPr>
            <p:blipFill>
              <a:blip r:embed="rId20"/>
              <a:stretch>
                <a:fillRect/>
              </a:stretch>
            </p:blipFill>
            <p:spPr>
              <a:xfrm>
                <a:off x="4132142" y="3808565"/>
                <a:ext cx="900262" cy="52375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3">
            <p14:nvContentPartPr>
              <p14:cNvPr id="72" name="Ink 71">
                <a:extLst>
                  <a:ext uri="{FF2B5EF4-FFF2-40B4-BE49-F238E27FC236}">
                    <a16:creationId xmlns:a16="http://schemas.microsoft.com/office/drawing/2014/main" id="{F630339F-A953-7D81-08AA-324D32C25E8C}"/>
                  </a:ext>
                </a:extLst>
              </p14:cNvPr>
              <p14:cNvContentPartPr/>
              <p14:nvPr/>
            </p14:nvContentPartPr>
            <p14:xfrm>
              <a:off x="3718858" y="4121291"/>
              <a:ext cx="1703160" cy="84510"/>
            </p14:xfrm>
          </p:contentPart>
        </mc:Choice>
        <mc:Fallback xmlns="">
          <p:pic>
            <p:nvPicPr>
              <p:cNvPr id="72" name="Ink 71">
                <a:extLst>
                  <a:ext uri="{FF2B5EF4-FFF2-40B4-BE49-F238E27FC236}">
                    <a16:creationId xmlns:a16="http://schemas.microsoft.com/office/drawing/2014/main" id="{F630339F-A953-7D81-08AA-324D32C25E8C}"/>
                  </a:ext>
                </a:extLst>
              </p:cNvPr>
              <p:cNvPicPr/>
              <p:nvPr/>
            </p:nvPicPr>
            <p:blipFill>
              <a:blip r:embed="rId22"/>
              <a:stretch>
                <a:fillRect/>
              </a:stretch>
            </p:blipFill>
            <p:spPr>
              <a:xfrm>
                <a:off x="3682866" y="3905521"/>
                <a:ext cx="1774785" cy="51569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4">
            <p14:nvContentPartPr>
              <p14:cNvPr id="80" name="Ink 79">
                <a:extLst>
                  <a:ext uri="{FF2B5EF4-FFF2-40B4-BE49-F238E27FC236}">
                    <a16:creationId xmlns:a16="http://schemas.microsoft.com/office/drawing/2014/main" id="{85B18F31-2FB7-CCC7-3131-88197E5240E1}"/>
                  </a:ext>
                </a:extLst>
              </p14:cNvPr>
              <p14:cNvContentPartPr/>
              <p14:nvPr/>
            </p14:nvContentPartPr>
            <p14:xfrm>
              <a:off x="3778709" y="4056648"/>
              <a:ext cx="1639440" cy="151470"/>
            </p14:xfrm>
          </p:contentPart>
        </mc:Choice>
        <mc:Fallback xmlns="">
          <p:pic>
            <p:nvPicPr>
              <p:cNvPr id="80" name="Ink 79">
                <a:extLst>
                  <a:ext uri="{FF2B5EF4-FFF2-40B4-BE49-F238E27FC236}">
                    <a16:creationId xmlns:a16="http://schemas.microsoft.com/office/drawing/2014/main" id="{85B18F31-2FB7-CCC7-3131-88197E5240E1}"/>
                  </a:ext>
                </a:extLst>
              </p:cNvPr>
              <p:cNvPicPr/>
              <p:nvPr/>
            </p:nvPicPr>
            <p:blipFill>
              <a:blip r:embed="rId45"/>
              <a:stretch>
                <a:fillRect/>
              </a:stretch>
            </p:blipFill>
            <p:spPr>
              <a:xfrm>
                <a:off x="3742717" y="3840776"/>
                <a:ext cx="1711064" cy="582854"/>
              </a:xfrm>
              <a:prstGeom prst="rect">
                <a:avLst/>
              </a:prstGeom>
            </p:spPr>
          </p:pic>
        </mc:Fallback>
      </mc:AlternateContent>
      <p:sp>
        <p:nvSpPr>
          <p:cNvPr id="81" name="TextBox 80">
            <a:extLst>
              <a:ext uri="{FF2B5EF4-FFF2-40B4-BE49-F238E27FC236}">
                <a16:creationId xmlns:a16="http://schemas.microsoft.com/office/drawing/2014/main" id="{C93D6B9B-FCB3-CAA6-15CD-0B9A19C6DAC8}"/>
              </a:ext>
            </a:extLst>
          </p:cNvPr>
          <p:cNvSpPr txBox="1"/>
          <p:nvPr/>
        </p:nvSpPr>
        <p:spPr>
          <a:xfrm>
            <a:off x="3097253" y="3410169"/>
            <a:ext cx="755335" cy="248209"/>
          </a:xfrm>
          <a:prstGeom prst="rect">
            <a:avLst/>
          </a:prstGeom>
          <a:noFill/>
        </p:spPr>
        <p:txBody>
          <a:bodyPr wrap="none" rtlCol="0">
            <a:spAutoFit/>
          </a:bodyPr>
          <a:lstStyle/>
          <a:p>
            <a:r>
              <a:rPr lang="en-US" sz="1013" dirty="0">
                <a:latin typeface="VELUX Transform" pitchFamily="2" charset="0"/>
              </a:rPr>
              <a:t>flexibility</a:t>
            </a:r>
          </a:p>
        </p:txBody>
      </p:sp>
      <p:sp>
        <p:nvSpPr>
          <p:cNvPr id="82" name="TextBox 81">
            <a:extLst>
              <a:ext uri="{FF2B5EF4-FFF2-40B4-BE49-F238E27FC236}">
                <a16:creationId xmlns:a16="http://schemas.microsoft.com/office/drawing/2014/main" id="{96057C91-0A9C-7DE2-3FE2-C21461DF2E34}"/>
              </a:ext>
            </a:extLst>
          </p:cNvPr>
          <p:cNvSpPr txBox="1"/>
          <p:nvPr/>
        </p:nvSpPr>
        <p:spPr>
          <a:xfrm>
            <a:off x="5172538" y="3442491"/>
            <a:ext cx="681597" cy="248209"/>
          </a:xfrm>
          <a:prstGeom prst="rect">
            <a:avLst/>
          </a:prstGeom>
          <a:noFill/>
        </p:spPr>
        <p:txBody>
          <a:bodyPr wrap="none" rtlCol="0">
            <a:spAutoFit/>
          </a:bodyPr>
          <a:lstStyle/>
          <a:p>
            <a:r>
              <a:rPr lang="en-US" sz="1013" dirty="0">
                <a:latin typeface="VELUX Transform" pitchFamily="2" charset="0"/>
              </a:rPr>
              <a:t>security</a:t>
            </a:r>
          </a:p>
        </p:txBody>
      </p:sp>
      <p:pic>
        <p:nvPicPr>
          <p:cNvPr id="83" name="Picture 2">
            <a:extLst>
              <a:ext uri="{FF2B5EF4-FFF2-40B4-BE49-F238E27FC236}">
                <a16:creationId xmlns:a16="http://schemas.microsoft.com/office/drawing/2014/main" id="{26B8C585-4241-0003-67FD-56E00E4B584C}"/>
              </a:ext>
            </a:extLst>
          </p:cNvPr>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7942520" y="175537"/>
            <a:ext cx="1052623" cy="365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8223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500" fill="hold">
                                          <p:stCondLst>
                                            <p:cond delay="0"/>
                                          </p:stCondLst>
                                        </p:cTn>
                                        <p:tgtEl>
                                          <p:spTgt spid="3"/>
                                        </p:tgtEl>
                                        <p:attrNameLst>
                                          <p:attrName>r</p:attrName>
                                        </p:attrNameLst>
                                      </p:cBhvr>
                                    </p:animRot>
                                    <p:animRot by="-240000">
                                      <p:cBhvr>
                                        <p:cTn id="7" dur="1000" fill="hold">
                                          <p:stCondLst>
                                            <p:cond delay="1000"/>
                                          </p:stCondLst>
                                        </p:cTn>
                                        <p:tgtEl>
                                          <p:spTgt spid="3"/>
                                        </p:tgtEl>
                                        <p:attrNameLst>
                                          <p:attrName>r</p:attrName>
                                        </p:attrNameLst>
                                      </p:cBhvr>
                                    </p:animRot>
                                    <p:animRot by="240000">
                                      <p:cBhvr>
                                        <p:cTn id="8" dur="1000" fill="hold">
                                          <p:stCondLst>
                                            <p:cond delay="2000"/>
                                          </p:stCondLst>
                                        </p:cTn>
                                        <p:tgtEl>
                                          <p:spTgt spid="3"/>
                                        </p:tgtEl>
                                        <p:attrNameLst>
                                          <p:attrName>r</p:attrName>
                                        </p:attrNameLst>
                                      </p:cBhvr>
                                    </p:animRot>
                                    <p:animRot by="-240000">
                                      <p:cBhvr>
                                        <p:cTn id="9" dur="1000" fill="hold">
                                          <p:stCondLst>
                                            <p:cond delay="3000"/>
                                          </p:stCondLst>
                                        </p:cTn>
                                        <p:tgtEl>
                                          <p:spTgt spid="3"/>
                                        </p:tgtEl>
                                        <p:attrNameLst>
                                          <p:attrName>r</p:attrName>
                                        </p:attrNameLst>
                                      </p:cBhvr>
                                    </p:animRot>
                                    <p:animRot by="120000">
                                      <p:cBhvr>
                                        <p:cTn id="10" dur="1000" fill="hold">
                                          <p:stCondLst>
                                            <p:cond delay="4000"/>
                                          </p:stCondLst>
                                        </p:cTn>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E6F1">
            <a:alpha val="6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21A65-DFE6-840A-925B-A8D0C18658F9}"/>
              </a:ext>
            </a:extLst>
          </p:cNvPr>
          <p:cNvSpPr>
            <a:spLocks noGrp="1"/>
          </p:cNvSpPr>
          <p:nvPr>
            <p:ph type="title"/>
          </p:nvPr>
        </p:nvSpPr>
        <p:spPr>
          <a:xfrm>
            <a:off x="628650" y="2074664"/>
            <a:ext cx="7886700" cy="994172"/>
          </a:xfrm>
        </p:spPr>
        <p:txBody>
          <a:bodyPr>
            <a:normAutofit fontScale="90000"/>
          </a:bodyPr>
          <a:lstStyle/>
          <a:p>
            <a:r>
              <a:rPr lang="en-US" dirty="0">
                <a:latin typeface="VELUX Transform" pitchFamily="2" charset="0"/>
              </a:rPr>
              <a:t>Validate, validate and then a bit more validate</a:t>
            </a: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61" name="Ink 60">
                <a:extLst>
                  <a:ext uri="{FF2B5EF4-FFF2-40B4-BE49-F238E27FC236}">
                    <a16:creationId xmlns:a16="http://schemas.microsoft.com/office/drawing/2014/main" id="{A526337B-7B8E-CFE8-D6C4-453CC4328EC8}"/>
                  </a:ext>
                </a:extLst>
              </p14:cNvPr>
              <p14:cNvContentPartPr/>
              <p14:nvPr/>
            </p14:nvContentPartPr>
            <p14:xfrm>
              <a:off x="-2194772" y="1247298"/>
              <a:ext cx="270" cy="270"/>
            </p14:xfrm>
          </p:contentPart>
        </mc:Choice>
        <mc:Fallback xmlns="">
          <p:pic>
            <p:nvPicPr>
              <p:cNvPr id="61" name="Ink 60">
                <a:extLst>
                  <a:ext uri="{FF2B5EF4-FFF2-40B4-BE49-F238E27FC236}">
                    <a16:creationId xmlns:a16="http://schemas.microsoft.com/office/drawing/2014/main" id="{A526337B-7B8E-CFE8-D6C4-453CC4328EC8}"/>
                  </a:ext>
                </a:extLst>
              </p:cNvPr>
              <p:cNvPicPr/>
              <p:nvPr/>
            </p:nvPicPr>
            <p:blipFill>
              <a:blip r:embed="rId4"/>
              <a:stretch>
                <a:fillRect/>
              </a:stretch>
            </p:blipFill>
            <p:spPr>
              <a:xfrm>
                <a:off x="-2221502" y="1085298"/>
                <a:ext cx="54000" cy="324000"/>
              </a:xfrm>
              <a:prstGeom prst="rect">
                <a:avLst/>
              </a:prstGeom>
            </p:spPr>
          </p:pic>
        </mc:Fallback>
      </mc:AlternateContent>
      <p:pic>
        <p:nvPicPr>
          <p:cNvPr id="62" name="Picture 2">
            <a:extLst>
              <a:ext uri="{FF2B5EF4-FFF2-40B4-BE49-F238E27FC236}">
                <a16:creationId xmlns:a16="http://schemas.microsoft.com/office/drawing/2014/main" id="{A46667D0-B2EB-97D4-32BD-17D5D20D4A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42520" y="175537"/>
            <a:ext cx="1052623" cy="365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8964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7FFF1">
            <a:alpha val="45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376A7-1A00-1A10-A353-351D74979378}"/>
              </a:ext>
            </a:extLst>
          </p:cNvPr>
          <p:cNvSpPr>
            <a:spLocks noGrp="1"/>
          </p:cNvSpPr>
          <p:nvPr>
            <p:ph type="title"/>
          </p:nvPr>
        </p:nvSpPr>
        <p:spPr>
          <a:xfrm>
            <a:off x="625846" y="453702"/>
            <a:ext cx="7886700" cy="1101287"/>
          </a:xfrm>
        </p:spPr>
        <p:txBody>
          <a:bodyPr>
            <a:normAutofit/>
          </a:bodyPr>
          <a:lstStyle/>
          <a:p>
            <a:r>
              <a:rPr lang="en-US" dirty="0">
                <a:latin typeface="VELUX Transform" pitchFamily="2" charset="0"/>
              </a:rPr>
              <a:t>A special kind of validation: Images</a:t>
            </a:r>
          </a:p>
        </p:txBody>
      </p:sp>
      <p:sp>
        <p:nvSpPr>
          <p:cNvPr id="3" name="Content Placeholder 2">
            <a:extLst>
              <a:ext uri="{FF2B5EF4-FFF2-40B4-BE49-F238E27FC236}">
                <a16:creationId xmlns:a16="http://schemas.microsoft.com/office/drawing/2014/main" id="{10E6D61D-4FA3-7320-02A1-78DF84ADB242}"/>
              </a:ext>
            </a:extLst>
          </p:cNvPr>
          <p:cNvSpPr>
            <a:spLocks noGrp="1"/>
          </p:cNvSpPr>
          <p:nvPr>
            <p:ph idx="1"/>
          </p:nvPr>
        </p:nvSpPr>
        <p:spPr>
          <a:xfrm>
            <a:off x="6325636" y="4216774"/>
            <a:ext cx="1496712" cy="478367"/>
          </a:xfrm>
        </p:spPr>
        <p:txBody>
          <a:bodyPr/>
          <a:lstStyle/>
          <a:p>
            <a:pPr marL="0" indent="0">
              <a:buNone/>
            </a:pPr>
            <a:r>
              <a:rPr lang="en-US" sz="2000" dirty="0">
                <a:latin typeface="VELUX Transform" pitchFamily="2" charset="0"/>
              </a:rPr>
              <a:t>Signature</a:t>
            </a:r>
            <a:endParaRPr lang="en-US" dirty="0">
              <a:latin typeface="VELUX Transform" pitchFamily="2" charset="0"/>
            </a:endParaRPr>
          </a:p>
        </p:txBody>
      </p:sp>
      <mc:AlternateContent xmlns:mc="http://schemas.openxmlformats.org/markup-compatibility/2006">
        <mc:Choice xmlns:p14="http://schemas.microsoft.com/office/powerpoint/2010/main" xmlns:aink="http://schemas.microsoft.com/office/drawing/2016/ink" Requires="p14 aink">
          <p:contentPart p14:bwMode="auto" r:id="rId3">
            <p14:nvContentPartPr>
              <p14:cNvPr id="4" name="Ink 3">
                <a:extLst>
                  <a:ext uri="{FF2B5EF4-FFF2-40B4-BE49-F238E27FC236}">
                    <a16:creationId xmlns:a16="http://schemas.microsoft.com/office/drawing/2014/main" id="{07C51255-42EC-8C3A-04B7-B7A501596AB7}"/>
                  </a:ext>
                </a:extLst>
              </p14:cNvPr>
              <p14:cNvContentPartPr/>
              <p14:nvPr/>
            </p14:nvContentPartPr>
            <p14:xfrm>
              <a:off x="1042452" y="1840283"/>
              <a:ext cx="346680" cy="295380"/>
            </p14:xfrm>
          </p:contentPart>
        </mc:Choice>
        <mc:Fallback>
          <p:pic>
            <p:nvPicPr>
              <p:cNvPr id="4" name="Ink 3">
                <a:extLst>
                  <a:ext uri="{FF2B5EF4-FFF2-40B4-BE49-F238E27FC236}">
                    <a16:creationId xmlns:a16="http://schemas.microsoft.com/office/drawing/2014/main" id="{07C51255-42EC-8C3A-04B7-B7A501596AB7}"/>
                  </a:ext>
                </a:extLst>
              </p:cNvPr>
              <p:cNvPicPr/>
              <p:nvPr/>
            </p:nvPicPr>
            <p:blipFill>
              <a:blip r:embed="rId4"/>
              <a:stretch>
                <a:fillRect/>
              </a:stretch>
            </p:blipFill>
            <p:spPr>
              <a:xfrm>
                <a:off x="1006452" y="1624415"/>
                <a:ext cx="418320" cy="726757"/>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5">
            <p14:nvContentPartPr>
              <p14:cNvPr id="5" name="Ink 4">
                <a:extLst>
                  <a:ext uri="{FF2B5EF4-FFF2-40B4-BE49-F238E27FC236}">
                    <a16:creationId xmlns:a16="http://schemas.microsoft.com/office/drawing/2014/main" id="{027883C9-7BF3-72C3-0566-175661EE9DC8}"/>
                  </a:ext>
                </a:extLst>
              </p14:cNvPr>
              <p14:cNvContentPartPr/>
              <p14:nvPr/>
            </p14:nvContentPartPr>
            <p14:xfrm>
              <a:off x="7284943" y="2188536"/>
              <a:ext cx="272060" cy="242448"/>
            </p14:xfrm>
          </p:contentPart>
        </mc:Choice>
        <mc:Fallback>
          <p:pic>
            <p:nvPicPr>
              <p:cNvPr id="5" name="Ink 4">
                <a:extLst>
                  <a:ext uri="{FF2B5EF4-FFF2-40B4-BE49-F238E27FC236}">
                    <a16:creationId xmlns:a16="http://schemas.microsoft.com/office/drawing/2014/main" id="{027883C9-7BF3-72C3-0566-175661EE9DC8}"/>
                  </a:ext>
                </a:extLst>
              </p:cNvPr>
              <p:cNvPicPr/>
              <p:nvPr/>
            </p:nvPicPr>
            <p:blipFill>
              <a:blip r:embed="rId6"/>
              <a:stretch>
                <a:fillRect/>
              </a:stretch>
            </p:blipFill>
            <p:spPr>
              <a:xfrm>
                <a:off x="7248956" y="1972386"/>
                <a:ext cx="343674" cy="674387"/>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7">
            <p14:nvContentPartPr>
              <p14:cNvPr id="8" name="Ink 7">
                <a:extLst>
                  <a:ext uri="{FF2B5EF4-FFF2-40B4-BE49-F238E27FC236}">
                    <a16:creationId xmlns:a16="http://schemas.microsoft.com/office/drawing/2014/main" id="{63898D89-6B88-D557-4B42-2A91002415A2}"/>
                  </a:ext>
                </a:extLst>
              </p14:cNvPr>
              <p14:cNvContentPartPr/>
              <p14:nvPr/>
            </p14:nvContentPartPr>
            <p14:xfrm>
              <a:off x="7649008" y="4234283"/>
              <a:ext cx="346680" cy="258660"/>
            </p14:xfrm>
          </p:contentPart>
        </mc:Choice>
        <mc:Fallback>
          <p:pic>
            <p:nvPicPr>
              <p:cNvPr id="8" name="Ink 7">
                <a:extLst>
                  <a:ext uri="{FF2B5EF4-FFF2-40B4-BE49-F238E27FC236}">
                    <a16:creationId xmlns:a16="http://schemas.microsoft.com/office/drawing/2014/main" id="{63898D89-6B88-D557-4B42-2A91002415A2}"/>
                  </a:ext>
                </a:extLst>
              </p:cNvPr>
              <p:cNvPicPr/>
              <p:nvPr/>
            </p:nvPicPr>
            <p:blipFill>
              <a:blip r:embed="rId8"/>
              <a:stretch>
                <a:fillRect/>
              </a:stretch>
            </p:blipFill>
            <p:spPr>
              <a:xfrm>
                <a:off x="7613008" y="4018433"/>
                <a:ext cx="418320" cy="690000"/>
              </a:xfrm>
              <a:prstGeom prst="rect">
                <a:avLst/>
              </a:prstGeom>
            </p:spPr>
          </p:pic>
        </mc:Fallback>
      </mc:AlternateContent>
      <p:pic>
        <p:nvPicPr>
          <p:cNvPr id="11" name="Picture 2">
            <a:extLst>
              <a:ext uri="{FF2B5EF4-FFF2-40B4-BE49-F238E27FC236}">
                <a16:creationId xmlns:a16="http://schemas.microsoft.com/office/drawing/2014/main" id="{6CE83FB0-B782-5496-C83E-5EA80196525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42520" y="175537"/>
            <a:ext cx="1052623" cy="36512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xmlns:aink="http://schemas.microsoft.com/office/drawing/2016/ink" Requires="p14 aink">
          <p:contentPart p14:bwMode="auto" r:id="rId10">
            <p14:nvContentPartPr>
              <p14:cNvPr id="12" name="Ink 11">
                <a:extLst>
                  <a:ext uri="{FF2B5EF4-FFF2-40B4-BE49-F238E27FC236}">
                    <a16:creationId xmlns:a16="http://schemas.microsoft.com/office/drawing/2014/main" id="{45F253D6-55A1-9AD9-6BE6-6DD69653CBDB}"/>
                  </a:ext>
                </a:extLst>
              </p14:cNvPr>
              <p14:cNvContentPartPr/>
              <p14:nvPr/>
            </p14:nvContentPartPr>
            <p14:xfrm>
              <a:off x="3451756" y="1557323"/>
              <a:ext cx="1703880" cy="91080"/>
            </p14:xfrm>
          </p:contentPart>
        </mc:Choice>
        <mc:Fallback>
          <p:pic>
            <p:nvPicPr>
              <p:cNvPr id="12" name="Ink 11">
                <a:extLst>
                  <a:ext uri="{FF2B5EF4-FFF2-40B4-BE49-F238E27FC236}">
                    <a16:creationId xmlns:a16="http://schemas.microsoft.com/office/drawing/2014/main" id="{45F253D6-55A1-9AD9-6BE6-6DD69653CBDB}"/>
                  </a:ext>
                </a:extLst>
              </p:cNvPr>
              <p:cNvPicPr/>
              <p:nvPr/>
            </p:nvPicPr>
            <p:blipFill>
              <a:blip r:embed="rId11"/>
              <a:stretch>
                <a:fillRect/>
              </a:stretch>
            </p:blipFill>
            <p:spPr>
              <a:xfrm>
                <a:off x="3416116" y="1341683"/>
                <a:ext cx="1775520" cy="5227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2">
            <p14:nvContentPartPr>
              <p14:cNvPr id="13" name="Ink 12">
                <a:extLst>
                  <a:ext uri="{FF2B5EF4-FFF2-40B4-BE49-F238E27FC236}">
                    <a16:creationId xmlns:a16="http://schemas.microsoft.com/office/drawing/2014/main" id="{E619E668-3890-B7D6-FD08-A3D6301252FC}"/>
                  </a:ext>
                </a:extLst>
              </p14:cNvPr>
              <p14:cNvContentPartPr/>
              <p14:nvPr/>
            </p14:nvContentPartPr>
            <p14:xfrm>
              <a:off x="3468316" y="4483043"/>
              <a:ext cx="1855440" cy="21960"/>
            </p14:xfrm>
          </p:contentPart>
        </mc:Choice>
        <mc:Fallback>
          <p:pic>
            <p:nvPicPr>
              <p:cNvPr id="13" name="Ink 12">
                <a:extLst>
                  <a:ext uri="{FF2B5EF4-FFF2-40B4-BE49-F238E27FC236}">
                    <a16:creationId xmlns:a16="http://schemas.microsoft.com/office/drawing/2014/main" id="{E619E668-3890-B7D6-FD08-A3D6301252FC}"/>
                  </a:ext>
                </a:extLst>
              </p:cNvPr>
              <p:cNvPicPr/>
              <p:nvPr/>
            </p:nvPicPr>
            <p:blipFill>
              <a:blip r:embed="rId13"/>
              <a:stretch>
                <a:fillRect/>
              </a:stretch>
            </p:blipFill>
            <p:spPr>
              <a:xfrm>
                <a:off x="3432316" y="4267403"/>
                <a:ext cx="1927080" cy="4536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4">
            <p14:nvContentPartPr>
              <p14:cNvPr id="14" name="Ink 13">
                <a:extLst>
                  <a:ext uri="{FF2B5EF4-FFF2-40B4-BE49-F238E27FC236}">
                    <a16:creationId xmlns:a16="http://schemas.microsoft.com/office/drawing/2014/main" id="{25250FA5-C61E-CD1D-651C-C6662E8D6325}"/>
                  </a:ext>
                </a:extLst>
              </p14:cNvPr>
              <p14:cNvContentPartPr/>
              <p14:nvPr/>
            </p14:nvContentPartPr>
            <p14:xfrm>
              <a:off x="5068516" y="1574963"/>
              <a:ext cx="432360" cy="2943360"/>
            </p14:xfrm>
          </p:contentPart>
        </mc:Choice>
        <mc:Fallback>
          <p:pic>
            <p:nvPicPr>
              <p:cNvPr id="14" name="Ink 13">
                <a:extLst>
                  <a:ext uri="{FF2B5EF4-FFF2-40B4-BE49-F238E27FC236}">
                    <a16:creationId xmlns:a16="http://schemas.microsoft.com/office/drawing/2014/main" id="{25250FA5-C61E-CD1D-651C-C6662E8D6325}"/>
                  </a:ext>
                </a:extLst>
              </p:cNvPr>
              <p:cNvPicPr/>
              <p:nvPr/>
            </p:nvPicPr>
            <p:blipFill>
              <a:blip r:embed="rId15"/>
              <a:stretch>
                <a:fillRect/>
              </a:stretch>
            </p:blipFill>
            <p:spPr>
              <a:xfrm>
                <a:off x="5032516" y="1359323"/>
                <a:ext cx="504000" cy="33753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6">
            <p14:nvContentPartPr>
              <p14:cNvPr id="19" name="Ink 18">
                <a:extLst>
                  <a:ext uri="{FF2B5EF4-FFF2-40B4-BE49-F238E27FC236}">
                    <a16:creationId xmlns:a16="http://schemas.microsoft.com/office/drawing/2014/main" id="{04980600-76F0-1E1D-C1B6-5570816F187D}"/>
                  </a:ext>
                </a:extLst>
              </p14:cNvPr>
              <p14:cNvContentPartPr/>
              <p14:nvPr/>
            </p14:nvContentPartPr>
            <p14:xfrm>
              <a:off x="3511876" y="4263803"/>
              <a:ext cx="1695600" cy="46080"/>
            </p14:xfrm>
          </p:contentPart>
        </mc:Choice>
        <mc:Fallback>
          <p:pic>
            <p:nvPicPr>
              <p:cNvPr id="19" name="Ink 18">
                <a:extLst>
                  <a:ext uri="{FF2B5EF4-FFF2-40B4-BE49-F238E27FC236}">
                    <a16:creationId xmlns:a16="http://schemas.microsoft.com/office/drawing/2014/main" id="{04980600-76F0-1E1D-C1B6-5570816F187D}"/>
                  </a:ext>
                </a:extLst>
              </p:cNvPr>
              <p:cNvPicPr/>
              <p:nvPr/>
            </p:nvPicPr>
            <p:blipFill>
              <a:blip r:embed="rId17"/>
              <a:stretch>
                <a:fillRect/>
              </a:stretch>
            </p:blipFill>
            <p:spPr>
              <a:xfrm>
                <a:off x="3476236" y="4047803"/>
                <a:ext cx="1767240" cy="4777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8">
            <p14:nvContentPartPr>
              <p14:cNvPr id="22" name="Ink 21">
                <a:extLst>
                  <a:ext uri="{FF2B5EF4-FFF2-40B4-BE49-F238E27FC236}">
                    <a16:creationId xmlns:a16="http://schemas.microsoft.com/office/drawing/2014/main" id="{542AE950-5682-D4D4-A9F1-5D5AE0A23594}"/>
                  </a:ext>
                </a:extLst>
              </p14:cNvPr>
              <p14:cNvContentPartPr/>
              <p14:nvPr/>
            </p14:nvContentPartPr>
            <p14:xfrm>
              <a:off x="5148436" y="1775483"/>
              <a:ext cx="48240" cy="2458800"/>
            </p14:xfrm>
          </p:contentPart>
        </mc:Choice>
        <mc:Fallback>
          <p:pic>
            <p:nvPicPr>
              <p:cNvPr id="22" name="Ink 21">
                <a:extLst>
                  <a:ext uri="{FF2B5EF4-FFF2-40B4-BE49-F238E27FC236}">
                    <a16:creationId xmlns:a16="http://schemas.microsoft.com/office/drawing/2014/main" id="{542AE950-5682-D4D4-A9F1-5D5AE0A23594}"/>
                  </a:ext>
                </a:extLst>
              </p:cNvPr>
              <p:cNvPicPr/>
              <p:nvPr/>
            </p:nvPicPr>
            <p:blipFill>
              <a:blip r:embed="rId19"/>
              <a:stretch>
                <a:fillRect/>
              </a:stretch>
            </p:blipFill>
            <p:spPr>
              <a:xfrm>
                <a:off x="5112436" y="1559843"/>
                <a:ext cx="119880" cy="28904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0">
            <p14:nvContentPartPr>
              <p14:cNvPr id="23" name="Ink 22">
                <a:extLst>
                  <a:ext uri="{FF2B5EF4-FFF2-40B4-BE49-F238E27FC236}">
                    <a16:creationId xmlns:a16="http://schemas.microsoft.com/office/drawing/2014/main" id="{6F5715BD-D841-AC3D-7AEC-4FC91A88A1FD}"/>
                  </a:ext>
                </a:extLst>
              </p14:cNvPr>
              <p14:cNvContentPartPr/>
              <p14:nvPr/>
            </p14:nvContentPartPr>
            <p14:xfrm>
              <a:off x="3451756" y="1853243"/>
              <a:ext cx="108360" cy="2464920"/>
            </p14:xfrm>
          </p:contentPart>
        </mc:Choice>
        <mc:Fallback>
          <p:pic>
            <p:nvPicPr>
              <p:cNvPr id="23" name="Ink 22">
                <a:extLst>
                  <a:ext uri="{FF2B5EF4-FFF2-40B4-BE49-F238E27FC236}">
                    <a16:creationId xmlns:a16="http://schemas.microsoft.com/office/drawing/2014/main" id="{6F5715BD-D841-AC3D-7AEC-4FC91A88A1FD}"/>
                  </a:ext>
                </a:extLst>
              </p:cNvPr>
              <p:cNvPicPr/>
              <p:nvPr/>
            </p:nvPicPr>
            <p:blipFill>
              <a:blip r:embed="rId21"/>
              <a:stretch>
                <a:fillRect/>
              </a:stretch>
            </p:blipFill>
            <p:spPr>
              <a:xfrm>
                <a:off x="3416116" y="1637243"/>
                <a:ext cx="180000" cy="28965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2">
            <p14:nvContentPartPr>
              <p14:cNvPr id="26" name="Ink 25">
                <a:extLst>
                  <a:ext uri="{FF2B5EF4-FFF2-40B4-BE49-F238E27FC236}">
                    <a16:creationId xmlns:a16="http://schemas.microsoft.com/office/drawing/2014/main" id="{0DA59F9D-87EC-03E8-3FF0-143D8146D982}"/>
                  </a:ext>
                </a:extLst>
              </p14:cNvPr>
              <p14:cNvContentPartPr/>
              <p14:nvPr/>
            </p14:nvContentPartPr>
            <p14:xfrm>
              <a:off x="4569196" y="4006043"/>
              <a:ext cx="474120" cy="124200"/>
            </p14:xfrm>
          </p:contentPart>
        </mc:Choice>
        <mc:Fallback>
          <p:pic>
            <p:nvPicPr>
              <p:cNvPr id="26" name="Ink 25">
                <a:extLst>
                  <a:ext uri="{FF2B5EF4-FFF2-40B4-BE49-F238E27FC236}">
                    <a16:creationId xmlns:a16="http://schemas.microsoft.com/office/drawing/2014/main" id="{0DA59F9D-87EC-03E8-3FF0-143D8146D982}"/>
                  </a:ext>
                </a:extLst>
              </p:cNvPr>
              <p:cNvPicPr/>
              <p:nvPr/>
            </p:nvPicPr>
            <p:blipFill>
              <a:blip r:embed="rId23"/>
              <a:stretch>
                <a:fillRect/>
              </a:stretch>
            </p:blipFill>
            <p:spPr>
              <a:xfrm>
                <a:off x="4533196" y="3790403"/>
                <a:ext cx="545760" cy="555840"/>
              </a:xfrm>
              <a:prstGeom prst="rect">
                <a:avLst/>
              </a:prstGeom>
            </p:spPr>
          </p:pic>
        </mc:Fallback>
      </mc:AlternateContent>
      <p:grpSp>
        <p:nvGrpSpPr>
          <p:cNvPr id="56" name="Group 55">
            <a:extLst>
              <a:ext uri="{FF2B5EF4-FFF2-40B4-BE49-F238E27FC236}">
                <a16:creationId xmlns:a16="http://schemas.microsoft.com/office/drawing/2014/main" id="{97D0BD4B-5B75-215E-23F5-69AEEEFCE7F4}"/>
              </a:ext>
            </a:extLst>
          </p:cNvPr>
          <p:cNvGrpSpPr/>
          <p:nvPr/>
        </p:nvGrpSpPr>
        <p:grpSpPr>
          <a:xfrm>
            <a:off x="2473996" y="1605203"/>
            <a:ext cx="4091400" cy="2988720"/>
            <a:chOff x="2473996" y="1605203"/>
            <a:chExt cx="4091400" cy="2988720"/>
          </a:xfrm>
        </p:grpSpPr>
        <mc:AlternateContent xmlns:mc="http://schemas.openxmlformats.org/markup-compatibility/2006">
          <mc:Choice xmlns:p14="http://schemas.microsoft.com/office/powerpoint/2010/main" xmlns:aink="http://schemas.microsoft.com/office/drawing/2016/ink" Requires="p14 aink">
            <p:contentPart p14:bwMode="auto" r:id="rId24">
              <p14:nvContentPartPr>
                <p14:cNvPr id="15" name="Ink 14">
                  <a:extLst>
                    <a:ext uri="{FF2B5EF4-FFF2-40B4-BE49-F238E27FC236}">
                      <a16:creationId xmlns:a16="http://schemas.microsoft.com/office/drawing/2014/main" id="{1B19C773-BC33-CE19-7867-C9B3911BDA21}"/>
                    </a:ext>
                  </a:extLst>
                </p14:cNvPr>
                <p14:cNvContentPartPr/>
                <p14:nvPr/>
              </p14:nvContentPartPr>
              <p14:xfrm>
                <a:off x="3087796" y="1605203"/>
                <a:ext cx="475920" cy="2988720"/>
              </p14:xfrm>
            </p:contentPart>
          </mc:Choice>
          <mc:Fallback>
            <p:pic>
              <p:nvPicPr>
                <p:cNvPr id="15" name="Ink 14">
                  <a:extLst>
                    <a:ext uri="{FF2B5EF4-FFF2-40B4-BE49-F238E27FC236}">
                      <a16:creationId xmlns:a16="http://schemas.microsoft.com/office/drawing/2014/main" id="{1B19C773-BC33-CE19-7867-C9B3911BDA21}"/>
                    </a:ext>
                  </a:extLst>
                </p:cNvPr>
                <p:cNvPicPr/>
                <p:nvPr/>
              </p:nvPicPr>
              <p:blipFill>
                <a:blip r:embed="rId25"/>
                <a:stretch>
                  <a:fillRect/>
                </a:stretch>
              </p:blipFill>
              <p:spPr>
                <a:xfrm>
                  <a:off x="3052156" y="1389563"/>
                  <a:ext cx="547560" cy="34203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6">
              <p14:nvContentPartPr>
                <p14:cNvPr id="16" name="Ink 15">
                  <a:extLst>
                    <a:ext uri="{FF2B5EF4-FFF2-40B4-BE49-F238E27FC236}">
                      <a16:creationId xmlns:a16="http://schemas.microsoft.com/office/drawing/2014/main" id="{AB5D2C75-E9B5-6596-48E7-1ECDAF2C76AF}"/>
                    </a:ext>
                  </a:extLst>
                </p14:cNvPr>
                <p14:cNvContentPartPr/>
                <p14:nvPr/>
              </p14:nvContentPartPr>
              <p14:xfrm>
                <a:off x="3442396" y="1808603"/>
                <a:ext cx="1708560" cy="31680"/>
              </p14:xfrm>
            </p:contentPart>
          </mc:Choice>
          <mc:Fallback>
            <p:pic>
              <p:nvPicPr>
                <p:cNvPr id="16" name="Ink 15">
                  <a:extLst>
                    <a:ext uri="{FF2B5EF4-FFF2-40B4-BE49-F238E27FC236}">
                      <a16:creationId xmlns:a16="http://schemas.microsoft.com/office/drawing/2014/main" id="{AB5D2C75-E9B5-6596-48E7-1ECDAF2C76AF}"/>
                    </a:ext>
                  </a:extLst>
                </p:cNvPr>
                <p:cNvPicPr/>
                <p:nvPr/>
              </p:nvPicPr>
              <p:blipFill>
                <a:blip r:embed="rId27"/>
                <a:stretch>
                  <a:fillRect/>
                </a:stretch>
              </p:blipFill>
              <p:spPr>
                <a:xfrm>
                  <a:off x="3406756" y="1592603"/>
                  <a:ext cx="1780200" cy="4633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8">
              <p14:nvContentPartPr>
                <p14:cNvPr id="28" name="Ink 27">
                  <a:extLst>
                    <a:ext uri="{FF2B5EF4-FFF2-40B4-BE49-F238E27FC236}">
                      <a16:creationId xmlns:a16="http://schemas.microsoft.com/office/drawing/2014/main" id="{9848A5E0-0AC6-48E9-0501-5CD471748A9C}"/>
                    </a:ext>
                  </a:extLst>
                </p14:cNvPr>
                <p14:cNvContentPartPr/>
                <p14:nvPr/>
              </p14:nvContentPartPr>
              <p14:xfrm>
                <a:off x="4150876" y="2597363"/>
                <a:ext cx="364680" cy="123120"/>
              </p14:xfrm>
            </p:contentPart>
          </mc:Choice>
          <mc:Fallback>
            <p:pic>
              <p:nvPicPr>
                <p:cNvPr id="28" name="Ink 27">
                  <a:extLst>
                    <a:ext uri="{FF2B5EF4-FFF2-40B4-BE49-F238E27FC236}">
                      <a16:creationId xmlns:a16="http://schemas.microsoft.com/office/drawing/2014/main" id="{9848A5E0-0AC6-48E9-0501-5CD471748A9C}"/>
                    </a:ext>
                  </a:extLst>
                </p:cNvPr>
                <p:cNvPicPr/>
                <p:nvPr/>
              </p:nvPicPr>
              <p:blipFill>
                <a:blip r:embed="rId29"/>
                <a:stretch>
                  <a:fillRect/>
                </a:stretch>
              </p:blipFill>
              <p:spPr>
                <a:xfrm>
                  <a:off x="4115236" y="2381363"/>
                  <a:ext cx="436320" cy="5547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30">
              <p14:nvContentPartPr>
                <p14:cNvPr id="31" name="Ink 30">
                  <a:extLst>
                    <a:ext uri="{FF2B5EF4-FFF2-40B4-BE49-F238E27FC236}">
                      <a16:creationId xmlns:a16="http://schemas.microsoft.com/office/drawing/2014/main" id="{B5F3F1E5-32DB-0992-5419-8F9F70732355}"/>
                    </a:ext>
                  </a:extLst>
                </p14:cNvPr>
                <p14:cNvContentPartPr/>
                <p14:nvPr/>
              </p14:nvContentPartPr>
              <p14:xfrm>
                <a:off x="4163116" y="2474963"/>
                <a:ext cx="9720" cy="7560"/>
              </p14:xfrm>
            </p:contentPart>
          </mc:Choice>
          <mc:Fallback>
            <p:pic>
              <p:nvPicPr>
                <p:cNvPr id="31" name="Ink 30">
                  <a:extLst>
                    <a:ext uri="{FF2B5EF4-FFF2-40B4-BE49-F238E27FC236}">
                      <a16:creationId xmlns:a16="http://schemas.microsoft.com/office/drawing/2014/main" id="{B5F3F1E5-32DB-0992-5419-8F9F70732355}"/>
                    </a:ext>
                  </a:extLst>
                </p:cNvPr>
                <p:cNvPicPr/>
                <p:nvPr/>
              </p:nvPicPr>
              <p:blipFill>
                <a:blip r:embed="rId31"/>
                <a:stretch>
                  <a:fillRect/>
                </a:stretch>
              </p:blipFill>
              <p:spPr>
                <a:xfrm>
                  <a:off x="4127116" y="2259323"/>
                  <a:ext cx="81360" cy="4392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32">
              <p14:nvContentPartPr>
                <p14:cNvPr id="32" name="Ink 31">
                  <a:extLst>
                    <a:ext uri="{FF2B5EF4-FFF2-40B4-BE49-F238E27FC236}">
                      <a16:creationId xmlns:a16="http://schemas.microsoft.com/office/drawing/2014/main" id="{8C845087-9715-C46C-7847-3ECA02FB7732}"/>
                    </a:ext>
                  </a:extLst>
                </p14:cNvPr>
                <p14:cNvContentPartPr/>
                <p14:nvPr/>
              </p14:nvContentPartPr>
              <p14:xfrm>
                <a:off x="4325116" y="2427803"/>
                <a:ext cx="26640" cy="19440"/>
              </p14:xfrm>
            </p:contentPart>
          </mc:Choice>
          <mc:Fallback>
            <p:pic>
              <p:nvPicPr>
                <p:cNvPr id="32" name="Ink 31">
                  <a:extLst>
                    <a:ext uri="{FF2B5EF4-FFF2-40B4-BE49-F238E27FC236}">
                      <a16:creationId xmlns:a16="http://schemas.microsoft.com/office/drawing/2014/main" id="{8C845087-9715-C46C-7847-3ECA02FB7732}"/>
                    </a:ext>
                  </a:extLst>
                </p:cNvPr>
                <p:cNvPicPr/>
                <p:nvPr/>
              </p:nvPicPr>
              <p:blipFill>
                <a:blip r:embed="rId33"/>
                <a:stretch>
                  <a:fillRect/>
                </a:stretch>
              </p:blipFill>
              <p:spPr>
                <a:xfrm>
                  <a:off x="4289476" y="2212163"/>
                  <a:ext cx="98280" cy="4510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34">
              <p14:nvContentPartPr>
                <p14:cNvPr id="33" name="Ink 32">
                  <a:extLst>
                    <a:ext uri="{FF2B5EF4-FFF2-40B4-BE49-F238E27FC236}">
                      <a16:creationId xmlns:a16="http://schemas.microsoft.com/office/drawing/2014/main" id="{06246923-DECA-A1D4-D639-1068E0263EDA}"/>
                    </a:ext>
                  </a:extLst>
                </p14:cNvPr>
                <p14:cNvContentPartPr/>
                <p14:nvPr/>
              </p14:nvContentPartPr>
              <p14:xfrm>
                <a:off x="4119916" y="2456963"/>
                <a:ext cx="50760" cy="28800"/>
              </p14:xfrm>
            </p:contentPart>
          </mc:Choice>
          <mc:Fallback>
            <p:pic>
              <p:nvPicPr>
                <p:cNvPr id="33" name="Ink 32">
                  <a:extLst>
                    <a:ext uri="{FF2B5EF4-FFF2-40B4-BE49-F238E27FC236}">
                      <a16:creationId xmlns:a16="http://schemas.microsoft.com/office/drawing/2014/main" id="{06246923-DECA-A1D4-D639-1068E0263EDA}"/>
                    </a:ext>
                  </a:extLst>
                </p:cNvPr>
                <p:cNvPicPr/>
                <p:nvPr/>
              </p:nvPicPr>
              <p:blipFill>
                <a:blip r:embed="rId35"/>
                <a:stretch>
                  <a:fillRect/>
                </a:stretch>
              </p:blipFill>
              <p:spPr>
                <a:xfrm>
                  <a:off x="4083916" y="2241323"/>
                  <a:ext cx="122400" cy="4604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36">
              <p14:nvContentPartPr>
                <p14:cNvPr id="34" name="Ink 33">
                  <a:extLst>
                    <a:ext uri="{FF2B5EF4-FFF2-40B4-BE49-F238E27FC236}">
                      <a16:creationId xmlns:a16="http://schemas.microsoft.com/office/drawing/2014/main" id="{47199CB0-1537-8924-FF1D-F564F0B909D3}"/>
                    </a:ext>
                  </a:extLst>
                </p14:cNvPr>
                <p14:cNvContentPartPr/>
                <p14:nvPr/>
              </p14:nvContentPartPr>
              <p14:xfrm>
                <a:off x="4320076" y="2415923"/>
                <a:ext cx="21600" cy="30960"/>
              </p14:xfrm>
            </p:contentPart>
          </mc:Choice>
          <mc:Fallback>
            <p:pic>
              <p:nvPicPr>
                <p:cNvPr id="34" name="Ink 33">
                  <a:extLst>
                    <a:ext uri="{FF2B5EF4-FFF2-40B4-BE49-F238E27FC236}">
                      <a16:creationId xmlns:a16="http://schemas.microsoft.com/office/drawing/2014/main" id="{47199CB0-1537-8924-FF1D-F564F0B909D3}"/>
                    </a:ext>
                  </a:extLst>
                </p:cNvPr>
                <p:cNvPicPr/>
                <p:nvPr/>
              </p:nvPicPr>
              <p:blipFill>
                <a:blip r:embed="rId37"/>
                <a:stretch>
                  <a:fillRect/>
                </a:stretch>
              </p:blipFill>
              <p:spPr>
                <a:xfrm>
                  <a:off x="4284436" y="2200283"/>
                  <a:ext cx="93240" cy="4626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38">
              <p14:nvContentPartPr>
                <p14:cNvPr id="37" name="Ink 36">
                  <a:extLst>
                    <a:ext uri="{FF2B5EF4-FFF2-40B4-BE49-F238E27FC236}">
                      <a16:creationId xmlns:a16="http://schemas.microsoft.com/office/drawing/2014/main" id="{01F26DE5-D0F7-E9DE-D866-04806C6DEBF2}"/>
                    </a:ext>
                  </a:extLst>
                </p14:cNvPr>
                <p14:cNvContentPartPr/>
                <p14:nvPr/>
              </p14:nvContentPartPr>
              <p14:xfrm>
                <a:off x="4032436" y="2373083"/>
                <a:ext cx="554040" cy="523440"/>
              </p14:xfrm>
            </p:contentPart>
          </mc:Choice>
          <mc:Fallback>
            <p:pic>
              <p:nvPicPr>
                <p:cNvPr id="37" name="Ink 36">
                  <a:extLst>
                    <a:ext uri="{FF2B5EF4-FFF2-40B4-BE49-F238E27FC236}">
                      <a16:creationId xmlns:a16="http://schemas.microsoft.com/office/drawing/2014/main" id="{01F26DE5-D0F7-E9DE-D866-04806C6DEBF2}"/>
                    </a:ext>
                  </a:extLst>
                </p:cNvPr>
                <p:cNvPicPr/>
                <p:nvPr/>
              </p:nvPicPr>
              <p:blipFill>
                <a:blip r:embed="rId39"/>
                <a:stretch>
                  <a:fillRect/>
                </a:stretch>
              </p:blipFill>
              <p:spPr>
                <a:xfrm>
                  <a:off x="3996436" y="2157083"/>
                  <a:ext cx="625680" cy="9550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40">
              <p14:nvContentPartPr>
                <p14:cNvPr id="41" name="Ink 40">
                  <a:extLst>
                    <a:ext uri="{FF2B5EF4-FFF2-40B4-BE49-F238E27FC236}">
                      <a16:creationId xmlns:a16="http://schemas.microsoft.com/office/drawing/2014/main" id="{9931E673-B8D1-3C12-063D-344E3713547D}"/>
                    </a:ext>
                  </a:extLst>
                </p14:cNvPr>
                <p14:cNvContentPartPr/>
                <p14:nvPr/>
              </p14:nvContentPartPr>
              <p14:xfrm>
                <a:off x="3844156" y="2093363"/>
                <a:ext cx="1044000" cy="1277640"/>
              </p14:xfrm>
            </p:contentPart>
          </mc:Choice>
          <mc:Fallback>
            <p:pic>
              <p:nvPicPr>
                <p:cNvPr id="41" name="Ink 40">
                  <a:extLst>
                    <a:ext uri="{FF2B5EF4-FFF2-40B4-BE49-F238E27FC236}">
                      <a16:creationId xmlns:a16="http://schemas.microsoft.com/office/drawing/2014/main" id="{9931E673-B8D1-3C12-063D-344E3713547D}"/>
                    </a:ext>
                  </a:extLst>
                </p:cNvPr>
                <p:cNvPicPr/>
                <p:nvPr/>
              </p:nvPicPr>
              <p:blipFill>
                <a:blip r:embed="rId41"/>
                <a:stretch>
                  <a:fillRect/>
                </a:stretch>
              </p:blipFill>
              <p:spPr>
                <a:xfrm>
                  <a:off x="3808156" y="1877723"/>
                  <a:ext cx="1115640" cy="17092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42">
              <p14:nvContentPartPr>
                <p14:cNvPr id="42" name="Ink 41">
                  <a:extLst>
                    <a:ext uri="{FF2B5EF4-FFF2-40B4-BE49-F238E27FC236}">
                      <a16:creationId xmlns:a16="http://schemas.microsoft.com/office/drawing/2014/main" id="{93C31FA5-9114-DD8D-F096-6AE7A59947A1}"/>
                    </a:ext>
                  </a:extLst>
                </p14:cNvPr>
                <p14:cNvContentPartPr/>
                <p14:nvPr/>
              </p14:nvContentPartPr>
              <p14:xfrm>
                <a:off x="4183996" y="2908043"/>
                <a:ext cx="26640" cy="151920"/>
              </p14:xfrm>
            </p:contentPart>
          </mc:Choice>
          <mc:Fallback>
            <p:pic>
              <p:nvPicPr>
                <p:cNvPr id="42" name="Ink 41">
                  <a:extLst>
                    <a:ext uri="{FF2B5EF4-FFF2-40B4-BE49-F238E27FC236}">
                      <a16:creationId xmlns:a16="http://schemas.microsoft.com/office/drawing/2014/main" id="{93C31FA5-9114-DD8D-F096-6AE7A59947A1}"/>
                    </a:ext>
                  </a:extLst>
                </p:cNvPr>
                <p:cNvPicPr/>
                <p:nvPr/>
              </p:nvPicPr>
              <p:blipFill>
                <a:blip r:embed="rId43"/>
                <a:stretch>
                  <a:fillRect/>
                </a:stretch>
              </p:blipFill>
              <p:spPr>
                <a:xfrm>
                  <a:off x="4147996" y="2692403"/>
                  <a:ext cx="98280" cy="5835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44">
              <p14:nvContentPartPr>
                <p14:cNvPr id="45" name="Ink 44">
                  <a:extLst>
                    <a:ext uri="{FF2B5EF4-FFF2-40B4-BE49-F238E27FC236}">
                      <a16:creationId xmlns:a16="http://schemas.microsoft.com/office/drawing/2014/main" id="{E9D2E3C3-8A10-B568-E333-AC487ADA7277}"/>
                    </a:ext>
                  </a:extLst>
                </p14:cNvPr>
                <p14:cNvContentPartPr/>
                <p14:nvPr/>
              </p14:nvContentPartPr>
              <p14:xfrm>
                <a:off x="3694396" y="3201443"/>
                <a:ext cx="318240" cy="861480"/>
              </p14:xfrm>
            </p:contentPart>
          </mc:Choice>
          <mc:Fallback>
            <p:pic>
              <p:nvPicPr>
                <p:cNvPr id="45" name="Ink 44">
                  <a:extLst>
                    <a:ext uri="{FF2B5EF4-FFF2-40B4-BE49-F238E27FC236}">
                      <a16:creationId xmlns:a16="http://schemas.microsoft.com/office/drawing/2014/main" id="{E9D2E3C3-8A10-B568-E333-AC487ADA7277}"/>
                    </a:ext>
                  </a:extLst>
                </p:cNvPr>
                <p:cNvPicPr/>
                <p:nvPr/>
              </p:nvPicPr>
              <p:blipFill>
                <a:blip r:embed="rId45"/>
                <a:stretch>
                  <a:fillRect/>
                </a:stretch>
              </p:blipFill>
              <p:spPr>
                <a:xfrm>
                  <a:off x="3658396" y="2985803"/>
                  <a:ext cx="389880" cy="12931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46">
              <p14:nvContentPartPr>
                <p14:cNvPr id="48" name="Ink 47">
                  <a:extLst>
                    <a:ext uri="{FF2B5EF4-FFF2-40B4-BE49-F238E27FC236}">
                      <a16:creationId xmlns:a16="http://schemas.microsoft.com/office/drawing/2014/main" id="{C03D13AF-DF9F-919E-C512-756A802D85D4}"/>
                    </a:ext>
                  </a:extLst>
                </p14:cNvPr>
                <p14:cNvContentPartPr/>
                <p14:nvPr/>
              </p14:nvContentPartPr>
              <p14:xfrm>
                <a:off x="4632196" y="3131243"/>
                <a:ext cx="393120" cy="714960"/>
              </p14:xfrm>
            </p:contentPart>
          </mc:Choice>
          <mc:Fallback>
            <p:pic>
              <p:nvPicPr>
                <p:cNvPr id="48" name="Ink 47">
                  <a:extLst>
                    <a:ext uri="{FF2B5EF4-FFF2-40B4-BE49-F238E27FC236}">
                      <a16:creationId xmlns:a16="http://schemas.microsoft.com/office/drawing/2014/main" id="{C03D13AF-DF9F-919E-C512-756A802D85D4}"/>
                    </a:ext>
                  </a:extLst>
                </p:cNvPr>
                <p:cNvPicPr/>
                <p:nvPr/>
              </p:nvPicPr>
              <p:blipFill>
                <a:blip r:embed="rId47"/>
                <a:stretch>
                  <a:fillRect/>
                </a:stretch>
              </p:blipFill>
              <p:spPr>
                <a:xfrm>
                  <a:off x="4596196" y="2915243"/>
                  <a:ext cx="464760" cy="11466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48">
              <p14:nvContentPartPr>
                <p14:cNvPr id="51" name="Ink 50">
                  <a:extLst>
                    <a:ext uri="{FF2B5EF4-FFF2-40B4-BE49-F238E27FC236}">
                      <a16:creationId xmlns:a16="http://schemas.microsoft.com/office/drawing/2014/main" id="{08E2A4F8-B1C8-917E-2FE3-24943B0C2DDC}"/>
                    </a:ext>
                  </a:extLst>
                </p14:cNvPr>
                <p14:cNvContentPartPr/>
                <p14:nvPr/>
              </p14:nvContentPartPr>
              <p14:xfrm>
                <a:off x="2473996" y="2068883"/>
                <a:ext cx="780840" cy="95760"/>
              </p14:xfrm>
            </p:contentPart>
          </mc:Choice>
          <mc:Fallback>
            <p:pic>
              <p:nvPicPr>
                <p:cNvPr id="51" name="Ink 50">
                  <a:extLst>
                    <a:ext uri="{FF2B5EF4-FFF2-40B4-BE49-F238E27FC236}">
                      <a16:creationId xmlns:a16="http://schemas.microsoft.com/office/drawing/2014/main" id="{08E2A4F8-B1C8-917E-2FE3-24943B0C2DDC}"/>
                    </a:ext>
                  </a:extLst>
                </p:cNvPr>
                <p:cNvPicPr/>
                <p:nvPr/>
              </p:nvPicPr>
              <p:blipFill>
                <a:blip r:embed="rId49"/>
                <a:stretch>
                  <a:fillRect/>
                </a:stretch>
              </p:blipFill>
              <p:spPr>
                <a:xfrm>
                  <a:off x="2438356" y="1852883"/>
                  <a:ext cx="852480" cy="5274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50">
              <p14:nvContentPartPr>
                <p14:cNvPr id="54" name="Ink 53">
                  <a:extLst>
                    <a:ext uri="{FF2B5EF4-FFF2-40B4-BE49-F238E27FC236}">
                      <a16:creationId xmlns:a16="http://schemas.microsoft.com/office/drawing/2014/main" id="{05438836-6F2F-5432-6DD2-8FB58ADB680C}"/>
                    </a:ext>
                  </a:extLst>
                </p14:cNvPr>
                <p14:cNvContentPartPr/>
                <p14:nvPr/>
              </p14:nvContentPartPr>
              <p14:xfrm>
                <a:off x="4696276" y="2328803"/>
                <a:ext cx="1869120" cy="87840"/>
              </p14:xfrm>
            </p:contentPart>
          </mc:Choice>
          <mc:Fallback>
            <p:pic>
              <p:nvPicPr>
                <p:cNvPr id="54" name="Ink 53">
                  <a:extLst>
                    <a:ext uri="{FF2B5EF4-FFF2-40B4-BE49-F238E27FC236}">
                      <a16:creationId xmlns:a16="http://schemas.microsoft.com/office/drawing/2014/main" id="{05438836-6F2F-5432-6DD2-8FB58ADB680C}"/>
                    </a:ext>
                  </a:extLst>
                </p:cNvPr>
                <p:cNvPicPr/>
                <p:nvPr/>
              </p:nvPicPr>
              <p:blipFill>
                <a:blip r:embed="rId51"/>
                <a:stretch>
                  <a:fillRect/>
                </a:stretch>
              </p:blipFill>
              <p:spPr>
                <a:xfrm>
                  <a:off x="4660636" y="2112803"/>
                  <a:ext cx="1940760" cy="519480"/>
                </a:xfrm>
                <a:prstGeom prst="rect">
                  <a:avLst/>
                </a:prstGeom>
              </p:spPr>
            </p:pic>
          </mc:Fallback>
        </mc:AlternateContent>
      </p:grpSp>
      <mc:AlternateContent xmlns:mc="http://schemas.openxmlformats.org/markup-compatibility/2006">
        <mc:Choice xmlns:p14="http://schemas.microsoft.com/office/powerpoint/2010/main" xmlns:aink="http://schemas.microsoft.com/office/drawing/2016/ink" Requires="p14 aink">
          <p:contentPart p14:bwMode="auto" r:id="rId52">
            <p14:nvContentPartPr>
              <p14:cNvPr id="57" name="Ink 56">
                <a:extLst>
                  <a:ext uri="{FF2B5EF4-FFF2-40B4-BE49-F238E27FC236}">
                    <a16:creationId xmlns:a16="http://schemas.microsoft.com/office/drawing/2014/main" id="{A4D285B1-A896-814B-D755-DABE0738FF40}"/>
                  </a:ext>
                </a:extLst>
              </p14:cNvPr>
              <p14:cNvContentPartPr/>
              <p14:nvPr/>
            </p14:nvContentPartPr>
            <p14:xfrm>
              <a:off x="4964476" y="4120523"/>
              <a:ext cx="1361160" cy="269280"/>
            </p14:xfrm>
          </p:contentPart>
        </mc:Choice>
        <mc:Fallback>
          <p:pic>
            <p:nvPicPr>
              <p:cNvPr id="57" name="Ink 56">
                <a:extLst>
                  <a:ext uri="{FF2B5EF4-FFF2-40B4-BE49-F238E27FC236}">
                    <a16:creationId xmlns:a16="http://schemas.microsoft.com/office/drawing/2014/main" id="{A4D285B1-A896-814B-D755-DABE0738FF40}"/>
                  </a:ext>
                </a:extLst>
              </p:cNvPr>
              <p:cNvPicPr/>
              <p:nvPr/>
            </p:nvPicPr>
            <p:blipFill>
              <a:blip r:embed="rId53"/>
              <a:stretch>
                <a:fillRect/>
              </a:stretch>
            </p:blipFill>
            <p:spPr>
              <a:xfrm>
                <a:off x="4928836" y="3904523"/>
                <a:ext cx="1432800" cy="700920"/>
              </a:xfrm>
              <a:prstGeom prst="rect">
                <a:avLst/>
              </a:prstGeom>
            </p:spPr>
          </p:pic>
        </mc:Fallback>
      </mc:AlternateContent>
      <p:sp>
        <p:nvSpPr>
          <p:cNvPr id="59" name="TextBox 58">
            <a:extLst>
              <a:ext uri="{FF2B5EF4-FFF2-40B4-BE49-F238E27FC236}">
                <a16:creationId xmlns:a16="http://schemas.microsoft.com/office/drawing/2014/main" id="{F6303D02-6CD3-4514-F3BC-C40CAFED65AE}"/>
              </a:ext>
            </a:extLst>
          </p:cNvPr>
          <p:cNvSpPr txBox="1"/>
          <p:nvPr/>
        </p:nvSpPr>
        <p:spPr>
          <a:xfrm>
            <a:off x="1340242" y="1828972"/>
            <a:ext cx="1377796" cy="400110"/>
          </a:xfrm>
          <a:prstGeom prst="rect">
            <a:avLst/>
          </a:prstGeom>
          <a:noFill/>
        </p:spPr>
        <p:txBody>
          <a:bodyPr wrap="square">
            <a:spAutoFit/>
          </a:bodyPr>
          <a:lstStyle/>
          <a:p>
            <a:pPr marL="0" indent="0">
              <a:buNone/>
            </a:pPr>
            <a:r>
              <a:rPr lang="en-US" sz="2000" dirty="0">
                <a:latin typeface="VELUX Transform" pitchFamily="2" charset="0"/>
              </a:rPr>
              <a:t>Registry</a:t>
            </a:r>
          </a:p>
        </p:txBody>
      </p:sp>
      <p:sp>
        <p:nvSpPr>
          <p:cNvPr id="61" name="TextBox 60">
            <a:extLst>
              <a:ext uri="{FF2B5EF4-FFF2-40B4-BE49-F238E27FC236}">
                <a16:creationId xmlns:a16="http://schemas.microsoft.com/office/drawing/2014/main" id="{9C1BB438-1F49-C3FB-5F16-781DBBE893D7}"/>
              </a:ext>
            </a:extLst>
          </p:cNvPr>
          <p:cNvSpPr txBox="1"/>
          <p:nvPr/>
        </p:nvSpPr>
        <p:spPr>
          <a:xfrm>
            <a:off x="6617323" y="2116763"/>
            <a:ext cx="939081" cy="400110"/>
          </a:xfrm>
          <a:prstGeom prst="rect">
            <a:avLst/>
          </a:prstGeom>
          <a:noFill/>
        </p:spPr>
        <p:txBody>
          <a:bodyPr wrap="square">
            <a:spAutoFit/>
          </a:bodyPr>
          <a:lstStyle/>
          <a:p>
            <a:pPr marL="0" indent="0">
              <a:buNone/>
            </a:pPr>
            <a:r>
              <a:rPr lang="en-US" sz="2000" dirty="0">
                <a:latin typeface="VELUX Transform" pitchFamily="2" charset="0"/>
              </a:rPr>
              <a:t>Path</a:t>
            </a:r>
          </a:p>
        </p:txBody>
      </p:sp>
    </p:spTree>
    <p:extLst>
      <p:ext uri="{BB962C8B-B14F-4D97-AF65-F5344CB8AC3E}">
        <p14:creationId xmlns:p14="http://schemas.microsoft.com/office/powerpoint/2010/main" val="3578826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EEE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7BBBC-FC1A-50EF-F0F3-D3917DDA55F7}"/>
              </a:ext>
            </a:extLst>
          </p:cNvPr>
          <p:cNvSpPr>
            <a:spLocks noGrp="1"/>
          </p:cNvSpPr>
          <p:nvPr>
            <p:ph type="title"/>
          </p:nvPr>
        </p:nvSpPr>
        <p:spPr>
          <a:xfrm>
            <a:off x="764575" y="665994"/>
            <a:ext cx="3325512" cy="994172"/>
          </a:xfrm>
        </p:spPr>
        <p:txBody>
          <a:bodyPr/>
          <a:lstStyle/>
          <a:p>
            <a:r>
              <a:rPr lang="en-US" dirty="0">
                <a:latin typeface="VELUX Transform" pitchFamily="2" charset="0"/>
              </a:rPr>
              <a:t>Generate rules</a:t>
            </a: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1" name="Ink 10">
                <a:extLst>
                  <a:ext uri="{FF2B5EF4-FFF2-40B4-BE49-F238E27FC236}">
                    <a16:creationId xmlns:a16="http://schemas.microsoft.com/office/drawing/2014/main" id="{D95FF13F-7E03-5456-C286-21EDE7ECAEBE}"/>
                  </a:ext>
                </a:extLst>
              </p14:cNvPr>
              <p14:cNvContentPartPr/>
              <p14:nvPr/>
            </p14:nvContentPartPr>
            <p14:xfrm>
              <a:off x="1607909" y="2656158"/>
              <a:ext cx="1556550" cy="1105920"/>
            </p14:xfrm>
          </p:contentPart>
        </mc:Choice>
        <mc:Fallback xmlns="">
          <p:pic>
            <p:nvPicPr>
              <p:cNvPr id="11" name="Ink 10">
                <a:extLst>
                  <a:ext uri="{FF2B5EF4-FFF2-40B4-BE49-F238E27FC236}">
                    <a16:creationId xmlns:a16="http://schemas.microsoft.com/office/drawing/2014/main" id="{D95FF13F-7E03-5456-C286-21EDE7ECAEBE}"/>
                  </a:ext>
                </a:extLst>
              </p:cNvPr>
              <p:cNvPicPr/>
              <p:nvPr/>
            </p:nvPicPr>
            <p:blipFill>
              <a:blip r:embed="rId4"/>
              <a:stretch>
                <a:fillRect/>
              </a:stretch>
            </p:blipFill>
            <p:spPr>
              <a:xfrm>
                <a:off x="1571911" y="2440518"/>
                <a:ext cx="1628186" cy="1537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3" name="Ink 12">
                <a:extLst>
                  <a:ext uri="{FF2B5EF4-FFF2-40B4-BE49-F238E27FC236}">
                    <a16:creationId xmlns:a16="http://schemas.microsoft.com/office/drawing/2014/main" id="{9136C245-D17B-C509-7896-83A20815E3E6}"/>
                  </a:ext>
                </a:extLst>
              </p14:cNvPr>
              <p14:cNvContentPartPr/>
              <p14:nvPr/>
            </p14:nvContentPartPr>
            <p14:xfrm>
              <a:off x="5555893" y="2571750"/>
              <a:ext cx="1556550" cy="1105920"/>
            </p14:xfrm>
          </p:contentPart>
        </mc:Choice>
        <mc:Fallback xmlns="">
          <p:pic>
            <p:nvPicPr>
              <p:cNvPr id="13" name="Ink 12">
                <a:extLst>
                  <a:ext uri="{FF2B5EF4-FFF2-40B4-BE49-F238E27FC236}">
                    <a16:creationId xmlns:a16="http://schemas.microsoft.com/office/drawing/2014/main" id="{9136C245-D17B-C509-7896-83A20815E3E6}"/>
                  </a:ext>
                </a:extLst>
              </p:cNvPr>
              <p:cNvPicPr/>
              <p:nvPr/>
            </p:nvPicPr>
            <p:blipFill>
              <a:blip r:embed="rId6"/>
              <a:stretch>
                <a:fillRect/>
              </a:stretch>
            </p:blipFill>
            <p:spPr>
              <a:xfrm>
                <a:off x="5519895" y="2356110"/>
                <a:ext cx="1628186" cy="1537560"/>
              </a:xfrm>
              <a:prstGeom prst="rect">
                <a:avLst/>
              </a:prstGeom>
            </p:spPr>
          </p:pic>
        </mc:Fallback>
      </mc:AlternateContent>
      <p:grpSp>
        <p:nvGrpSpPr>
          <p:cNvPr id="41" name="Group 40">
            <a:extLst>
              <a:ext uri="{FF2B5EF4-FFF2-40B4-BE49-F238E27FC236}">
                <a16:creationId xmlns:a16="http://schemas.microsoft.com/office/drawing/2014/main" id="{662814B3-F1F8-1D4C-A5E1-8B1498CA65D2}"/>
              </a:ext>
            </a:extLst>
          </p:cNvPr>
          <p:cNvGrpSpPr/>
          <p:nvPr/>
        </p:nvGrpSpPr>
        <p:grpSpPr>
          <a:xfrm>
            <a:off x="3326459" y="1980888"/>
            <a:ext cx="3725190" cy="1687230"/>
            <a:chOff x="4435278" y="2641184"/>
            <a:chExt cx="4966920" cy="2249640"/>
          </a:xfrm>
        </p:grpSpPr>
        <mc:AlternateContent xmlns:mc="http://schemas.openxmlformats.org/markup-compatibility/2006" xmlns:p14="http://schemas.microsoft.com/office/powerpoint/2010/main" xmlns:aink="http://schemas.microsoft.com/office/drawing/2016/ink">
          <mc:Choice Requires="p14 aink">
            <p:contentPart p14:bwMode="auto" r:id="rId7">
              <p14:nvContentPartPr>
                <p14:cNvPr id="19" name="Ink 18">
                  <a:extLst>
                    <a:ext uri="{FF2B5EF4-FFF2-40B4-BE49-F238E27FC236}">
                      <a16:creationId xmlns:a16="http://schemas.microsoft.com/office/drawing/2014/main" id="{A1C8485E-C3AF-C980-A7C9-F7AE7F43F3A7}"/>
                    </a:ext>
                  </a:extLst>
                </p14:cNvPr>
                <p14:cNvContentPartPr/>
                <p14:nvPr/>
              </p14:nvContentPartPr>
              <p14:xfrm>
                <a:off x="7419318" y="2641184"/>
                <a:ext cx="1982880" cy="866520"/>
              </p14:xfrm>
            </p:contentPart>
          </mc:Choice>
          <mc:Fallback xmlns="">
            <p:pic>
              <p:nvPicPr>
                <p:cNvPr id="19" name="Ink 18">
                  <a:extLst>
                    <a:ext uri="{FF2B5EF4-FFF2-40B4-BE49-F238E27FC236}">
                      <a16:creationId xmlns:a16="http://schemas.microsoft.com/office/drawing/2014/main" id="{A1C8485E-C3AF-C980-A7C9-F7AE7F43F3A7}"/>
                    </a:ext>
                  </a:extLst>
                </p:cNvPr>
                <p:cNvPicPr/>
                <p:nvPr/>
              </p:nvPicPr>
              <p:blipFill>
                <a:blip r:embed="rId8"/>
                <a:stretch>
                  <a:fillRect/>
                </a:stretch>
              </p:blipFill>
              <p:spPr>
                <a:xfrm>
                  <a:off x="7371318" y="2353624"/>
                  <a:ext cx="2078400" cy="1442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20" name="Ink 19">
                  <a:extLst>
                    <a:ext uri="{FF2B5EF4-FFF2-40B4-BE49-F238E27FC236}">
                      <a16:creationId xmlns:a16="http://schemas.microsoft.com/office/drawing/2014/main" id="{FDEC42C5-999C-1F56-41A7-70F9106D4039}"/>
                    </a:ext>
                  </a:extLst>
                </p14:cNvPr>
                <p14:cNvContentPartPr/>
                <p14:nvPr/>
              </p14:nvContentPartPr>
              <p14:xfrm>
                <a:off x="7577718" y="3706424"/>
                <a:ext cx="402480" cy="294480"/>
              </p14:xfrm>
            </p:contentPart>
          </mc:Choice>
          <mc:Fallback xmlns="">
            <p:pic>
              <p:nvPicPr>
                <p:cNvPr id="20" name="Ink 19">
                  <a:extLst>
                    <a:ext uri="{FF2B5EF4-FFF2-40B4-BE49-F238E27FC236}">
                      <a16:creationId xmlns:a16="http://schemas.microsoft.com/office/drawing/2014/main" id="{FDEC42C5-999C-1F56-41A7-70F9106D4039}"/>
                    </a:ext>
                  </a:extLst>
                </p:cNvPr>
                <p:cNvPicPr/>
                <p:nvPr/>
              </p:nvPicPr>
              <p:blipFill>
                <a:blip r:embed="rId10"/>
                <a:stretch>
                  <a:fillRect/>
                </a:stretch>
              </p:blipFill>
              <p:spPr>
                <a:xfrm>
                  <a:off x="7530226" y="3418189"/>
                  <a:ext cx="497943" cy="87046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23" name="Ink 22">
                  <a:extLst>
                    <a:ext uri="{FF2B5EF4-FFF2-40B4-BE49-F238E27FC236}">
                      <a16:creationId xmlns:a16="http://schemas.microsoft.com/office/drawing/2014/main" id="{A62DB121-AC1B-ED90-D603-E1DE463AC7CD}"/>
                    </a:ext>
                  </a:extLst>
                </p14:cNvPr>
                <p14:cNvContentPartPr/>
                <p14:nvPr/>
              </p14:nvContentPartPr>
              <p14:xfrm>
                <a:off x="8918358" y="3666464"/>
                <a:ext cx="429480" cy="236880"/>
              </p14:xfrm>
            </p:contentPart>
          </mc:Choice>
          <mc:Fallback xmlns="">
            <p:pic>
              <p:nvPicPr>
                <p:cNvPr id="23" name="Ink 22">
                  <a:extLst>
                    <a:ext uri="{FF2B5EF4-FFF2-40B4-BE49-F238E27FC236}">
                      <a16:creationId xmlns:a16="http://schemas.microsoft.com/office/drawing/2014/main" id="{A62DB121-AC1B-ED90-D603-E1DE463AC7CD}"/>
                    </a:ext>
                  </a:extLst>
                </p:cNvPr>
                <p:cNvPicPr/>
                <p:nvPr/>
              </p:nvPicPr>
              <p:blipFill>
                <a:blip r:embed="rId12"/>
                <a:stretch>
                  <a:fillRect/>
                </a:stretch>
              </p:blipFill>
              <p:spPr>
                <a:xfrm>
                  <a:off x="8870371" y="3378755"/>
                  <a:ext cx="524973" cy="81181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26" name="Ink 25">
                  <a:extLst>
                    <a:ext uri="{FF2B5EF4-FFF2-40B4-BE49-F238E27FC236}">
                      <a16:creationId xmlns:a16="http://schemas.microsoft.com/office/drawing/2014/main" id="{F3E2FBBE-079D-2060-A073-33928BAA6EEA}"/>
                    </a:ext>
                  </a:extLst>
                </p14:cNvPr>
                <p14:cNvContentPartPr/>
                <p14:nvPr/>
              </p14:nvContentPartPr>
              <p14:xfrm>
                <a:off x="7700478" y="4202864"/>
                <a:ext cx="304920" cy="402480"/>
              </p14:xfrm>
            </p:contentPart>
          </mc:Choice>
          <mc:Fallback xmlns="">
            <p:pic>
              <p:nvPicPr>
                <p:cNvPr id="26" name="Ink 25">
                  <a:extLst>
                    <a:ext uri="{FF2B5EF4-FFF2-40B4-BE49-F238E27FC236}">
                      <a16:creationId xmlns:a16="http://schemas.microsoft.com/office/drawing/2014/main" id="{F3E2FBBE-079D-2060-A073-33928BAA6EEA}"/>
                    </a:ext>
                  </a:extLst>
                </p:cNvPr>
                <p:cNvPicPr/>
                <p:nvPr/>
              </p:nvPicPr>
              <p:blipFill>
                <a:blip r:embed="rId14"/>
                <a:stretch>
                  <a:fillRect/>
                </a:stretch>
              </p:blipFill>
              <p:spPr>
                <a:xfrm>
                  <a:off x="7652459" y="3915036"/>
                  <a:ext cx="400478" cy="97765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27" name="Ink 26">
                  <a:extLst>
                    <a:ext uri="{FF2B5EF4-FFF2-40B4-BE49-F238E27FC236}">
                      <a16:creationId xmlns:a16="http://schemas.microsoft.com/office/drawing/2014/main" id="{A5982B63-5567-E2EB-3619-39B7E358966E}"/>
                    </a:ext>
                  </a:extLst>
                </p14:cNvPr>
                <p14:cNvContentPartPr/>
                <p14:nvPr/>
              </p14:nvContentPartPr>
              <p14:xfrm>
                <a:off x="8228958" y="3694904"/>
                <a:ext cx="452880" cy="196200"/>
              </p14:xfrm>
            </p:contentPart>
          </mc:Choice>
          <mc:Fallback xmlns="">
            <p:pic>
              <p:nvPicPr>
                <p:cNvPr id="27" name="Ink 26">
                  <a:extLst>
                    <a:ext uri="{FF2B5EF4-FFF2-40B4-BE49-F238E27FC236}">
                      <a16:creationId xmlns:a16="http://schemas.microsoft.com/office/drawing/2014/main" id="{A5982B63-5567-E2EB-3619-39B7E358966E}"/>
                    </a:ext>
                  </a:extLst>
                </p:cNvPr>
                <p:cNvPicPr/>
                <p:nvPr/>
              </p:nvPicPr>
              <p:blipFill>
                <a:blip r:embed="rId16"/>
                <a:stretch>
                  <a:fillRect/>
                </a:stretch>
              </p:blipFill>
              <p:spPr>
                <a:xfrm>
                  <a:off x="8180983" y="3407560"/>
                  <a:ext cx="548349" cy="771368"/>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30" name="Ink 29">
                  <a:extLst>
                    <a:ext uri="{FF2B5EF4-FFF2-40B4-BE49-F238E27FC236}">
                      <a16:creationId xmlns:a16="http://schemas.microsoft.com/office/drawing/2014/main" id="{D09741EC-F97C-7AB1-1D41-AADDFBE0A524}"/>
                    </a:ext>
                  </a:extLst>
                </p14:cNvPr>
                <p14:cNvContentPartPr/>
                <p14:nvPr/>
              </p14:nvContentPartPr>
              <p14:xfrm>
                <a:off x="7804158" y="2710304"/>
                <a:ext cx="207720" cy="452880"/>
              </p14:xfrm>
            </p:contentPart>
          </mc:Choice>
          <mc:Fallback xmlns="">
            <p:pic>
              <p:nvPicPr>
                <p:cNvPr id="30" name="Ink 29">
                  <a:extLst>
                    <a:ext uri="{FF2B5EF4-FFF2-40B4-BE49-F238E27FC236}">
                      <a16:creationId xmlns:a16="http://schemas.microsoft.com/office/drawing/2014/main" id="{D09741EC-F97C-7AB1-1D41-AADDFBE0A524}"/>
                    </a:ext>
                  </a:extLst>
                </p:cNvPr>
                <p:cNvPicPr/>
                <p:nvPr/>
              </p:nvPicPr>
              <p:blipFill>
                <a:blip r:embed="rId18"/>
                <a:stretch>
                  <a:fillRect/>
                </a:stretch>
              </p:blipFill>
              <p:spPr>
                <a:xfrm>
                  <a:off x="7756665" y="2422936"/>
                  <a:ext cx="303185" cy="102809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32" name="Ink 31">
                  <a:extLst>
                    <a:ext uri="{FF2B5EF4-FFF2-40B4-BE49-F238E27FC236}">
                      <a16:creationId xmlns:a16="http://schemas.microsoft.com/office/drawing/2014/main" id="{F748A820-B2A4-7C44-9577-8DE56916BB21}"/>
                    </a:ext>
                  </a:extLst>
                </p14:cNvPr>
                <p14:cNvContentPartPr/>
                <p14:nvPr/>
              </p14:nvContentPartPr>
              <p14:xfrm>
                <a:off x="8310678" y="4246064"/>
                <a:ext cx="33840" cy="644760"/>
              </p14:xfrm>
            </p:contentPart>
          </mc:Choice>
          <mc:Fallback xmlns="">
            <p:pic>
              <p:nvPicPr>
                <p:cNvPr id="32" name="Ink 31">
                  <a:extLst>
                    <a:ext uri="{FF2B5EF4-FFF2-40B4-BE49-F238E27FC236}">
                      <a16:creationId xmlns:a16="http://schemas.microsoft.com/office/drawing/2014/main" id="{F748A820-B2A4-7C44-9577-8DE56916BB21}"/>
                    </a:ext>
                  </a:extLst>
                </p:cNvPr>
                <p:cNvPicPr/>
                <p:nvPr/>
              </p:nvPicPr>
              <p:blipFill>
                <a:blip r:embed="rId20"/>
                <a:stretch>
                  <a:fillRect/>
                </a:stretch>
              </p:blipFill>
              <p:spPr>
                <a:xfrm>
                  <a:off x="8263493" y="3958704"/>
                  <a:ext cx="128687" cy="121995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1">
              <p14:nvContentPartPr>
                <p14:cNvPr id="35" name="Ink 34">
                  <a:extLst>
                    <a:ext uri="{FF2B5EF4-FFF2-40B4-BE49-F238E27FC236}">
                      <a16:creationId xmlns:a16="http://schemas.microsoft.com/office/drawing/2014/main" id="{B8019A59-EDAA-3B5B-9ECB-D555FCA8FE08}"/>
                    </a:ext>
                  </a:extLst>
                </p14:cNvPr>
                <p14:cNvContentPartPr/>
                <p14:nvPr/>
              </p14:nvContentPartPr>
              <p14:xfrm>
                <a:off x="8322918" y="4250744"/>
                <a:ext cx="522360" cy="626040"/>
              </p14:xfrm>
            </p:contentPart>
          </mc:Choice>
          <mc:Fallback xmlns="">
            <p:pic>
              <p:nvPicPr>
                <p:cNvPr id="35" name="Ink 34">
                  <a:extLst>
                    <a:ext uri="{FF2B5EF4-FFF2-40B4-BE49-F238E27FC236}">
                      <a16:creationId xmlns:a16="http://schemas.microsoft.com/office/drawing/2014/main" id="{B8019A59-EDAA-3B5B-9ECB-D555FCA8FE08}"/>
                    </a:ext>
                  </a:extLst>
                </p:cNvPr>
                <p:cNvPicPr/>
                <p:nvPr/>
              </p:nvPicPr>
              <p:blipFill>
                <a:blip r:embed="rId22"/>
                <a:stretch>
                  <a:fillRect/>
                </a:stretch>
              </p:blipFill>
              <p:spPr>
                <a:xfrm>
                  <a:off x="8274951" y="3962910"/>
                  <a:ext cx="617814" cy="120122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3">
              <p14:nvContentPartPr>
                <p14:cNvPr id="36" name="Ink 35">
                  <a:extLst>
                    <a:ext uri="{FF2B5EF4-FFF2-40B4-BE49-F238E27FC236}">
                      <a16:creationId xmlns:a16="http://schemas.microsoft.com/office/drawing/2014/main" id="{DE52C576-F1A0-077E-B1B0-6F83E4BFE013}"/>
                    </a:ext>
                  </a:extLst>
                </p14:cNvPr>
                <p14:cNvContentPartPr/>
                <p14:nvPr/>
              </p14:nvContentPartPr>
              <p14:xfrm>
                <a:off x="9085398" y="4173344"/>
                <a:ext cx="191160" cy="428760"/>
              </p14:xfrm>
            </p:contentPart>
          </mc:Choice>
          <mc:Fallback xmlns="">
            <p:pic>
              <p:nvPicPr>
                <p:cNvPr id="36" name="Ink 35">
                  <a:extLst>
                    <a:ext uri="{FF2B5EF4-FFF2-40B4-BE49-F238E27FC236}">
                      <a16:creationId xmlns:a16="http://schemas.microsoft.com/office/drawing/2014/main" id="{DE52C576-F1A0-077E-B1B0-6F83E4BFE013}"/>
                    </a:ext>
                  </a:extLst>
                </p:cNvPr>
                <p:cNvPicPr/>
                <p:nvPr/>
              </p:nvPicPr>
              <p:blipFill>
                <a:blip r:embed="rId24"/>
                <a:stretch>
                  <a:fillRect/>
                </a:stretch>
              </p:blipFill>
              <p:spPr>
                <a:xfrm>
                  <a:off x="9037368" y="3885744"/>
                  <a:ext cx="286740" cy="100444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5">
              <p14:nvContentPartPr>
                <p14:cNvPr id="39" name="Ink 38">
                  <a:extLst>
                    <a:ext uri="{FF2B5EF4-FFF2-40B4-BE49-F238E27FC236}">
                      <a16:creationId xmlns:a16="http://schemas.microsoft.com/office/drawing/2014/main" id="{361F9D38-ACF3-15CA-BC7C-8323B88723E3}"/>
                    </a:ext>
                  </a:extLst>
                </p14:cNvPr>
                <p14:cNvContentPartPr/>
                <p14:nvPr/>
              </p14:nvContentPartPr>
              <p14:xfrm>
                <a:off x="4435278" y="3766904"/>
                <a:ext cx="2738880" cy="877680"/>
              </p14:xfrm>
            </p:contentPart>
          </mc:Choice>
          <mc:Fallback xmlns="">
            <p:pic>
              <p:nvPicPr>
                <p:cNvPr id="39" name="Ink 38">
                  <a:extLst>
                    <a:ext uri="{FF2B5EF4-FFF2-40B4-BE49-F238E27FC236}">
                      <a16:creationId xmlns:a16="http://schemas.microsoft.com/office/drawing/2014/main" id="{361F9D38-ACF3-15CA-BC7C-8323B88723E3}"/>
                    </a:ext>
                  </a:extLst>
                </p:cNvPr>
                <p:cNvPicPr/>
                <p:nvPr/>
              </p:nvPicPr>
              <p:blipFill>
                <a:blip r:embed="rId26"/>
                <a:stretch>
                  <a:fillRect/>
                </a:stretch>
              </p:blipFill>
              <p:spPr>
                <a:xfrm>
                  <a:off x="4387758" y="3478983"/>
                  <a:ext cx="2834400" cy="1453043"/>
                </a:xfrm>
                <a:prstGeom prst="rect">
                  <a:avLst/>
                </a:prstGeom>
              </p:spPr>
            </p:pic>
          </mc:Fallback>
        </mc:AlternateContent>
      </p:grpSp>
      <p:pic>
        <p:nvPicPr>
          <p:cNvPr id="77" name="Picture 2">
            <a:extLst>
              <a:ext uri="{FF2B5EF4-FFF2-40B4-BE49-F238E27FC236}">
                <a16:creationId xmlns:a16="http://schemas.microsoft.com/office/drawing/2014/main" id="{788A8AB2-CB67-0FC2-FD47-A34EC8B56606}"/>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942520" y="175537"/>
            <a:ext cx="1052623" cy="365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1226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4FFCF">
            <a:alpha val="45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B6BFF-F776-208C-5870-E70B2C01C831}"/>
              </a:ext>
            </a:extLst>
          </p:cNvPr>
          <p:cNvSpPr>
            <a:spLocks noGrp="1"/>
          </p:cNvSpPr>
          <p:nvPr>
            <p:ph type="title"/>
          </p:nvPr>
        </p:nvSpPr>
        <p:spPr>
          <a:xfrm>
            <a:off x="628650" y="358101"/>
            <a:ext cx="7886700" cy="994172"/>
          </a:xfrm>
        </p:spPr>
        <p:txBody>
          <a:bodyPr/>
          <a:lstStyle/>
          <a:p>
            <a:r>
              <a:rPr lang="en-US" dirty="0">
                <a:latin typeface="VELUX Transform" pitchFamily="2" charset="0"/>
              </a:rPr>
              <a:t>No mutations though</a:t>
            </a: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4" name="Ink 3">
                <a:extLst>
                  <a:ext uri="{FF2B5EF4-FFF2-40B4-BE49-F238E27FC236}">
                    <a16:creationId xmlns:a16="http://schemas.microsoft.com/office/drawing/2014/main" id="{E7D2B3E7-E9F9-2397-8151-18B45294A759}"/>
                  </a:ext>
                </a:extLst>
              </p14:cNvPr>
              <p14:cNvContentPartPr/>
              <p14:nvPr/>
            </p14:nvContentPartPr>
            <p14:xfrm>
              <a:off x="1946489" y="2421798"/>
              <a:ext cx="5850360" cy="2771280"/>
            </p14:xfrm>
          </p:contentPart>
        </mc:Choice>
        <mc:Fallback xmlns="">
          <p:pic>
            <p:nvPicPr>
              <p:cNvPr id="4" name="Ink 3">
                <a:extLst>
                  <a:ext uri="{FF2B5EF4-FFF2-40B4-BE49-F238E27FC236}">
                    <a16:creationId xmlns:a16="http://schemas.microsoft.com/office/drawing/2014/main" id="{E7D2B3E7-E9F9-2397-8151-18B45294A759}"/>
                  </a:ext>
                </a:extLst>
              </p:cNvPr>
              <p:cNvPicPr/>
              <p:nvPr/>
            </p:nvPicPr>
            <p:blipFill>
              <a:blip r:embed="rId4"/>
              <a:stretch>
                <a:fillRect/>
              </a:stretch>
            </p:blipFill>
            <p:spPr>
              <a:xfrm>
                <a:off x="1910851" y="2205798"/>
                <a:ext cx="5921996" cy="3202920"/>
              </a:xfrm>
              <a:prstGeom prst="rect">
                <a:avLst/>
              </a:prstGeom>
            </p:spPr>
          </p:pic>
        </mc:Fallback>
      </mc:AlternateContent>
      <p:sp>
        <p:nvSpPr>
          <p:cNvPr id="13" name="&quot;No&quot; Symbol 12">
            <a:extLst>
              <a:ext uri="{FF2B5EF4-FFF2-40B4-BE49-F238E27FC236}">
                <a16:creationId xmlns:a16="http://schemas.microsoft.com/office/drawing/2014/main" id="{903BE981-B940-B236-67F1-5ACE4D30338E}"/>
              </a:ext>
            </a:extLst>
          </p:cNvPr>
          <p:cNvSpPr/>
          <p:nvPr/>
        </p:nvSpPr>
        <p:spPr>
          <a:xfrm rot="16636046">
            <a:off x="4491188" y="1761043"/>
            <a:ext cx="3051642" cy="3051642"/>
          </a:xfrm>
          <a:prstGeom prst="noSmoking">
            <a:avLst>
              <a:gd name="adj" fmla="val 9386"/>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a:solidFill>
                <a:schemeClr val="tx1"/>
              </a:solidFill>
            </a:endParaRPr>
          </a:p>
        </p:txBody>
      </p:sp>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6" name="Ink 15">
                <a:extLst>
                  <a:ext uri="{FF2B5EF4-FFF2-40B4-BE49-F238E27FC236}">
                    <a16:creationId xmlns:a16="http://schemas.microsoft.com/office/drawing/2014/main" id="{42EB50B3-DF48-C2F4-2ED0-B37E753D2CB9}"/>
                  </a:ext>
                </a:extLst>
              </p14:cNvPr>
              <p14:cNvContentPartPr/>
              <p14:nvPr/>
            </p14:nvContentPartPr>
            <p14:xfrm>
              <a:off x="1985369" y="3191298"/>
              <a:ext cx="2911950" cy="1961550"/>
            </p14:xfrm>
          </p:contentPart>
        </mc:Choice>
        <mc:Fallback xmlns="">
          <p:pic>
            <p:nvPicPr>
              <p:cNvPr id="16" name="Ink 15">
                <a:extLst>
                  <a:ext uri="{FF2B5EF4-FFF2-40B4-BE49-F238E27FC236}">
                    <a16:creationId xmlns:a16="http://schemas.microsoft.com/office/drawing/2014/main" id="{42EB50B3-DF48-C2F4-2ED0-B37E753D2CB9}"/>
                  </a:ext>
                </a:extLst>
              </p:cNvPr>
              <p:cNvPicPr/>
              <p:nvPr/>
            </p:nvPicPr>
            <p:blipFill>
              <a:blip r:embed="rId6"/>
              <a:stretch>
                <a:fillRect/>
              </a:stretch>
            </p:blipFill>
            <p:spPr>
              <a:xfrm>
                <a:off x="1922371" y="2813315"/>
                <a:ext cx="3037586" cy="271715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19" name="Ink 18">
                <a:extLst>
                  <a:ext uri="{FF2B5EF4-FFF2-40B4-BE49-F238E27FC236}">
                    <a16:creationId xmlns:a16="http://schemas.microsoft.com/office/drawing/2014/main" id="{3495A453-CDBE-A3D9-5A00-997DAD9785AE}"/>
                  </a:ext>
                </a:extLst>
              </p14:cNvPr>
              <p14:cNvContentPartPr/>
              <p14:nvPr/>
            </p14:nvContentPartPr>
            <p14:xfrm>
              <a:off x="4838459" y="2415318"/>
              <a:ext cx="2909520" cy="2822310"/>
            </p14:xfrm>
          </p:contentPart>
        </mc:Choice>
        <mc:Fallback xmlns="">
          <p:pic>
            <p:nvPicPr>
              <p:cNvPr id="19" name="Ink 18">
                <a:extLst>
                  <a:ext uri="{FF2B5EF4-FFF2-40B4-BE49-F238E27FC236}">
                    <a16:creationId xmlns:a16="http://schemas.microsoft.com/office/drawing/2014/main" id="{3495A453-CDBE-A3D9-5A00-997DAD9785AE}"/>
                  </a:ext>
                </a:extLst>
              </p:cNvPr>
              <p:cNvPicPr/>
              <p:nvPr/>
            </p:nvPicPr>
            <p:blipFill>
              <a:blip r:embed="rId8"/>
              <a:stretch>
                <a:fillRect/>
              </a:stretch>
            </p:blipFill>
            <p:spPr>
              <a:xfrm>
                <a:off x="4775459" y="2037690"/>
                <a:ext cx="3035160" cy="357792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23" name="Ink 22">
                <a:extLst>
                  <a:ext uri="{FF2B5EF4-FFF2-40B4-BE49-F238E27FC236}">
                    <a16:creationId xmlns:a16="http://schemas.microsoft.com/office/drawing/2014/main" id="{35DB0A1F-E60B-7133-B975-2333E62A24F2}"/>
                  </a:ext>
                </a:extLst>
              </p14:cNvPr>
              <p14:cNvContentPartPr/>
              <p14:nvPr/>
            </p14:nvContentPartPr>
            <p14:xfrm>
              <a:off x="6352349" y="2838678"/>
              <a:ext cx="447120" cy="514890"/>
            </p14:xfrm>
          </p:contentPart>
        </mc:Choice>
        <mc:Fallback xmlns="">
          <p:pic>
            <p:nvPicPr>
              <p:cNvPr id="23" name="Ink 22">
                <a:extLst>
                  <a:ext uri="{FF2B5EF4-FFF2-40B4-BE49-F238E27FC236}">
                    <a16:creationId xmlns:a16="http://schemas.microsoft.com/office/drawing/2014/main" id="{35DB0A1F-E60B-7133-B975-2333E62A24F2}"/>
                  </a:ext>
                </a:extLst>
              </p:cNvPr>
              <p:cNvPicPr/>
              <p:nvPr/>
            </p:nvPicPr>
            <p:blipFill>
              <a:blip r:embed="rId10"/>
              <a:stretch>
                <a:fillRect/>
              </a:stretch>
            </p:blipFill>
            <p:spPr>
              <a:xfrm>
                <a:off x="6289709" y="2460612"/>
                <a:ext cx="572760" cy="1270662"/>
              </a:xfrm>
              <a:prstGeom prst="rect">
                <a:avLst/>
              </a:prstGeom>
            </p:spPr>
          </p:pic>
        </mc:Fallback>
      </mc:AlternateContent>
      <p:grpSp>
        <p:nvGrpSpPr>
          <p:cNvPr id="30" name="Group 29">
            <a:extLst>
              <a:ext uri="{FF2B5EF4-FFF2-40B4-BE49-F238E27FC236}">
                <a16:creationId xmlns:a16="http://schemas.microsoft.com/office/drawing/2014/main" id="{9A5574AA-A51B-8718-6BA3-0739D05C37A5}"/>
              </a:ext>
            </a:extLst>
          </p:cNvPr>
          <p:cNvGrpSpPr/>
          <p:nvPr/>
        </p:nvGrpSpPr>
        <p:grpSpPr>
          <a:xfrm>
            <a:off x="5783459" y="2769018"/>
            <a:ext cx="942570" cy="1358370"/>
            <a:chOff x="7711278" y="3692024"/>
            <a:chExt cx="1256760" cy="1811160"/>
          </a:xfrm>
        </p:grpSpPr>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22" name="Ink 21">
                  <a:extLst>
                    <a:ext uri="{FF2B5EF4-FFF2-40B4-BE49-F238E27FC236}">
                      <a16:creationId xmlns:a16="http://schemas.microsoft.com/office/drawing/2014/main" id="{1553EA99-E46A-8E44-EE8F-5DFD73B87932}"/>
                    </a:ext>
                  </a:extLst>
                </p14:cNvPr>
                <p14:cNvContentPartPr/>
                <p14:nvPr/>
              </p14:nvContentPartPr>
              <p14:xfrm>
                <a:off x="7711278" y="3692024"/>
                <a:ext cx="622800" cy="347760"/>
              </p14:xfrm>
            </p:contentPart>
          </mc:Choice>
          <mc:Fallback xmlns="">
            <p:pic>
              <p:nvPicPr>
                <p:cNvPr id="22" name="Ink 21">
                  <a:extLst>
                    <a:ext uri="{FF2B5EF4-FFF2-40B4-BE49-F238E27FC236}">
                      <a16:creationId xmlns:a16="http://schemas.microsoft.com/office/drawing/2014/main" id="{1553EA99-E46A-8E44-EE8F-5DFD73B87932}"/>
                    </a:ext>
                  </a:extLst>
                </p:cNvPr>
                <p:cNvPicPr/>
                <p:nvPr/>
              </p:nvPicPr>
              <p:blipFill>
                <a:blip r:embed="rId12"/>
                <a:stretch>
                  <a:fillRect/>
                </a:stretch>
              </p:blipFill>
              <p:spPr>
                <a:xfrm>
                  <a:off x="7627790" y="3187676"/>
                  <a:ext cx="790255" cy="135597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5" name="Ink 4">
                  <a:extLst>
                    <a:ext uri="{FF2B5EF4-FFF2-40B4-BE49-F238E27FC236}">
                      <a16:creationId xmlns:a16="http://schemas.microsoft.com/office/drawing/2014/main" id="{D34AB9D6-FF92-69D7-9C5D-B886D51C7E9A}"/>
                    </a:ext>
                  </a:extLst>
                </p14:cNvPr>
                <p14:cNvContentPartPr/>
                <p14:nvPr/>
              </p14:nvContentPartPr>
              <p14:xfrm>
                <a:off x="7867158" y="3764024"/>
                <a:ext cx="363600" cy="251280"/>
              </p14:xfrm>
            </p:contentPart>
          </mc:Choice>
          <mc:Fallback xmlns="">
            <p:pic>
              <p:nvPicPr>
                <p:cNvPr id="5" name="Ink 4">
                  <a:extLst>
                    <a:ext uri="{FF2B5EF4-FFF2-40B4-BE49-F238E27FC236}">
                      <a16:creationId xmlns:a16="http://schemas.microsoft.com/office/drawing/2014/main" id="{D34AB9D6-FF92-69D7-9C5D-B886D51C7E9A}"/>
                    </a:ext>
                  </a:extLst>
                </p:cNvPr>
                <p:cNvPicPr/>
                <p:nvPr/>
              </p:nvPicPr>
              <p:blipFill>
                <a:blip r:embed="rId14"/>
                <a:stretch>
                  <a:fillRect/>
                </a:stretch>
              </p:blipFill>
              <p:spPr>
                <a:xfrm>
                  <a:off x="7819190" y="3476299"/>
                  <a:ext cx="459057" cy="82625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6" name="Ink 5">
                  <a:extLst>
                    <a:ext uri="{FF2B5EF4-FFF2-40B4-BE49-F238E27FC236}">
                      <a16:creationId xmlns:a16="http://schemas.microsoft.com/office/drawing/2014/main" id="{857B29E4-CA8B-25F9-7647-C866B5733D11}"/>
                    </a:ext>
                  </a:extLst>
                </p14:cNvPr>
                <p14:cNvContentPartPr/>
                <p14:nvPr/>
              </p14:nvContentPartPr>
              <p14:xfrm>
                <a:off x="7795518" y="4137344"/>
                <a:ext cx="696240" cy="1365840"/>
              </p14:xfrm>
            </p:contentPart>
          </mc:Choice>
          <mc:Fallback xmlns="">
            <p:pic>
              <p:nvPicPr>
                <p:cNvPr id="6" name="Ink 5">
                  <a:extLst>
                    <a:ext uri="{FF2B5EF4-FFF2-40B4-BE49-F238E27FC236}">
                      <a16:creationId xmlns:a16="http://schemas.microsoft.com/office/drawing/2014/main" id="{857B29E4-CA8B-25F9-7647-C866B5733D11}"/>
                    </a:ext>
                  </a:extLst>
                </p:cNvPr>
                <p:cNvPicPr/>
                <p:nvPr/>
              </p:nvPicPr>
              <p:blipFill>
                <a:blip r:embed="rId16"/>
                <a:stretch>
                  <a:fillRect/>
                </a:stretch>
              </p:blipFill>
              <p:spPr>
                <a:xfrm>
                  <a:off x="7747535" y="3849395"/>
                  <a:ext cx="791727" cy="194125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7" name="Ink 6">
                  <a:extLst>
                    <a:ext uri="{FF2B5EF4-FFF2-40B4-BE49-F238E27FC236}">
                      <a16:creationId xmlns:a16="http://schemas.microsoft.com/office/drawing/2014/main" id="{C53B0527-F31E-362F-85F0-8F64F3D15600}"/>
                    </a:ext>
                  </a:extLst>
                </p14:cNvPr>
                <p14:cNvContentPartPr/>
                <p14:nvPr/>
              </p14:nvContentPartPr>
              <p14:xfrm>
                <a:off x="8639718" y="3775904"/>
                <a:ext cx="328320" cy="532440"/>
              </p14:xfrm>
            </p:contentPart>
          </mc:Choice>
          <mc:Fallback xmlns="">
            <p:pic>
              <p:nvPicPr>
                <p:cNvPr id="7" name="Ink 6">
                  <a:extLst>
                    <a:ext uri="{FF2B5EF4-FFF2-40B4-BE49-F238E27FC236}">
                      <a16:creationId xmlns:a16="http://schemas.microsoft.com/office/drawing/2014/main" id="{C53B0527-F31E-362F-85F0-8F64F3D15600}"/>
                    </a:ext>
                  </a:extLst>
                </p:cNvPr>
                <p:cNvPicPr/>
                <p:nvPr/>
              </p:nvPicPr>
              <p:blipFill>
                <a:blip r:embed="rId18"/>
                <a:stretch>
                  <a:fillRect/>
                </a:stretch>
              </p:blipFill>
              <p:spPr>
                <a:xfrm>
                  <a:off x="8591718" y="3488578"/>
                  <a:ext cx="423840" cy="1107571"/>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24" name="Ink 23">
                <a:extLst>
                  <a:ext uri="{FF2B5EF4-FFF2-40B4-BE49-F238E27FC236}">
                    <a16:creationId xmlns:a16="http://schemas.microsoft.com/office/drawing/2014/main" id="{E12CD55B-B828-3737-354E-1FADFAD34F7A}"/>
                  </a:ext>
                </a:extLst>
              </p14:cNvPr>
              <p14:cNvContentPartPr/>
              <p14:nvPr/>
            </p14:nvContentPartPr>
            <p14:xfrm>
              <a:off x="5845289" y="3125688"/>
              <a:ext cx="549990" cy="1013850"/>
            </p14:xfrm>
          </p:contentPart>
        </mc:Choice>
        <mc:Fallback xmlns="">
          <p:pic>
            <p:nvPicPr>
              <p:cNvPr id="24" name="Ink 23">
                <a:extLst>
                  <a:ext uri="{FF2B5EF4-FFF2-40B4-BE49-F238E27FC236}">
                    <a16:creationId xmlns:a16="http://schemas.microsoft.com/office/drawing/2014/main" id="{E12CD55B-B828-3737-354E-1FADFAD34F7A}"/>
                  </a:ext>
                </a:extLst>
              </p:cNvPr>
              <p:cNvPicPr/>
              <p:nvPr/>
            </p:nvPicPr>
            <p:blipFill>
              <a:blip r:embed="rId20"/>
              <a:stretch>
                <a:fillRect/>
              </a:stretch>
            </p:blipFill>
            <p:spPr>
              <a:xfrm>
                <a:off x="5782659" y="2747654"/>
                <a:ext cx="675609" cy="1769557"/>
              </a:xfrm>
              <a:prstGeom prst="rect">
                <a:avLst/>
              </a:prstGeom>
            </p:spPr>
          </p:pic>
        </mc:Fallback>
      </mc:AlternateContent>
      <p:pic>
        <p:nvPicPr>
          <p:cNvPr id="34" name="Picture 2">
            <a:extLst>
              <a:ext uri="{FF2B5EF4-FFF2-40B4-BE49-F238E27FC236}">
                <a16:creationId xmlns:a16="http://schemas.microsoft.com/office/drawing/2014/main" id="{4E89E0B6-C34B-EAD8-E6F6-2D66271EC47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942520" y="175537"/>
            <a:ext cx="1052623" cy="365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2062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E6F1">
            <a:alpha val="60000"/>
          </a:srgbClr>
        </a:solidFill>
        <a:effectLst/>
      </p:bgPr>
    </p:bg>
    <p:spTree>
      <p:nvGrpSpPr>
        <p:cNvPr id="1" name="">
          <a:extLst>
            <a:ext uri="{FF2B5EF4-FFF2-40B4-BE49-F238E27FC236}">
              <a16:creationId xmlns:a16="http://schemas.microsoft.com/office/drawing/2014/main" id="{A350C6C2-563C-3F18-26DD-1804B5F5EF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20C78-30D3-A51C-C6C1-E870299B0B5F}"/>
              </a:ext>
            </a:extLst>
          </p:cNvPr>
          <p:cNvSpPr>
            <a:spLocks noGrp="1"/>
          </p:cNvSpPr>
          <p:nvPr>
            <p:ph type="title"/>
          </p:nvPr>
        </p:nvSpPr>
        <p:spPr/>
        <p:txBody>
          <a:bodyPr/>
          <a:lstStyle/>
          <a:p>
            <a:r>
              <a:rPr lang="en-US" dirty="0">
                <a:latin typeface="VELUX Transform" pitchFamily="2" charset="0"/>
              </a:rPr>
              <a:t>Real-life challenges</a:t>
            </a:r>
          </a:p>
        </p:txBody>
      </p:sp>
      <p:sp>
        <p:nvSpPr>
          <p:cNvPr id="61" name="TextBox 60">
            <a:extLst>
              <a:ext uri="{FF2B5EF4-FFF2-40B4-BE49-F238E27FC236}">
                <a16:creationId xmlns:a16="http://schemas.microsoft.com/office/drawing/2014/main" id="{7BD55F3B-BD09-07FE-7F4D-40B00805AC4E}"/>
              </a:ext>
            </a:extLst>
          </p:cNvPr>
          <p:cNvSpPr txBox="1"/>
          <p:nvPr/>
        </p:nvSpPr>
        <p:spPr>
          <a:xfrm>
            <a:off x="777100" y="1421685"/>
            <a:ext cx="5891356" cy="715581"/>
          </a:xfrm>
          <a:prstGeom prst="rect">
            <a:avLst/>
          </a:prstGeom>
          <a:noFill/>
        </p:spPr>
        <p:txBody>
          <a:bodyPr wrap="none" rtlCol="0">
            <a:spAutoFit/>
          </a:bodyPr>
          <a:lstStyle/>
          <a:p>
            <a:r>
              <a:rPr lang="en-US" sz="4050" dirty="0" err="1">
                <a:ln w="19050">
                  <a:solidFill>
                    <a:schemeClr val="accent3">
                      <a:lumMod val="75000"/>
                    </a:schemeClr>
                  </a:solidFill>
                </a:ln>
                <a:solidFill>
                  <a:schemeClr val="accent6">
                    <a:lumMod val="60000"/>
                    <a:lumOff val="40000"/>
                  </a:schemeClr>
                </a:solidFill>
                <a:latin typeface="Consolas" panose="020B0609020204030204" pitchFamily="49" charset="0"/>
                <a:cs typeface="Consolas" panose="020B0609020204030204" pitchFamily="49" charset="0"/>
              </a:rPr>
              <a:t>failureAction</a:t>
            </a:r>
            <a:r>
              <a:rPr lang="en-US" sz="4050" dirty="0">
                <a:ln w="19050">
                  <a:solidFill>
                    <a:schemeClr val="accent3">
                      <a:lumMod val="75000"/>
                    </a:schemeClr>
                  </a:solidFill>
                </a:ln>
                <a:solidFill>
                  <a:schemeClr val="accent6">
                    <a:lumMod val="60000"/>
                    <a:lumOff val="40000"/>
                  </a:schemeClr>
                </a:solidFill>
                <a:latin typeface="Consolas" panose="020B0609020204030204" pitchFamily="49" charset="0"/>
                <a:cs typeface="Consolas" panose="020B0609020204030204" pitchFamily="49" charset="0"/>
              </a:rPr>
              <a:t>: Audit</a:t>
            </a:r>
          </a:p>
        </p:txBody>
      </p:sp>
      <p:grpSp>
        <p:nvGrpSpPr>
          <p:cNvPr id="62" name="Group 61">
            <a:extLst>
              <a:ext uri="{FF2B5EF4-FFF2-40B4-BE49-F238E27FC236}">
                <a16:creationId xmlns:a16="http://schemas.microsoft.com/office/drawing/2014/main" id="{595A4E7D-CDDD-519D-58A4-C392A8336838}"/>
              </a:ext>
            </a:extLst>
          </p:cNvPr>
          <p:cNvGrpSpPr/>
          <p:nvPr/>
        </p:nvGrpSpPr>
        <p:grpSpPr>
          <a:xfrm>
            <a:off x="1042468" y="2693773"/>
            <a:ext cx="2146742" cy="1193717"/>
            <a:chOff x="3062238" y="2497544"/>
            <a:chExt cx="6030000" cy="335304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63" name="Ink 62">
                  <a:extLst>
                    <a:ext uri="{FF2B5EF4-FFF2-40B4-BE49-F238E27FC236}">
                      <a16:creationId xmlns:a16="http://schemas.microsoft.com/office/drawing/2014/main" id="{1BED8CF5-FC34-DB56-936B-A619B34ED1A2}"/>
                    </a:ext>
                  </a:extLst>
                </p14:cNvPr>
                <p14:cNvContentPartPr/>
                <p14:nvPr/>
              </p14:nvContentPartPr>
              <p14:xfrm>
                <a:off x="3062238" y="3789944"/>
                <a:ext cx="547920" cy="1326240"/>
              </p14:xfrm>
            </p:contentPart>
          </mc:Choice>
          <mc:Fallback xmlns="">
            <p:pic>
              <p:nvPicPr>
                <p:cNvPr id="63" name="Ink 62">
                  <a:extLst>
                    <a:ext uri="{FF2B5EF4-FFF2-40B4-BE49-F238E27FC236}">
                      <a16:creationId xmlns:a16="http://schemas.microsoft.com/office/drawing/2014/main" id="{1BED8CF5-FC34-DB56-936B-A619B34ED1A2}"/>
                    </a:ext>
                  </a:extLst>
                </p:cNvPr>
                <p:cNvPicPr/>
                <p:nvPr/>
              </p:nvPicPr>
              <p:blipFill>
                <a:blip r:embed="rId4"/>
                <a:stretch>
                  <a:fillRect/>
                </a:stretch>
              </p:blipFill>
              <p:spPr>
                <a:xfrm>
                  <a:off x="2885327" y="2728548"/>
                  <a:ext cx="900732" cy="344802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64" name="Ink 63">
                  <a:extLst>
                    <a:ext uri="{FF2B5EF4-FFF2-40B4-BE49-F238E27FC236}">
                      <a16:creationId xmlns:a16="http://schemas.microsoft.com/office/drawing/2014/main" id="{7498C00D-9F3D-1FF4-4F8A-DD597D70318A}"/>
                    </a:ext>
                  </a:extLst>
                </p14:cNvPr>
                <p14:cNvContentPartPr/>
                <p14:nvPr/>
              </p14:nvContentPartPr>
              <p14:xfrm>
                <a:off x="3104358" y="5134184"/>
                <a:ext cx="5977440" cy="716400"/>
              </p14:xfrm>
            </p:contentPart>
          </mc:Choice>
          <mc:Fallback xmlns="">
            <p:pic>
              <p:nvPicPr>
                <p:cNvPr id="64" name="Ink 63">
                  <a:extLst>
                    <a:ext uri="{FF2B5EF4-FFF2-40B4-BE49-F238E27FC236}">
                      <a16:creationId xmlns:a16="http://schemas.microsoft.com/office/drawing/2014/main" id="{7498C00D-9F3D-1FF4-4F8A-DD597D70318A}"/>
                    </a:ext>
                  </a:extLst>
                </p:cNvPr>
                <p:cNvPicPr/>
                <p:nvPr/>
              </p:nvPicPr>
              <p:blipFill>
                <a:blip r:embed="rId6"/>
                <a:stretch>
                  <a:fillRect/>
                </a:stretch>
              </p:blipFill>
              <p:spPr>
                <a:xfrm>
                  <a:off x="2927421" y="4073225"/>
                  <a:ext cx="6330303" cy="2837308"/>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65" name="Ink 64">
                  <a:extLst>
                    <a:ext uri="{FF2B5EF4-FFF2-40B4-BE49-F238E27FC236}">
                      <a16:creationId xmlns:a16="http://schemas.microsoft.com/office/drawing/2014/main" id="{EA1F1CAE-533A-3581-8E08-64A85992AA07}"/>
                    </a:ext>
                  </a:extLst>
                </p14:cNvPr>
                <p14:cNvContentPartPr/>
                <p14:nvPr/>
              </p14:nvContentPartPr>
              <p14:xfrm>
                <a:off x="3772158" y="2497544"/>
                <a:ext cx="4604400" cy="1377000"/>
              </p14:xfrm>
            </p:contentPart>
          </mc:Choice>
          <mc:Fallback xmlns="">
            <p:pic>
              <p:nvPicPr>
                <p:cNvPr id="65" name="Ink 64">
                  <a:extLst>
                    <a:ext uri="{FF2B5EF4-FFF2-40B4-BE49-F238E27FC236}">
                      <a16:creationId xmlns:a16="http://schemas.microsoft.com/office/drawing/2014/main" id="{EA1F1CAE-533A-3581-8E08-64A85992AA07}"/>
                    </a:ext>
                  </a:extLst>
                </p:cNvPr>
                <p:cNvPicPr/>
                <p:nvPr/>
              </p:nvPicPr>
              <p:blipFill>
                <a:blip r:embed="rId8"/>
                <a:stretch>
                  <a:fillRect/>
                </a:stretch>
              </p:blipFill>
              <p:spPr>
                <a:xfrm>
                  <a:off x="3595221" y="1435980"/>
                  <a:ext cx="4957262" cy="3499117"/>
                </a:xfrm>
                <a:prstGeom prst="rect">
                  <a:avLst/>
                </a:prstGeom>
              </p:spPr>
            </p:pic>
          </mc:Fallback>
        </mc:AlternateContent>
        <p:grpSp>
          <p:nvGrpSpPr>
            <p:cNvPr id="66" name="Group 65">
              <a:extLst>
                <a:ext uri="{FF2B5EF4-FFF2-40B4-BE49-F238E27FC236}">
                  <a16:creationId xmlns:a16="http://schemas.microsoft.com/office/drawing/2014/main" id="{3AC0DE1B-8EAF-7C8B-9EE8-097AACCE250C}"/>
                </a:ext>
              </a:extLst>
            </p:cNvPr>
            <p:cNvGrpSpPr/>
            <p:nvPr/>
          </p:nvGrpSpPr>
          <p:grpSpPr>
            <a:xfrm>
              <a:off x="3622038" y="3041864"/>
              <a:ext cx="5470200" cy="2374200"/>
              <a:chOff x="3622038" y="3041864"/>
              <a:chExt cx="5470200" cy="2374200"/>
            </a:xfrm>
          </p:grpSpPr>
          <mc:AlternateContent xmlns:mc="http://schemas.openxmlformats.org/markup-compatibility/2006" xmlns:p14="http://schemas.microsoft.com/office/powerpoint/2010/main" xmlns:aink="http://schemas.microsoft.com/office/drawing/2016/ink">
            <mc:Choice Requires="p14 aink">
              <p:contentPart p14:bwMode="auto" r:id="rId9">
                <p14:nvContentPartPr>
                  <p14:cNvPr id="67" name="Ink 66">
                    <a:extLst>
                      <a:ext uri="{FF2B5EF4-FFF2-40B4-BE49-F238E27FC236}">
                        <a16:creationId xmlns:a16="http://schemas.microsoft.com/office/drawing/2014/main" id="{F8BCACDF-EFCC-2C34-4611-BAF5E9B144F0}"/>
                      </a:ext>
                    </a:extLst>
                  </p14:cNvPr>
                  <p14:cNvContentPartPr/>
                  <p14:nvPr/>
                </p14:nvContentPartPr>
                <p14:xfrm>
                  <a:off x="3622038" y="3629384"/>
                  <a:ext cx="4883040" cy="696600"/>
                </p14:xfrm>
              </p:contentPart>
            </mc:Choice>
            <mc:Fallback xmlns="">
              <p:pic>
                <p:nvPicPr>
                  <p:cNvPr id="67" name="Ink 66">
                    <a:extLst>
                      <a:ext uri="{FF2B5EF4-FFF2-40B4-BE49-F238E27FC236}">
                        <a16:creationId xmlns:a16="http://schemas.microsoft.com/office/drawing/2014/main" id="{F8BCACDF-EFCC-2C34-4611-BAF5E9B144F0}"/>
                      </a:ext>
                    </a:extLst>
                  </p:cNvPr>
                  <p:cNvPicPr/>
                  <p:nvPr/>
                </p:nvPicPr>
                <p:blipFill>
                  <a:blip r:embed="rId10"/>
                  <a:stretch>
                    <a:fillRect/>
                  </a:stretch>
                </p:blipFill>
                <p:spPr>
                  <a:xfrm>
                    <a:off x="3445116" y="2567802"/>
                    <a:ext cx="5235872" cy="281875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68" name="Ink 67">
                    <a:extLst>
                      <a:ext uri="{FF2B5EF4-FFF2-40B4-BE49-F238E27FC236}">
                        <a16:creationId xmlns:a16="http://schemas.microsoft.com/office/drawing/2014/main" id="{2E026E28-C81F-728F-9441-6E9556B8288E}"/>
                      </a:ext>
                    </a:extLst>
                  </p14:cNvPr>
                  <p14:cNvContentPartPr/>
                  <p14:nvPr/>
                </p14:nvContentPartPr>
                <p14:xfrm>
                  <a:off x="8502918" y="3803264"/>
                  <a:ext cx="589320" cy="1322280"/>
                </p14:xfrm>
              </p:contentPart>
            </mc:Choice>
            <mc:Fallback xmlns="">
              <p:pic>
                <p:nvPicPr>
                  <p:cNvPr id="68" name="Ink 67">
                    <a:extLst>
                      <a:ext uri="{FF2B5EF4-FFF2-40B4-BE49-F238E27FC236}">
                        <a16:creationId xmlns:a16="http://schemas.microsoft.com/office/drawing/2014/main" id="{2E026E28-C81F-728F-9441-6E9556B8288E}"/>
                      </a:ext>
                    </a:extLst>
                  </p:cNvPr>
                  <p:cNvPicPr/>
                  <p:nvPr/>
                </p:nvPicPr>
                <p:blipFill>
                  <a:blip r:embed="rId12"/>
                  <a:stretch>
                    <a:fillRect/>
                  </a:stretch>
                </p:blipFill>
                <p:spPr>
                  <a:xfrm>
                    <a:off x="8326021" y="2741801"/>
                    <a:ext cx="942103" cy="344419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69" name="Ink 68">
                    <a:extLst>
                      <a:ext uri="{FF2B5EF4-FFF2-40B4-BE49-F238E27FC236}">
                        <a16:creationId xmlns:a16="http://schemas.microsoft.com/office/drawing/2014/main" id="{523D4FDF-FEA1-2AC8-26A3-C433CEF17C15}"/>
                      </a:ext>
                    </a:extLst>
                  </p14:cNvPr>
                  <p14:cNvContentPartPr/>
                  <p14:nvPr/>
                </p14:nvContentPartPr>
                <p14:xfrm>
                  <a:off x="4714638" y="3354344"/>
                  <a:ext cx="974160" cy="427680"/>
                </p14:xfrm>
              </p:contentPart>
            </mc:Choice>
            <mc:Fallback xmlns="">
              <p:pic>
                <p:nvPicPr>
                  <p:cNvPr id="69" name="Ink 68">
                    <a:extLst>
                      <a:ext uri="{FF2B5EF4-FFF2-40B4-BE49-F238E27FC236}">
                        <a16:creationId xmlns:a16="http://schemas.microsoft.com/office/drawing/2014/main" id="{523D4FDF-FEA1-2AC8-26A3-C433CEF17C15}"/>
                      </a:ext>
                    </a:extLst>
                  </p:cNvPr>
                  <p:cNvPicPr/>
                  <p:nvPr/>
                </p:nvPicPr>
                <p:blipFill>
                  <a:blip r:embed="rId14"/>
                  <a:stretch>
                    <a:fillRect/>
                  </a:stretch>
                </p:blipFill>
                <p:spPr>
                  <a:xfrm>
                    <a:off x="4537794" y="2292727"/>
                    <a:ext cx="1326838" cy="254990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70" name="Ink 69">
                    <a:extLst>
                      <a:ext uri="{FF2B5EF4-FFF2-40B4-BE49-F238E27FC236}">
                        <a16:creationId xmlns:a16="http://schemas.microsoft.com/office/drawing/2014/main" id="{3ED80406-645E-9537-EF0E-9501916BA4E7}"/>
                      </a:ext>
                    </a:extLst>
                  </p14:cNvPr>
                  <p14:cNvContentPartPr/>
                  <p14:nvPr/>
                </p14:nvContentPartPr>
                <p14:xfrm>
                  <a:off x="6203958" y="3615344"/>
                  <a:ext cx="465480" cy="274680"/>
                </p14:xfrm>
              </p:contentPart>
            </mc:Choice>
            <mc:Fallback xmlns="">
              <p:pic>
                <p:nvPicPr>
                  <p:cNvPr id="70" name="Ink 69">
                    <a:extLst>
                      <a:ext uri="{FF2B5EF4-FFF2-40B4-BE49-F238E27FC236}">
                        <a16:creationId xmlns:a16="http://schemas.microsoft.com/office/drawing/2014/main" id="{3ED80406-645E-9537-EF0E-9501916BA4E7}"/>
                      </a:ext>
                    </a:extLst>
                  </p:cNvPr>
                  <p:cNvPicPr/>
                  <p:nvPr/>
                </p:nvPicPr>
                <p:blipFill>
                  <a:blip r:embed="rId16"/>
                  <a:stretch>
                    <a:fillRect/>
                  </a:stretch>
                </p:blipFill>
                <p:spPr>
                  <a:xfrm>
                    <a:off x="6027257" y="2554998"/>
                    <a:ext cx="817872" cy="239436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71" name="Ink 70">
                    <a:extLst>
                      <a:ext uri="{FF2B5EF4-FFF2-40B4-BE49-F238E27FC236}">
                        <a16:creationId xmlns:a16="http://schemas.microsoft.com/office/drawing/2014/main" id="{7B1FD5BB-8F4B-8ED5-4304-657DF4EFC25C}"/>
                      </a:ext>
                    </a:extLst>
                  </p14:cNvPr>
                  <p14:cNvContentPartPr/>
                  <p14:nvPr/>
                </p14:nvContentPartPr>
                <p14:xfrm>
                  <a:off x="6295398" y="3062384"/>
                  <a:ext cx="573840" cy="135360"/>
                </p14:xfrm>
              </p:contentPart>
            </mc:Choice>
            <mc:Fallback xmlns="">
              <p:pic>
                <p:nvPicPr>
                  <p:cNvPr id="71" name="Ink 70">
                    <a:extLst>
                      <a:ext uri="{FF2B5EF4-FFF2-40B4-BE49-F238E27FC236}">
                        <a16:creationId xmlns:a16="http://schemas.microsoft.com/office/drawing/2014/main" id="{7B1FD5BB-8F4B-8ED5-4304-657DF4EFC25C}"/>
                      </a:ext>
                    </a:extLst>
                  </p:cNvPr>
                  <p:cNvPicPr/>
                  <p:nvPr/>
                </p:nvPicPr>
                <p:blipFill>
                  <a:blip r:embed="rId18"/>
                  <a:stretch>
                    <a:fillRect/>
                  </a:stretch>
                </p:blipFill>
                <p:spPr>
                  <a:xfrm>
                    <a:off x="6118599" y="2009584"/>
                    <a:ext cx="926428" cy="223995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72" name="Ink 71">
                    <a:extLst>
                      <a:ext uri="{FF2B5EF4-FFF2-40B4-BE49-F238E27FC236}">
                        <a16:creationId xmlns:a16="http://schemas.microsoft.com/office/drawing/2014/main" id="{204A8BCB-AE71-96BC-E273-4AACC4D15AFC}"/>
                      </a:ext>
                    </a:extLst>
                  </p14:cNvPr>
                  <p14:cNvContentPartPr/>
                  <p14:nvPr/>
                </p14:nvContentPartPr>
                <p14:xfrm>
                  <a:off x="7372878" y="3391064"/>
                  <a:ext cx="274680" cy="409320"/>
                </p14:xfrm>
              </p:contentPart>
            </mc:Choice>
            <mc:Fallback xmlns="">
              <p:pic>
                <p:nvPicPr>
                  <p:cNvPr id="72" name="Ink 71">
                    <a:extLst>
                      <a:ext uri="{FF2B5EF4-FFF2-40B4-BE49-F238E27FC236}">
                        <a16:creationId xmlns:a16="http://schemas.microsoft.com/office/drawing/2014/main" id="{204A8BCB-AE71-96BC-E273-4AACC4D15AFC}"/>
                      </a:ext>
                    </a:extLst>
                  </p:cNvPr>
                  <p:cNvPicPr/>
                  <p:nvPr/>
                </p:nvPicPr>
                <p:blipFill>
                  <a:blip r:embed="rId20"/>
                  <a:stretch>
                    <a:fillRect/>
                  </a:stretch>
                </p:blipFill>
                <p:spPr>
                  <a:xfrm>
                    <a:off x="7196154" y="2329864"/>
                    <a:ext cx="627119" cy="253070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1">
                <p14:nvContentPartPr>
                  <p14:cNvPr id="73" name="Ink 72">
                    <a:extLst>
                      <a:ext uri="{FF2B5EF4-FFF2-40B4-BE49-F238E27FC236}">
                        <a16:creationId xmlns:a16="http://schemas.microsoft.com/office/drawing/2014/main" id="{2426FF40-D874-DEF0-271E-CD00A5EB9839}"/>
                      </a:ext>
                    </a:extLst>
                  </p14:cNvPr>
                  <p14:cNvContentPartPr/>
                  <p14:nvPr/>
                </p14:nvContentPartPr>
                <p14:xfrm>
                  <a:off x="5589798" y="3041864"/>
                  <a:ext cx="338040" cy="134280"/>
                </p14:xfrm>
              </p:contentPart>
            </mc:Choice>
            <mc:Fallback xmlns="">
              <p:pic>
                <p:nvPicPr>
                  <p:cNvPr id="73" name="Ink 72">
                    <a:extLst>
                      <a:ext uri="{FF2B5EF4-FFF2-40B4-BE49-F238E27FC236}">
                        <a16:creationId xmlns:a16="http://schemas.microsoft.com/office/drawing/2014/main" id="{2426FF40-D874-DEF0-271E-CD00A5EB9839}"/>
                      </a:ext>
                    </a:extLst>
                  </p:cNvPr>
                  <p:cNvPicPr/>
                  <p:nvPr/>
                </p:nvPicPr>
                <p:blipFill>
                  <a:blip r:embed="rId22"/>
                  <a:stretch>
                    <a:fillRect/>
                  </a:stretch>
                </p:blipFill>
                <p:spPr>
                  <a:xfrm>
                    <a:off x="5413210" y="1981759"/>
                    <a:ext cx="690207" cy="225348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3">
                <p14:nvContentPartPr>
                  <p14:cNvPr id="74" name="Ink 73">
                    <a:extLst>
                      <a:ext uri="{FF2B5EF4-FFF2-40B4-BE49-F238E27FC236}">
                        <a16:creationId xmlns:a16="http://schemas.microsoft.com/office/drawing/2014/main" id="{DAB0ACAE-11F1-C005-8525-54C7C807383D}"/>
                      </a:ext>
                    </a:extLst>
                  </p14:cNvPr>
                  <p14:cNvContentPartPr/>
                  <p14:nvPr/>
                </p14:nvContentPartPr>
                <p14:xfrm>
                  <a:off x="6801558" y="3805424"/>
                  <a:ext cx="130680" cy="368640"/>
                </p14:xfrm>
              </p:contentPart>
            </mc:Choice>
            <mc:Fallback xmlns="">
              <p:pic>
                <p:nvPicPr>
                  <p:cNvPr id="74" name="Ink 73">
                    <a:extLst>
                      <a:ext uri="{FF2B5EF4-FFF2-40B4-BE49-F238E27FC236}">
                        <a16:creationId xmlns:a16="http://schemas.microsoft.com/office/drawing/2014/main" id="{DAB0ACAE-11F1-C005-8525-54C7C807383D}"/>
                      </a:ext>
                    </a:extLst>
                  </p:cNvPr>
                  <p:cNvPicPr/>
                  <p:nvPr/>
                </p:nvPicPr>
                <p:blipFill>
                  <a:blip r:embed="rId24"/>
                  <a:stretch>
                    <a:fillRect/>
                  </a:stretch>
                </p:blipFill>
                <p:spPr>
                  <a:xfrm>
                    <a:off x="6625643" y="2744953"/>
                    <a:ext cx="481506" cy="248857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5">
                <p14:nvContentPartPr>
                  <p14:cNvPr id="75" name="Ink 74">
                    <a:extLst>
                      <a:ext uri="{FF2B5EF4-FFF2-40B4-BE49-F238E27FC236}">
                        <a16:creationId xmlns:a16="http://schemas.microsoft.com/office/drawing/2014/main" id="{00E5FED6-52DA-2575-CCCC-76A0ACE57011}"/>
                      </a:ext>
                    </a:extLst>
                  </p14:cNvPr>
                  <p14:cNvContentPartPr/>
                  <p14:nvPr/>
                </p14:nvContentPartPr>
                <p14:xfrm>
                  <a:off x="6859518" y="3798584"/>
                  <a:ext cx="277200" cy="375120"/>
                </p14:xfrm>
              </p:contentPart>
            </mc:Choice>
            <mc:Fallback xmlns="">
              <p:pic>
                <p:nvPicPr>
                  <p:cNvPr id="75" name="Ink 74">
                    <a:extLst>
                      <a:ext uri="{FF2B5EF4-FFF2-40B4-BE49-F238E27FC236}">
                        <a16:creationId xmlns:a16="http://schemas.microsoft.com/office/drawing/2014/main" id="{00E5FED6-52DA-2575-CCCC-76A0ACE57011}"/>
                      </a:ext>
                    </a:extLst>
                  </p:cNvPr>
                  <p:cNvPicPr/>
                  <p:nvPr/>
                </p:nvPicPr>
                <p:blipFill>
                  <a:blip r:embed="rId26"/>
                  <a:stretch>
                    <a:fillRect/>
                  </a:stretch>
                </p:blipFill>
                <p:spPr>
                  <a:xfrm>
                    <a:off x="6683118" y="2739778"/>
                    <a:ext cx="628992" cy="249172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7">
                <p14:nvContentPartPr>
                  <p14:cNvPr id="76" name="Ink 75">
                    <a:extLst>
                      <a:ext uri="{FF2B5EF4-FFF2-40B4-BE49-F238E27FC236}">
                        <a16:creationId xmlns:a16="http://schemas.microsoft.com/office/drawing/2014/main" id="{18514C47-F228-52D8-77AA-0910633CAC0E}"/>
                      </a:ext>
                    </a:extLst>
                  </p14:cNvPr>
                  <p14:cNvContentPartPr/>
                  <p14:nvPr/>
                </p14:nvContentPartPr>
                <p14:xfrm>
                  <a:off x="4868358" y="3480704"/>
                  <a:ext cx="317880" cy="81360"/>
                </p14:xfrm>
              </p:contentPart>
            </mc:Choice>
            <mc:Fallback xmlns="">
              <p:pic>
                <p:nvPicPr>
                  <p:cNvPr id="76" name="Ink 75">
                    <a:extLst>
                      <a:ext uri="{FF2B5EF4-FFF2-40B4-BE49-F238E27FC236}">
                        <a16:creationId xmlns:a16="http://schemas.microsoft.com/office/drawing/2014/main" id="{18514C47-F228-52D8-77AA-0910633CAC0E}"/>
                      </a:ext>
                    </a:extLst>
                  </p:cNvPr>
                  <p:cNvPicPr/>
                  <p:nvPr/>
                </p:nvPicPr>
                <p:blipFill>
                  <a:blip r:embed="rId28"/>
                  <a:stretch>
                    <a:fillRect/>
                  </a:stretch>
                </p:blipFill>
                <p:spPr>
                  <a:xfrm>
                    <a:off x="4691758" y="2426037"/>
                    <a:ext cx="670071" cy="218968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9">
                <p14:nvContentPartPr>
                  <p14:cNvPr id="77" name="Ink 76">
                    <a:extLst>
                      <a:ext uri="{FF2B5EF4-FFF2-40B4-BE49-F238E27FC236}">
                        <a16:creationId xmlns:a16="http://schemas.microsoft.com/office/drawing/2014/main" id="{7CE3EE68-E8C9-6640-CBE6-EB62E78B3C17}"/>
                      </a:ext>
                    </a:extLst>
                  </p14:cNvPr>
                  <p14:cNvContentPartPr/>
                  <p14:nvPr/>
                </p14:nvContentPartPr>
                <p14:xfrm>
                  <a:off x="5216478" y="3557384"/>
                  <a:ext cx="184320" cy="224640"/>
                </p14:xfrm>
              </p:contentPart>
            </mc:Choice>
            <mc:Fallback xmlns="">
              <p:pic>
                <p:nvPicPr>
                  <p:cNvPr id="77" name="Ink 76">
                    <a:extLst>
                      <a:ext uri="{FF2B5EF4-FFF2-40B4-BE49-F238E27FC236}">
                        <a16:creationId xmlns:a16="http://schemas.microsoft.com/office/drawing/2014/main" id="{7CE3EE68-E8C9-6640-CBE6-EB62E78B3C17}"/>
                      </a:ext>
                    </a:extLst>
                  </p:cNvPr>
                  <p:cNvPicPr/>
                  <p:nvPr/>
                </p:nvPicPr>
                <p:blipFill>
                  <a:blip r:embed="rId30"/>
                  <a:stretch>
                    <a:fillRect/>
                  </a:stretch>
                </p:blipFill>
                <p:spPr>
                  <a:xfrm>
                    <a:off x="5040216" y="2499662"/>
                    <a:ext cx="535837" cy="233907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1">
                <p14:nvContentPartPr>
                  <p14:cNvPr id="78" name="Ink 77">
                    <a:extLst>
                      <a:ext uri="{FF2B5EF4-FFF2-40B4-BE49-F238E27FC236}">
                        <a16:creationId xmlns:a16="http://schemas.microsoft.com/office/drawing/2014/main" id="{609BD201-471A-5633-BCF8-3F054DA6E074}"/>
                      </a:ext>
                    </a:extLst>
                  </p14:cNvPr>
                  <p14:cNvContentPartPr/>
                  <p14:nvPr/>
                </p14:nvContentPartPr>
                <p14:xfrm>
                  <a:off x="4275078" y="3541184"/>
                  <a:ext cx="144360" cy="125280"/>
                </p14:xfrm>
              </p:contentPart>
            </mc:Choice>
            <mc:Fallback xmlns="">
              <p:pic>
                <p:nvPicPr>
                  <p:cNvPr id="78" name="Ink 77">
                    <a:extLst>
                      <a:ext uri="{FF2B5EF4-FFF2-40B4-BE49-F238E27FC236}">
                        <a16:creationId xmlns:a16="http://schemas.microsoft.com/office/drawing/2014/main" id="{609BD201-471A-5633-BCF8-3F054DA6E074}"/>
                      </a:ext>
                    </a:extLst>
                  </p:cNvPr>
                  <p:cNvPicPr/>
                  <p:nvPr/>
                </p:nvPicPr>
                <p:blipFill>
                  <a:blip r:embed="rId32"/>
                  <a:stretch>
                    <a:fillRect/>
                  </a:stretch>
                </p:blipFill>
                <p:spPr>
                  <a:xfrm>
                    <a:off x="4098414" y="2488832"/>
                    <a:ext cx="496679" cy="222898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
                <p14:nvContentPartPr>
                  <p14:cNvPr id="79" name="Ink 78">
                    <a:extLst>
                      <a:ext uri="{FF2B5EF4-FFF2-40B4-BE49-F238E27FC236}">
                        <a16:creationId xmlns:a16="http://schemas.microsoft.com/office/drawing/2014/main" id="{28A74173-E0D2-2B67-AC47-BD388CC3DD5B}"/>
                      </a:ext>
                    </a:extLst>
                  </p14:cNvPr>
                  <p14:cNvContentPartPr/>
                  <p14:nvPr/>
                </p14:nvContentPartPr>
                <p14:xfrm>
                  <a:off x="4809678" y="4638104"/>
                  <a:ext cx="709920" cy="686160"/>
                </p14:xfrm>
              </p:contentPart>
            </mc:Choice>
            <mc:Fallback xmlns="">
              <p:pic>
                <p:nvPicPr>
                  <p:cNvPr id="79" name="Ink 78">
                    <a:extLst>
                      <a:ext uri="{FF2B5EF4-FFF2-40B4-BE49-F238E27FC236}">
                        <a16:creationId xmlns:a16="http://schemas.microsoft.com/office/drawing/2014/main" id="{28A74173-E0D2-2B67-AC47-BD388CC3DD5B}"/>
                      </a:ext>
                    </a:extLst>
                  </p:cNvPr>
                  <p:cNvPicPr/>
                  <p:nvPr/>
                </p:nvPicPr>
                <p:blipFill>
                  <a:blip r:embed="rId34"/>
                  <a:stretch>
                    <a:fillRect/>
                  </a:stretch>
                </p:blipFill>
                <p:spPr>
                  <a:xfrm>
                    <a:off x="4632955" y="3577032"/>
                    <a:ext cx="1062355" cy="280729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5">
                <p14:nvContentPartPr>
                  <p14:cNvPr id="80" name="Ink 79">
                    <a:extLst>
                      <a:ext uri="{FF2B5EF4-FFF2-40B4-BE49-F238E27FC236}">
                        <a16:creationId xmlns:a16="http://schemas.microsoft.com/office/drawing/2014/main" id="{2C2D3EB7-E557-884D-49E1-1E3A86672558}"/>
                      </a:ext>
                    </a:extLst>
                  </p14:cNvPr>
                  <p14:cNvContentPartPr/>
                  <p14:nvPr/>
                </p14:nvContentPartPr>
                <p14:xfrm>
                  <a:off x="5924958" y="4733144"/>
                  <a:ext cx="619560" cy="682920"/>
                </p14:xfrm>
              </p:contentPart>
            </mc:Choice>
            <mc:Fallback xmlns="">
              <p:pic>
                <p:nvPicPr>
                  <p:cNvPr id="80" name="Ink 79">
                    <a:extLst>
                      <a:ext uri="{FF2B5EF4-FFF2-40B4-BE49-F238E27FC236}">
                        <a16:creationId xmlns:a16="http://schemas.microsoft.com/office/drawing/2014/main" id="{2C2D3EB7-E557-884D-49E1-1E3A86672558}"/>
                      </a:ext>
                    </a:extLst>
                  </p:cNvPr>
                  <p:cNvPicPr/>
                  <p:nvPr/>
                </p:nvPicPr>
                <p:blipFill>
                  <a:blip r:embed="rId36"/>
                  <a:stretch>
                    <a:fillRect/>
                  </a:stretch>
                </p:blipFill>
                <p:spPr>
                  <a:xfrm>
                    <a:off x="5748085" y="3672395"/>
                    <a:ext cx="972295" cy="280340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7">
                <p14:nvContentPartPr>
                  <p14:cNvPr id="81" name="Ink 80">
                    <a:extLst>
                      <a:ext uri="{FF2B5EF4-FFF2-40B4-BE49-F238E27FC236}">
                        <a16:creationId xmlns:a16="http://schemas.microsoft.com/office/drawing/2014/main" id="{0281B523-96D9-DCC9-0C60-CF3D8CCB5C8E}"/>
                      </a:ext>
                    </a:extLst>
                  </p14:cNvPr>
                  <p14:cNvContentPartPr/>
                  <p14:nvPr/>
                </p14:nvContentPartPr>
                <p14:xfrm>
                  <a:off x="6793278" y="4672304"/>
                  <a:ext cx="659520" cy="730080"/>
                </p14:xfrm>
              </p:contentPart>
            </mc:Choice>
            <mc:Fallback xmlns="">
              <p:pic>
                <p:nvPicPr>
                  <p:cNvPr id="81" name="Ink 80">
                    <a:extLst>
                      <a:ext uri="{FF2B5EF4-FFF2-40B4-BE49-F238E27FC236}">
                        <a16:creationId xmlns:a16="http://schemas.microsoft.com/office/drawing/2014/main" id="{0281B523-96D9-DCC9-0C60-CF3D8CCB5C8E}"/>
                      </a:ext>
                    </a:extLst>
                  </p:cNvPr>
                  <p:cNvPicPr/>
                  <p:nvPr/>
                </p:nvPicPr>
                <p:blipFill>
                  <a:blip r:embed="rId38"/>
                  <a:stretch>
                    <a:fillRect/>
                  </a:stretch>
                </p:blipFill>
                <p:spPr>
                  <a:xfrm>
                    <a:off x="6616531" y="3610553"/>
                    <a:ext cx="1012005" cy="2852570"/>
                  </a:xfrm>
                  <a:prstGeom prst="rect">
                    <a:avLst/>
                  </a:prstGeom>
                </p:spPr>
              </p:pic>
            </mc:Fallback>
          </mc:AlternateContent>
        </p:grpSp>
      </p:grpSp>
      <p:grpSp>
        <p:nvGrpSpPr>
          <p:cNvPr id="223" name="Group 222">
            <a:extLst>
              <a:ext uri="{FF2B5EF4-FFF2-40B4-BE49-F238E27FC236}">
                <a16:creationId xmlns:a16="http://schemas.microsoft.com/office/drawing/2014/main" id="{89B23F66-E057-A4EE-B8E8-37BC647F8508}"/>
              </a:ext>
            </a:extLst>
          </p:cNvPr>
          <p:cNvGrpSpPr/>
          <p:nvPr/>
        </p:nvGrpSpPr>
        <p:grpSpPr>
          <a:xfrm>
            <a:off x="6859139" y="2437728"/>
            <a:ext cx="1133190" cy="1591650"/>
            <a:chOff x="9145518" y="3250304"/>
            <a:chExt cx="1510920" cy="2122200"/>
          </a:xfrm>
        </p:grpSpPr>
        <mc:AlternateContent xmlns:mc="http://schemas.openxmlformats.org/markup-compatibility/2006" xmlns:p14="http://schemas.microsoft.com/office/powerpoint/2010/main" xmlns:aink="http://schemas.microsoft.com/office/drawing/2016/ink">
          <mc:Choice Requires="p14 aink">
            <p:contentPart p14:bwMode="auto" r:id="rId39">
              <p14:nvContentPartPr>
                <p14:cNvPr id="90" name="Ink 89">
                  <a:extLst>
                    <a:ext uri="{FF2B5EF4-FFF2-40B4-BE49-F238E27FC236}">
                      <a16:creationId xmlns:a16="http://schemas.microsoft.com/office/drawing/2014/main" id="{8A733CFD-2927-B3E2-E41A-D7BF693D97D4}"/>
                    </a:ext>
                  </a:extLst>
                </p14:cNvPr>
                <p14:cNvContentPartPr/>
                <p14:nvPr/>
              </p14:nvContentPartPr>
              <p14:xfrm>
                <a:off x="9145518" y="3250304"/>
                <a:ext cx="1510920" cy="1622160"/>
              </p14:xfrm>
            </p:contentPart>
          </mc:Choice>
          <mc:Fallback xmlns="">
            <p:pic>
              <p:nvPicPr>
                <p:cNvPr id="90" name="Ink 89">
                  <a:extLst>
                    <a:ext uri="{FF2B5EF4-FFF2-40B4-BE49-F238E27FC236}">
                      <a16:creationId xmlns:a16="http://schemas.microsoft.com/office/drawing/2014/main" id="{8A733CFD-2927-B3E2-E41A-D7BF693D97D4}"/>
                    </a:ext>
                  </a:extLst>
                </p:cNvPr>
                <p:cNvPicPr/>
                <p:nvPr/>
              </p:nvPicPr>
              <p:blipFill>
                <a:blip r:embed="rId40"/>
                <a:stretch>
                  <a:fillRect/>
                </a:stretch>
              </p:blipFill>
              <p:spPr>
                <a:xfrm>
                  <a:off x="9061525" y="2746379"/>
                  <a:ext cx="1678427" cy="262953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1">
              <p14:nvContentPartPr>
                <p14:cNvPr id="94" name="Ink 93">
                  <a:extLst>
                    <a:ext uri="{FF2B5EF4-FFF2-40B4-BE49-F238E27FC236}">
                      <a16:creationId xmlns:a16="http://schemas.microsoft.com/office/drawing/2014/main" id="{48623947-75EB-D398-FEEA-B2938820DDBD}"/>
                    </a:ext>
                  </a:extLst>
                </p14:cNvPr>
                <p14:cNvContentPartPr/>
                <p14:nvPr/>
              </p14:nvContentPartPr>
              <p14:xfrm>
                <a:off x="9547638" y="5044184"/>
                <a:ext cx="291600" cy="328320"/>
              </p14:xfrm>
            </p:contentPart>
          </mc:Choice>
          <mc:Fallback xmlns="">
            <p:pic>
              <p:nvPicPr>
                <p:cNvPr id="94" name="Ink 93">
                  <a:extLst>
                    <a:ext uri="{FF2B5EF4-FFF2-40B4-BE49-F238E27FC236}">
                      <a16:creationId xmlns:a16="http://schemas.microsoft.com/office/drawing/2014/main" id="{48623947-75EB-D398-FEEA-B2938820DDBD}"/>
                    </a:ext>
                  </a:extLst>
                </p:cNvPr>
                <p:cNvPicPr/>
                <p:nvPr/>
              </p:nvPicPr>
              <p:blipFill>
                <a:blip r:embed="rId42"/>
                <a:stretch>
                  <a:fillRect/>
                </a:stretch>
              </p:blipFill>
              <p:spPr>
                <a:xfrm>
                  <a:off x="9463707" y="4540664"/>
                  <a:ext cx="458982" cy="1335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3">
              <p14:nvContentPartPr>
                <p14:cNvPr id="96" name="Ink 95">
                  <a:extLst>
                    <a:ext uri="{FF2B5EF4-FFF2-40B4-BE49-F238E27FC236}">
                      <a16:creationId xmlns:a16="http://schemas.microsoft.com/office/drawing/2014/main" id="{E5891E01-9302-355F-6BA1-865F5F99F28D}"/>
                    </a:ext>
                  </a:extLst>
                </p14:cNvPr>
                <p14:cNvContentPartPr/>
                <p14:nvPr/>
              </p14:nvContentPartPr>
              <p14:xfrm>
                <a:off x="9455118" y="3458744"/>
                <a:ext cx="461520" cy="408960"/>
              </p14:xfrm>
            </p:contentPart>
          </mc:Choice>
          <mc:Fallback xmlns="">
            <p:pic>
              <p:nvPicPr>
                <p:cNvPr id="96" name="Ink 95">
                  <a:extLst>
                    <a:ext uri="{FF2B5EF4-FFF2-40B4-BE49-F238E27FC236}">
                      <a16:creationId xmlns:a16="http://schemas.microsoft.com/office/drawing/2014/main" id="{E5891E01-9302-355F-6BA1-865F5F99F28D}"/>
                    </a:ext>
                  </a:extLst>
                </p:cNvPr>
                <p:cNvPicPr/>
                <p:nvPr/>
              </p:nvPicPr>
              <p:blipFill>
                <a:blip r:embed="rId44"/>
                <a:stretch>
                  <a:fillRect/>
                </a:stretch>
              </p:blipFill>
              <p:spPr>
                <a:xfrm>
                  <a:off x="9371162" y="2955224"/>
                  <a:ext cx="628953" cy="1416480"/>
                </a:xfrm>
                <a:prstGeom prst="rect">
                  <a:avLst/>
                </a:prstGeom>
              </p:spPr>
            </p:pic>
          </mc:Fallback>
        </mc:AlternateContent>
        <p:grpSp>
          <p:nvGrpSpPr>
            <p:cNvPr id="103" name="Group 102">
              <a:extLst>
                <a:ext uri="{FF2B5EF4-FFF2-40B4-BE49-F238E27FC236}">
                  <a16:creationId xmlns:a16="http://schemas.microsoft.com/office/drawing/2014/main" id="{2B439215-244A-D223-79ED-4DCA2E1FB864}"/>
                </a:ext>
              </a:extLst>
            </p:cNvPr>
            <p:cNvGrpSpPr/>
            <p:nvPr/>
          </p:nvGrpSpPr>
          <p:grpSpPr>
            <a:xfrm>
              <a:off x="9745998" y="4466024"/>
              <a:ext cx="329760" cy="903240"/>
              <a:chOff x="9745998" y="4466024"/>
              <a:chExt cx="329760" cy="903240"/>
            </a:xfrm>
          </p:grpSpPr>
          <mc:AlternateContent xmlns:mc="http://schemas.openxmlformats.org/markup-compatibility/2006" xmlns:p14="http://schemas.microsoft.com/office/powerpoint/2010/main" xmlns:aink="http://schemas.microsoft.com/office/drawing/2016/ink">
            <mc:Choice Requires="p14 aink">
              <p:contentPart p14:bwMode="auto" r:id="rId45">
                <p14:nvContentPartPr>
                  <p14:cNvPr id="97" name="Ink 96">
                    <a:extLst>
                      <a:ext uri="{FF2B5EF4-FFF2-40B4-BE49-F238E27FC236}">
                        <a16:creationId xmlns:a16="http://schemas.microsoft.com/office/drawing/2014/main" id="{0C0EFF73-DF60-AA92-C8A1-69A6106631D7}"/>
                      </a:ext>
                    </a:extLst>
                  </p14:cNvPr>
                  <p14:cNvContentPartPr/>
                  <p14:nvPr/>
                </p14:nvContentPartPr>
                <p14:xfrm>
                  <a:off x="9748518" y="4469984"/>
                  <a:ext cx="149040" cy="388080"/>
                </p14:xfrm>
              </p:contentPart>
            </mc:Choice>
            <mc:Fallback xmlns="">
              <p:pic>
                <p:nvPicPr>
                  <p:cNvPr id="97" name="Ink 96">
                    <a:extLst>
                      <a:ext uri="{FF2B5EF4-FFF2-40B4-BE49-F238E27FC236}">
                        <a16:creationId xmlns:a16="http://schemas.microsoft.com/office/drawing/2014/main" id="{0C0EFF73-DF60-AA92-C8A1-69A6106631D7}"/>
                      </a:ext>
                    </a:extLst>
                  </p:cNvPr>
                  <p:cNvPicPr/>
                  <p:nvPr/>
                </p:nvPicPr>
                <p:blipFill>
                  <a:blip r:embed="rId46"/>
                  <a:stretch>
                    <a:fillRect/>
                  </a:stretch>
                </p:blipFill>
                <p:spPr>
                  <a:xfrm>
                    <a:off x="9665132" y="3966295"/>
                    <a:ext cx="316291" cy="139497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7">
                <p14:nvContentPartPr>
                  <p14:cNvPr id="98" name="Ink 97">
                    <a:extLst>
                      <a:ext uri="{FF2B5EF4-FFF2-40B4-BE49-F238E27FC236}">
                        <a16:creationId xmlns:a16="http://schemas.microsoft.com/office/drawing/2014/main" id="{ABDE05FC-3E1D-E4C8-1AF3-19516F75D13E}"/>
                      </a:ext>
                    </a:extLst>
                  </p14:cNvPr>
                  <p14:cNvContentPartPr/>
                  <p14:nvPr/>
                </p14:nvContentPartPr>
                <p14:xfrm>
                  <a:off x="9844638" y="4466024"/>
                  <a:ext cx="231120" cy="37440"/>
                </p14:xfrm>
              </p:contentPart>
            </mc:Choice>
            <mc:Fallback xmlns="">
              <p:pic>
                <p:nvPicPr>
                  <p:cNvPr id="98" name="Ink 97">
                    <a:extLst>
                      <a:ext uri="{FF2B5EF4-FFF2-40B4-BE49-F238E27FC236}">
                        <a16:creationId xmlns:a16="http://schemas.microsoft.com/office/drawing/2014/main" id="{ABDE05FC-3E1D-E4C8-1AF3-19516F75D13E}"/>
                      </a:ext>
                    </a:extLst>
                  </p:cNvPr>
                  <p:cNvPicPr/>
                  <p:nvPr/>
                </p:nvPicPr>
                <p:blipFill>
                  <a:blip r:embed="rId48"/>
                  <a:stretch>
                    <a:fillRect/>
                  </a:stretch>
                </p:blipFill>
                <p:spPr>
                  <a:xfrm>
                    <a:off x="9761205" y="3962504"/>
                    <a:ext cx="398466" cy="1044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9">
                <p14:nvContentPartPr>
                  <p14:cNvPr id="101" name="Ink 100">
                    <a:extLst>
                      <a:ext uri="{FF2B5EF4-FFF2-40B4-BE49-F238E27FC236}">
                        <a16:creationId xmlns:a16="http://schemas.microsoft.com/office/drawing/2014/main" id="{6AA7145E-5F66-DB2D-44AD-C13FE037038A}"/>
                      </a:ext>
                    </a:extLst>
                  </p14:cNvPr>
                  <p14:cNvContentPartPr/>
                  <p14:nvPr/>
                </p14:nvContentPartPr>
                <p14:xfrm>
                  <a:off x="9745998" y="5066144"/>
                  <a:ext cx="170640" cy="303120"/>
                </p14:xfrm>
              </p:contentPart>
            </mc:Choice>
            <mc:Fallback xmlns="">
              <p:pic>
                <p:nvPicPr>
                  <p:cNvPr id="101" name="Ink 100">
                    <a:extLst>
                      <a:ext uri="{FF2B5EF4-FFF2-40B4-BE49-F238E27FC236}">
                        <a16:creationId xmlns:a16="http://schemas.microsoft.com/office/drawing/2014/main" id="{6AA7145E-5F66-DB2D-44AD-C13FE037038A}"/>
                      </a:ext>
                    </a:extLst>
                  </p:cNvPr>
                  <p:cNvPicPr/>
                  <p:nvPr/>
                </p:nvPicPr>
                <p:blipFill>
                  <a:blip r:embed="rId50"/>
                  <a:stretch>
                    <a:fillRect/>
                  </a:stretch>
                </p:blipFill>
                <p:spPr>
                  <a:xfrm>
                    <a:off x="9662595" y="4562543"/>
                    <a:ext cx="337925" cy="1309843"/>
                  </a:xfrm>
                  <a:prstGeom prst="rect">
                    <a:avLst/>
                  </a:prstGeom>
                </p:spPr>
              </p:pic>
            </mc:Fallback>
          </mc:AlternateContent>
        </p:grpSp>
      </p:grpSp>
      <p:grpSp>
        <p:nvGrpSpPr>
          <p:cNvPr id="222" name="Group 221">
            <a:extLst>
              <a:ext uri="{FF2B5EF4-FFF2-40B4-BE49-F238E27FC236}">
                <a16:creationId xmlns:a16="http://schemas.microsoft.com/office/drawing/2014/main" id="{7AE59F20-AD17-543E-13F7-BDD4C08FC64C}"/>
              </a:ext>
            </a:extLst>
          </p:cNvPr>
          <p:cNvGrpSpPr/>
          <p:nvPr/>
        </p:nvGrpSpPr>
        <p:grpSpPr>
          <a:xfrm>
            <a:off x="4022416" y="2493776"/>
            <a:ext cx="1682100" cy="1408590"/>
            <a:chOff x="5363221" y="3325035"/>
            <a:chExt cx="2242800" cy="1878120"/>
          </a:xfrm>
        </p:grpSpPr>
        <mc:AlternateContent xmlns:mc="http://schemas.openxmlformats.org/markup-compatibility/2006" xmlns:p14="http://schemas.microsoft.com/office/powerpoint/2010/main" xmlns:aink="http://schemas.microsoft.com/office/drawing/2016/ink">
          <mc:Choice Requires="p14 aink">
            <p:contentPart p14:bwMode="auto" r:id="rId51">
              <p14:nvContentPartPr>
                <p14:cNvPr id="140" name="Ink 139">
                  <a:extLst>
                    <a:ext uri="{FF2B5EF4-FFF2-40B4-BE49-F238E27FC236}">
                      <a16:creationId xmlns:a16="http://schemas.microsoft.com/office/drawing/2014/main" id="{48384543-AE66-A637-0E03-E953AA3DD25E}"/>
                    </a:ext>
                  </a:extLst>
                </p14:cNvPr>
                <p14:cNvContentPartPr/>
                <p14:nvPr/>
              </p14:nvContentPartPr>
              <p14:xfrm>
                <a:off x="6184741" y="3433035"/>
                <a:ext cx="766800" cy="448560"/>
              </p14:xfrm>
            </p:contentPart>
          </mc:Choice>
          <mc:Fallback xmlns="">
            <p:pic>
              <p:nvPicPr>
                <p:cNvPr id="140" name="Ink 139">
                  <a:extLst>
                    <a:ext uri="{FF2B5EF4-FFF2-40B4-BE49-F238E27FC236}">
                      <a16:creationId xmlns:a16="http://schemas.microsoft.com/office/drawing/2014/main" id="{48384543-AE66-A637-0E03-E953AA3DD25E}"/>
                    </a:ext>
                  </a:extLst>
                </p:cNvPr>
                <p:cNvPicPr/>
                <p:nvPr/>
              </p:nvPicPr>
              <p:blipFill>
                <a:blip r:embed="rId52"/>
                <a:stretch>
                  <a:fillRect/>
                </a:stretch>
              </p:blipFill>
              <p:spPr>
                <a:xfrm>
                  <a:off x="6136756" y="3145189"/>
                  <a:ext cx="862290" cy="102377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3">
              <p14:nvContentPartPr>
                <p14:cNvPr id="142" name="Ink 141">
                  <a:extLst>
                    <a:ext uri="{FF2B5EF4-FFF2-40B4-BE49-F238E27FC236}">
                      <a16:creationId xmlns:a16="http://schemas.microsoft.com/office/drawing/2014/main" id="{5002B0B2-7095-722D-6C47-89EA4D67E7E4}"/>
                    </a:ext>
                  </a:extLst>
                </p14:cNvPr>
                <p14:cNvContentPartPr/>
                <p14:nvPr/>
              </p14:nvContentPartPr>
              <p14:xfrm>
                <a:off x="6149821" y="3930915"/>
                <a:ext cx="821160" cy="475560"/>
              </p14:xfrm>
            </p:contentPart>
          </mc:Choice>
          <mc:Fallback xmlns="">
            <p:pic>
              <p:nvPicPr>
                <p:cNvPr id="142" name="Ink 141">
                  <a:extLst>
                    <a:ext uri="{FF2B5EF4-FFF2-40B4-BE49-F238E27FC236}">
                      <a16:creationId xmlns:a16="http://schemas.microsoft.com/office/drawing/2014/main" id="{5002B0B2-7095-722D-6C47-89EA4D67E7E4}"/>
                    </a:ext>
                  </a:extLst>
                </p:cNvPr>
                <p:cNvPicPr/>
                <p:nvPr/>
              </p:nvPicPr>
              <p:blipFill>
                <a:blip r:embed="rId54"/>
                <a:stretch>
                  <a:fillRect/>
                </a:stretch>
              </p:blipFill>
              <p:spPr>
                <a:xfrm>
                  <a:off x="6102308" y="3642988"/>
                  <a:ext cx="916666" cy="105093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5">
              <p14:nvContentPartPr>
                <p14:cNvPr id="143" name="Ink 142">
                  <a:extLst>
                    <a:ext uri="{FF2B5EF4-FFF2-40B4-BE49-F238E27FC236}">
                      <a16:creationId xmlns:a16="http://schemas.microsoft.com/office/drawing/2014/main" id="{870A9DE6-2C4B-E5B4-8BD3-CBF87C06CEA1}"/>
                    </a:ext>
                  </a:extLst>
                </p14:cNvPr>
                <p14:cNvContentPartPr/>
                <p14:nvPr/>
              </p14:nvContentPartPr>
              <p14:xfrm>
                <a:off x="5786941" y="4413315"/>
                <a:ext cx="1561320" cy="789840"/>
              </p14:xfrm>
            </p:contentPart>
          </mc:Choice>
          <mc:Fallback xmlns="">
            <p:pic>
              <p:nvPicPr>
                <p:cNvPr id="143" name="Ink 142">
                  <a:extLst>
                    <a:ext uri="{FF2B5EF4-FFF2-40B4-BE49-F238E27FC236}">
                      <a16:creationId xmlns:a16="http://schemas.microsoft.com/office/drawing/2014/main" id="{870A9DE6-2C4B-E5B4-8BD3-CBF87C06CEA1}"/>
                    </a:ext>
                  </a:extLst>
                </p:cNvPr>
                <p:cNvPicPr/>
                <p:nvPr/>
              </p:nvPicPr>
              <p:blipFill>
                <a:blip r:embed="rId56"/>
                <a:stretch>
                  <a:fillRect/>
                </a:stretch>
              </p:blipFill>
              <p:spPr>
                <a:xfrm>
                  <a:off x="5738945" y="4125882"/>
                  <a:ext cx="1656833" cy="1365185"/>
                </a:xfrm>
                <a:prstGeom prst="rect">
                  <a:avLst/>
                </a:prstGeom>
              </p:spPr>
            </p:pic>
          </mc:Fallback>
        </mc:AlternateContent>
        <p:grpSp>
          <p:nvGrpSpPr>
            <p:cNvPr id="163" name="Group 162">
              <a:extLst>
                <a:ext uri="{FF2B5EF4-FFF2-40B4-BE49-F238E27FC236}">
                  <a16:creationId xmlns:a16="http://schemas.microsoft.com/office/drawing/2014/main" id="{85993C6A-0770-45FF-4B57-B3C6FA9AE3E7}"/>
                </a:ext>
              </a:extLst>
            </p:cNvPr>
            <p:cNvGrpSpPr/>
            <p:nvPr/>
          </p:nvGrpSpPr>
          <p:grpSpPr>
            <a:xfrm>
              <a:off x="6144781" y="3325035"/>
              <a:ext cx="854640" cy="262800"/>
              <a:chOff x="6144781" y="3325035"/>
              <a:chExt cx="854640" cy="262800"/>
            </a:xfrm>
          </p:grpSpPr>
          <mc:AlternateContent xmlns:mc="http://schemas.openxmlformats.org/markup-compatibility/2006" xmlns:p14="http://schemas.microsoft.com/office/powerpoint/2010/main" xmlns:aink="http://schemas.microsoft.com/office/drawing/2016/ink">
            <mc:Choice Requires="p14 aink">
              <p:contentPart p14:bwMode="auto" r:id="rId57">
                <p14:nvContentPartPr>
                  <p14:cNvPr id="144" name="Ink 143">
                    <a:extLst>
                      <a:ext uri="{FF2B5EF4-FFF2-40B4-BE49-F238E27FC236}">
                        <a16:creationId xmlns:a16="http://schemas.microsoft.com/office/drawing/2014/main" id="{C0E86232-6C41-22B4-C5F8-7CDA60343583}"/>
                      </a:ext>
                    </a:extLst>
                  </p14:cNvPr>
                  <p14:cNvContentPartPr/>
                  <p14:nvPr/>
                </p14:nvContentPartPr>
                <p14:xfrm>
                  <a:off x="6374461" y="3397035"/>
                  <a:ext cx="391680" cy="189000"/>
                </p14:xfrm>
              </p:contentPart>
            </mc:Choice>
            <mc:Fallback xmlns="">
              <p:pic>
                <p:nvPicPr>
                  <p:cNvPr id="144" name="Ink 143">
                    <a:extLst>
                      <a:ext uri="{FF2B5EF4-FFF2-40B4-BE49-F238E27FC236}">
                        <a16:creationId xmlns:a16="http://schemas.microsoft.com/office/drawing/2014/main" id="{C0E86232-6C41-22B4-C5F8-7CDA60343583}"/>
                      </a:ext>
                    </a:extLst>
                  </p:cNvPr>
                  <p:cNvPicPr/>
                  <p:nvPr/>
                </p:nvPicPr>
                <p:blipFill>
                  <a:blip r:embed="rId58"/>
                  <a:stretch>
                    <a:fillRect/>
                  </a:stretch>
                </p:blipFill>
                <p:spPr>
                  <a:xfrm>
                    <a:off x="6326941" y="3109697"/>
                    <a:ext cx="487200" cy="76415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9">
                <p14:nvContentPartPr>
                  <p14:cNvPr id="145" name="Ink 144">
                    <a:extLst>
                      <a:ext uri="{FF2B5EF4-FFF2-40B4-BE49-F238E27FC236}">
                        <a16:creationId xmlns:a16="http://schemas.microsoft.com/office/drawing/2014/main" id="{D5F66E15-4BC3-9918-119F-DEB32E161CD9}"/>
                      </a:ext>
                    </a:extLst>
                  </p14:cNvPr>
                  <p14:cNvContentPartPr/>
                  <p14:nvPr/>
                </p14:nvContentPartPr>
                <p14:xfrm>
                  <a:off x="6759661" y="3484875"/>
                  <a:ext cx="192600" cy="102960"/>
                </p14:xfrm>
              </p:contentPart>
            </mc:Choice>
            <mc:Fallback xmlns="">
              <p:pic>
                <p:nvPicPr>
                  <p:cNvPr id="145" name="Ink 144">
                    <a:extLst>
                      <a:ext uri="{FF2B5EF4-FFF2-40B4-BE49-F238E27FC236}">
                        <a16:creationId xmlns:a16="http://schemas.microsoft.com/office/drawing/2014/main" id="{D5F66E15-4BC3-9918-119F-DEB32E161CD9}"/>
                      </a:ext>
                    </a:extLst>
                  </p:cNvPr>
                  <p:cNvPicPr/>
                  <p:nvPr/>
                </p:nvPicPr>
                <p:blipFill>
                  <a:blip r:embed="rId60"/>
                  <a:stretch>
                    <a:fillRect/>
                  </a:stretch>
                </p:blipFill>
                <p:spPr>
                  <a:xfrm>
                    <a:off x="6711631" y="3197545"/>
                    <a:ext cx="288180" cy="67714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1">
                <p14:nvContentPartPr>
                  <p14:cNvPr id="155" name="Ink 154">
                    <a:extLst>
                      <a:ext uri="{FF2B5EF4-FFF2-40B4-BE49-F238E27FC236}">
                        <a16:creationId xmlns:a16="http://schemas.microsoft.com/office/drawing/2014/main" id="{546195D6-1B81-4279-CB4D-062440B50DD7}"/>
                      </a:ext>
                    </a:extLst>
                  </p14:cNvPr>
                  <p14:cNvContentPartPr/>
                  <p14:nvPr/>
                </p14:nvContentPartPr>
                <p14:xfrm>
                  <a:off x="6540061" y="3325035"/>
                  <a:ext cx="79200" cy="61560"/>
                </p14:xfrm>
              </p:contentPart>
            </mc:Choice>
            <mc:Fallback xmlns="">
              <p:pic>
                <p:nvPicPr>
                  <p:cNvPr id="155" name="Ink 154">
                    <a:extLst>
                      <a:ext uri="{FF2B5EF4-FFF2-40B4-BE49-F238E27FC236}">
                        <a16:creationId xmlns:a16="http://schemas.microsoft.com/office/drawing/2014/main" id="{546195D6-1B81-4279-CB4D-062440B50DD7}"/>
                      </a:ext>
                    </a:extLst>
                  </p:cNvPr>
                  <p:cNvPicPr/>
                  <p:nvPr/>
                </p:nvPicPr>
                <p:blipFill>
                  <a:blip r:embed="rId62"/>
                  <a:stretch>
                    <a:fillRect/>
                  </a:stretch>
                </p:blipFill>
                <p:spPr>
                  <a:xfrm>
                    <a:off x="6492061" y="3036953"/>
                    <a:ext cx="174720" cy="63820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3">
                <p14:nvContentPartPr>
                  <p14:cNvPr id="158" name="Ink 157">
                    <a:extLst>
                      <a:ext uri="{FF2B5EF4-FFF2-40B4-BE49-F238E27FC236}">
                        <a16:creationId xmlns:a16="http://schemas.microsoft.com/office/drawing/2014/main" id="{3AD66208-5261-B8B6-7C49-D0B283873417}"/>
                      </a:ext>
                    </a:extLst>
                  </p14:cNvPr>
                  <p14:cNvContentPartPr/>
                  <p14:nvPr/>
                </p14:nvContentPartPr>
                <p14:xfrm>
                  <a:off x="6144781" y="3386595"/>
                  <a:ext cx="75960" cy="35280"/>
                </p14:xfrm>
              </p:contentPart>
            </mc:Choice>
            <mc:Fallback xmlns="">
              <p:pic>
                <p:nvPicPr>
                  <p:cNvPr id="158" name="Ink 157">
                    <a:extLst>
                      <a:ext uri="{FF2B5EF4-FFF2-40B4-BE49-F238E27FC236}">
                        <a16:creationId xmlns:a16="http://schemas.microsoft.com/office/drawing/2014/main" id="{3AD66208-5261-B8B6-7C49-D0B283873417}"/>
                      </a:ext>
                    </a:extLst>
                  </p:cNvPr>
                  <p:cNvPicPr/>
                  <p:nvPr/>
                </p:nvPicPr>
                <p:blipFill>
                  <a:blip r:embed="rId64"/>
                  <a:stretch>
                    <a:fillRect/>
                  </a:stretch>
                </p:blipFill>
                <p:spPr>
                  <a:xfrm>
                    <a:off x="6097186" y="3100541"/>
                    <a:ext cx="171631" cy="60691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5">
                <p14:nvContentPartPr>
                  <p14:cNvPr id="161" name="Ink 160">
                    <a:extLst>
                      <a:ext uri="{FF2B5EF4-FFF2-40B4-BE49-F238E27FC236}">
                        <a16:creationId xmlns:a16="http://schemas.microsoft.com/office/drawing/2014/main" id="{BBDC03EF-D51F-D219-1A2B-0DED46DC45EF}"/>
                      </a:ext>
                    </a:extLst>
                  </p14:cNvPr>
                  <p14:cNvContentPartPr/>
                  <p14:nvPr/>
                </p14:nvContentPartPr>
                <p14:xfrm>
                  <a:off x="6946861" y="3382635"/>
                  <a:ext cx="52560" cy="35280"/>
                </p14:xfrm>
              </p:contentPart>
            </mc:Choice>
            <mc:Fallback xmlns="">
              <p:pic>
                <p:nvPicPr>
                  <p:cNvPr id="161" name="Ink 160">
                    <a:extLst>
                      <a:ext uri="{FF2B5EF4-FFF2-40B4-BE49-F238E27FC236}">
                        <a16:creationId xmlns:a16="http://schemas.microsoft.com/office/drawing/2014/main" id="{BBDC03EF-D51F-D219-1A2B-0DED46DC45EF}"/>
                      </a:ext>
                    </a:extLst>
                  </p:cNvPr>
                  <p:cNvPicPr/>
                  <p:nvPr/>
                </p:nvPicPr>
                <p:blipFill>
                  <a:blip r:embed="rId66"/>
                  <a:stretch>
                    <a:fillRect/>
                  </a:stretch>
                </p:blipFill>
                <p:spPr>
                  <a:xfrm>
                    <a:off x="6899079" y="3097058"/>
                    <a:ext cx="147646" cy="606911"/>
                  </a:xfrm>
                  <a:prstGeom prst="rect">
                    <a:avLst/>
                  </a:prstGeom>
                </p:spPr>
              </p:pic>
            </mc:Fallback>
          </mc:AlternateContent>
        </p:grpSp>
        <p:grpSp>
          <p:nvGrpSpPr>
            <p:cNvPr id="189" name="Group 188">
              <a:extLst>
                <a:ext uri="{FF2B5EF4-FFF2-40B4-BE49-F238E27FC236}">
                  <a16:creationId xmlns:a16="http://schemas.microsoft.com/office/drawing/2014/main" id="{DD04414C-DF93-F174-CC59-3233996E8E41}"/>
                </a:ext>
              </a:extLst>
            </p:cNvPr>
            <p:cNvGrpSpPr/>
            <p:nvPr/>
          </p:nvGrpSpPr>
          <p:grpSpPr>
            <a:xfrm>
              <a:off x="6276541" y="4023435"/>
              <a:ext cx="565920" cy="299160"/>
              <a:chOff x="6276541" y="4023435"/>
              <a:chExt cx="565920" cy="299160"/>
            </a:xfrm>
          </p:grpSpPr>
          <mc:AlternateContent xmlns:mc="http://schemas.openxmlformats.org/markup-compatibility/2006" xmlns:p14="http://schemas.microsoft.com/office/powerpoint/2010/main" xmlns:aink="http://schemas.microsoft.com/office/drawing/2016/ink">
            <mc:Choice Requires="p14 aink">
              <p:contentPart p14:bwMode="auto" r:id="rId67">
                <p14:nvContentPartPr>
                  <p14:cNvPr id="183" name="Ink 182">
                    <a:extLst>
                      <a:ext uri="{FF2B5EF4-FFF2-40B4-BE49-F238E27FC236}">
                        <a16:creationId xmlns:a16="http://schemas.microsoft.com/office/drawing/2014/main" id="{208FF724-5B30-BA4B-0B65-347034D8620E}"/>
                      </a:ext>
                    </a:extLst>
                  </p14:cNvPr>
                  <p14:cNvContentPartPr/>
                  <p14:nvPr/>
                </p14:nvContentPartPr>
                <p14:xfrm>
                  <a:off x="6287341" y="4030995"/>
                  <a:ext cx="155880" cy="123480"/>
                </p14:xfrm>
              </p:contentPart>
            </mc:Choice>
            <mc:Fallback xmlns="">
              <p:pic>
                <p:nvPicPr>
                  <p:cNvPr id="183" name="Ink 182">
                    <a:extLst>
                      <a:ext uri="{FF2B5EF4-FFF2-40B4-BE49-F238E27FC236}">
                        <a16:creationId xmlns:a16="http://schemas.microsoft.com/office/drawing/2014/main" id="{208FF724-5B30-BA4B-0B65-347034D8620E}"/>
                      </a:ext>
                    </a:extLst>
                  </p:cNvPr>
                  <p:cNvPicPr/>
                  <p:nvPr/>
                </p:nvPicPr>
                <p:blipFill>
                  <a:blip r:embed="rId68"/>
                  <a:stretch>
                    <a:fillRect/>
                  </a:stretch>
                </p:blipFill>
                <p:spPr>
                  <a:xfrm>
                    <a:off x="6239378" y="3743195"/>
                    <a:ext cx="251327" cy="699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9">
                <p14:nvContentPartPr>
                  <p14:cNvPr id="184" name="Ink 183">
                    <a:extLst>
                      <a:ext uri="{FF2B5EF4-FFF2-40B4-BE49-F238E27FC236}">
                        <a16:creationId xmlns:a16="http://schemas.microsoft.com/office/drawing/2014/main" id="{611C2375-2A6F-ED7F-2FCD-D0A77FE7ED1B}"/>
                      </a:ext>
                    </a:extLst>
                  </p14:cNvPr>
                  <p14:cNvContentPartPr/>
                  <p14:nvPr/>
                </p14:nvContentPartPr>
                <p14:xfrm>
                  <a:off x="6276541" y="4036395"/>
                  <a:ext cx="196560" cy="108360"/>
                </p14:xfrm>
              </p:contentPart>
            </mc:Choice>
            <mc:Fallback xmlns="">
              <p:pic>
                <p:nvPicPr>
                  <p:cNvPr id="184" name="Ink 183">
                    <a:extLst>
                      <a:ext uri="{FF2B5EF4-FFF2-40B4-BE49-F238E27FC236}">
                        <a16:creationId xmlns:a16="http://schemas.microsoft.com/office/drawing/2014/main" id="{611C2375-2A6F-ED7F-2FCD-D0A77FE7ED1B}"/>
                      </a:ext>
                    </a:extLst>
                  </p:cNvPr>
                  <p:cNvPicPr/>
                  <p:nvPr/>
                </p:nvPicPr>
                <p:blipFill>
                  <a:blip r:embed="rId70"/>
                  <a:stretch>
                    <a:fillRect/>
                  </a:stretch>
                </p:blipFill>
                <p:spPr>
                  <a:xfrm>
                    <a:off x="6229079" y="3748714"/>
                    <a:ext cx="291964" cy="68324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1">
                <p14:nvContentPartPr>
                  <p14:cNvPr id="185" name="Ink 184">
                    <a:extLst>
                      <a:ext uri="{FF2B5EF4-FFF2-40B4-BE49-F238E27FC236}">
                        <a16:creationId xmlns:a16="http://schemas.microsoft.com/office/drawing/2014/main" id="{B4867240-46C0-CA8F-86A9-4E1BC4783657}"/>
                      </a:ext>
                    </a:extLst>
                  </p14:cNvPr>
                  <p14:cNvContentPartPr/>
                  <p14:nvPr/>
                </p14:nvContentPartPr>
                <p14:xfrm>
                  <a:off x="6658501" y="4023435"/>
                  <a:ext cx="179640" cy="147240"/>
                </p14:xfrm>
              </p:contentPart>
            </mc:Choice>
            <mc:Fallback xmlns="">
              <p:pic>
                <p:nvPicPr>
                  <p:cNvPr id="185" name="Ink 184">
                    <a:extLst>
                      <a:ext uri="{FF2B5EF4-FFF2-40B4-BE49-F238E27FC236}">
                        <a16:creationId xmlns:a16="http://schemas.microsoft.com/office/drawing/2014/main" id="{B4867240-46C0-CA8F-86A9-4E1BC4783657}"/>
                      </a:ext>
                    </a:extLst>
                  </p:cNvPr>
                  <p:cNvPicPr/>
                  <p:nvPr/>
                </p:nvPicPr>
                <p:blipFill>
                  <a:blip r:embed="rId72"/>
                  <a:stretch>
                    <a:fillRect/>
                  </a:stretch>
                </p:blipFill>
                <p:spPr>
                  <a:xfrm>
                    <a:off x="6610469" y="3736149"/>
                    <a:ext cx="275224" cy="72229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3">
                <p14:nvContentPartPr>
                  <p14:cNvPr id="186" name="Ink 185">
                    <a:extLst>
                      <a:ext uri="{FF2B5EF4-FFF2-40B4-BE49-F238E27FC236}">
                        <a16:creationId xmlns:a16="http://schemas.microsoft.com/office/drawing/2014/main" id="{76737F29-78B2-F788-1D5B-1CFF2C131EE0}"/>
                      </a:ext>
                    </a:extLst>
                  </p14:cNvPr>
                  <p14:cNvContentPartPr/>
                  <p14:nvPr/>
                </p14:nvContentPartPr>
                <p14:xfrm>
                  <a:off x="6658861" y="4046115"/>
                  <a:ext cx="183600" cy="80280"/>
                </p14:xfrm>
              </p:contentPart>
            </mc:Choice>
            <mc:Fallback xmlns="">
              <p:pic>
                <p:nvPicPr>
                  <p:cNvPr id="186" name="Ink 185">
                    <a:extLst>
                      <a:ext uri="{FF2B5EF4-FFF2-40B4-BE49-F238E27FC236}">
                        <a16:creationId xmlns:a16="http://schemas.microsoft.com/office/drawing/2014/main" id="{76737F29-78B2-F788-1D5B-1CFF2C131EE0}"/>
                      </a:ext>
                    </a:extLst>
                  </p:cNvPr>
                  <p:cNvPicPr/>
                  <p:nvPr/>
                </p:nvPicPr>
                <p:blipFill>
                  <a:blip r:embed="rId74"/>
                  <a:stretch>
                    <a:fillRect/>
                  </a:stretch>
                </p:blipFill>
                <p:spPr>
                  <a:xfrm>
                    <a:off x="6610798" y="3757684"/>
                    <a:ext cx="279245" cy="65666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5">
                <p14:nvContentPartPr>
                  <p14:cNvPr id="187" name="Ink 186">
                    <a:extLst>
                      <a:ext uri="{FF2B5EF4-FFF2-40B4-BE49-F238E27FC236}">
                        <a16:creationId xmlns:a16="http://schemas.microsoft.com/office/drawing/2014/main" id="{582A8C46-8AD3-8DD5-6F08-5ACBC88BBCF6}"/>
                      </a:ext>
                    </a:extLst>
                  </p14:cNvPr>
                  <p14:cNvContentPartPr/>
                  <p14:nvPr/>
                </p14:nvContentPartPr>
                <p14:xfrm>
                  <a:off x="6397141" y="4289835"/>
                  <a:ext cx="354600" cy="32760"/>
                </p14:xfrm>
              </p:contentPart>
            </mc:Choice>
            <mc:Fallback xmlns="">
              <p:pic>
                <p:nvPicPr>
                  <p:cNvPr id="187" name="Ink 186">
                    <a:extLst>
                      <a:ext uri="{FF2B5EF4-FFF2-40B4-BE49-F238E27FC236}">
                        <a16:creationId xmlns:a16="http://schemas.microsoft.com/office/drawing/2014/main" id="{582A8C46-8AD3-8DD5-6F08-5ACBC88BBCF6}"/>
                      </a:ext>
                    </a:extLst>
                  </p:cNvPr>
                  <p:cNvPicPr/>
                  <p:nvPr/>
                </p:nvPicPr>
                <p:blipFill>
                  <a:blip r:embed="rId76"/>
                  <a:stretch>
                    <a:fillRect/>
                  </a:stretch>
                </p:blipFill>
                <p:spPr>
                  <a:xfrm>
                    <a:off x="6349157" y="4001258"/>
                    <a:ext cx="450088" cy="610396"/>
                  </a:xfrm>
                  <a:prstGeom prst="rect">
                    <a:avLst/>
                  </a:prstGeom>
                </p:spPr>
              </p:pic>
            </mc:Fallback>
          </mc:AlternateContent>
        </p:grpSp>
        <p:grpSp>
          <p:nvGrpSpPr>
            <p:cNvPr id="207" name="Group 206">
              <a:extLst>
                <a:ext uri="{FF2B5EF4-FFF2-40B4-BE49-F238E27FC236}">
                  <a16:creationId xmlns:a16="http://schemas.microsoft.com/office/drawing/2014/main" id="{D9660293-F587-77BE-4514-80ABBC25AE7A}"/>
                </a:ext>
              </a:extLst>
            </p:cNvPr>
            <p:cNvGrpSpPr/>
            <p:nvPr/>
          </p:nvGrpSpPr>
          <p:grpSpPr>
            <a:xfrm>
              <a:off x="5363221" y="4136115"/>
              <a:ext cx="671040" cy="833760"/>
              <a:chOff x="5363221" y="4136115"/>
              <a:chExt cx="671040" cy="833760"/>
            </a:xfrm>
          </p:grpSpPr>
          <mc:AlternateContent xmlns:mc="http://schemas.openxmlformats.org/markup-compatibility/2006" xmlns:p14="http://schemas.microsoft.com/office/powerpoint/2010/main" xmlns:aink="http://schemas.microsoft.com/office/drawing/2016/ink">
            <mc:Choice Requires="p14 aink">
              <p:contentPart p14:bwMode="auto" r:id="rId77">
                <p14:nvContentPartPr>
                  <p14:cNvPr id="201" name="Ink 200">
                    <a:extLst>
                      <a:ext uri="{FF2B5EF4-FFF2-40B4-BE49-F238E27FC236}">
                        <a16:creationId xmlns:a16="http://schemas.microsoft.com/office/drawing/2014/main" id="{C8551D02-6D06-92AF-233B-FEF0654451D2}"/>
                      </a:ext>
                    </a:extLst>
                  </p14:cNvPr>
                  <p14:cNvContentPartPr/>
                  <p14:nvPr/>
                </p14:nvContentPartPr>
                <p14:xfrm>
                  <a:off x="5552581" y="4353915"/>
                  <a:ext cx="316800" cy="615960"/>
                </p14:xfrm>
              </p:contentPart>
            </mc:Choice>
            <mc:Fallback xmlns="">
              <p:pic>
                <p:nvPicPr>
                  <p:cNvPr id="201" name="Ink 200">
                    <a:extLst>
                      <a:ext uri="{FF2B5EF4-FFF2-40B4-BE49-F238E27FC236}">
                        <a16:creationId xmlns:a16="http://schemas.microsoft.com/office/drawing/2014/main" id="{C8551D02-6D06-92AF-233B-FEF0654451D2}"/>
                      </a:ext>
                    </a:extLst>
                  </p:cNvPr>
                  <p:cNvPicPr/>
                  <p:nvPr/>
                </p:nvPicPr>
                <p:blipFill>
                  <a:blip r:embed="rId78"/>
                  <a:stretch>
                    <a:fillRect/>
                  </a:stretch>
                </p:blipFill>
                <p:spPr>
                  <a:xfrm>
                    <a:off x="5504581" y="4066563"/>
                    <a:ext cx="412320" cy="119114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9">
                <p14:nvContentPartPr>
                  <p14:cNvPr id="202" name="Ink 201">
                    <a:extLst>
                      <a:ext uri="{FF2B5EF4-FFF2-40B4-BE49-F238E27FC236}">
                        <a16:creationId xmlns:a16="http://schemas.microsoft.com/office/drawing/2014/main" id="{CA5C71D0-8641-9F92-91C4-0F4DB87F3D9F}"/>
                      </a:ext>
                    </a:extLst>
                  </p14:cNvPr>
                  <p14:cNvContentPartPr/>
                  <p14:nvPr/>
                </p14:nvContentPartPr>
                <p14:xfrm>
                  <a:off x="5841661" y="4438155"/>
                  <a:ext cx="50040" cy="289800"/>
                </p14:xfrm>
              </p:contentPart>
            </mc:Choice>
            <mc:Fallback xmlns="">
              <p:pic>
                <p:nvPicPr>
                  <p:cNvPr id="202" name="Ink 201">
                    <a:extLst>
                      <a:ext uri="{FF2B5EF4-FFF2-40B4-BE49-F238E27FC236}">
                        <a16:creationId xmlns:a16="http://schemas.microsoft.com/office/drawing/2014/main" id="{CA5C71D0-8641-9F92-91C4-0F4DB87F3D9F}"/>
                      </a:ext>
                    </a:extLst>
                  </p:cNvPr>
                  <p:cNvPicPr/>
                  <p:nvPr/>
                </p:nvPicPr>
                <p:blipFill>
                  <a:blip r:embed="rId80"/>
                  <a:stretch>
                    <a:fillRect/>
                  </a:stretch>
                </p:blipFill>
                <p:spPr>
                  <a:xfrm>
                    <a:off x="5793546" y="4150274"/>
                    <a:ext cx="145790" cy="86508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1">
                <p14:nvContentPartPr>
                  <p14:cNvPr id="203" name="Ink 202">
                    <a:extLst>
                      <a:ext uri="{FF2B5EF4-FFF2-40B4-BE49-F238E27FC236}">
                        <a16:creationId xmlns:a16="http://schemas.microsoft.com/office/drawing/2014/main" id="{34438EF3-7C6F-46B8-5C0B-0935CD24155E}"/>
                      </a:ext>
                    </a:extLst>
                  </p14:cNvPr>
                  <p14:cNvContentPartPr/>
                  <p14:nvPr/>
                </p14:nvContentPartPr>
                <p14:xfrm>
                  <a:off x="5363221" y="4312875"/>
                  <a:ext cx="306000" cy="458280"/>
                </p14:xfrm>
              </p:contentPart>
            </mc:Choice>
            <mc:Fallback xmlns="">
              <p:pic>
                <p:nvPicPr>
                  <p:cNvPr id="203" name="Ink 202">
                    <a:extLst>
                      <a:ext uri="{FF2B5EF4-FFF2-40B4-BE49-F238E27FC236}">
                        <a16:creationId xmlns:a16="http://schemas.microsoft.com/office/drawing/2014/main" id="{34438EF3-7C6F-46B8-5C0B-0935CD24155E}"/>
                      </a:ext>
                    </a:extLst>
                  </p:cNvPr>
                  <p:cNvPicPr/>
                  <p:nvPr/>
                </p:nvPicPr>
                <p:blipFill>
                  <a:blip r:embed="rId82"/>
                  <a:stretch>
                    <a:fillRect/>
                  </a:stretch>
                </p:blipFill>
                <p:spPr>
                  <a:xfrm>
                    <a:off x="5315259" y="4025430"/>
                    <a:ext cx="401445" cy="103364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3">
                <p14:nvContentPartPr>
                  <p14:cNvPr id="204" name="Ink 203">
                    <a:extLst>
                      <a:ext uri="{FF2B5EF4-FFF2-40B4-BE49-F238E27FC236}">
                        <a16:creationId xmlns:a16="http://schemas.microsoft.com/office/drawing/2014/main" id="{A7B1AA1F-D146-588C-F93C-C0BCC1E6FDD5}"/>
                      </a:ext>
                    </a:extLst>
                  </p14:cNvPr>
                  <p14:cNvContentPartPr/>
                  <p14:nvPr/>
                </p14:nvContentPartPr>
                <p14:xfrm>
                  <a:off x="5851021" y="4195515"/>
                  <a:ext cx="183240" cy="391320"/>
                </p14:xfrm>
              </p:contentPart>
            </mc:Choice>
            <mc:Fallback xmlns="">
              <p:pic>
                <p:nvPicPr>
                  <p:cNvPr id="204" name="Ink 203">
                    <a:extLst>
                      <a:ext uri="{FF2B5EF4-FFF2-40B4-BE49-F238E27FC236}">
                        <a16:creationId xmlns:a16="http://schemas.microsoft.com/office/drawing/2014/main" id="{A7B1AA1F-D146-588C-F93C-C0BCC1E6FDD5}"/>
                      </a:ext>
                    </a:extLst>
                  </p:cNvPr>
                  <p:cNvPicPr/>
                  <p:nvPr/>
                </p:nvPicPr>
                <p:blipFill>
                  <a:blip r:embed="rId84"/>
                  <a:stretch>
                    <a:fillRect/>
                  </a:stretch>
                </p:blipFill>
                <p:spPr>
                  <a:xfrm>
                    <a:off x="5803532" y="3907427"/>
                    <a:ext cx="278697" cy="96701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5">
                <p14:nvContentPartPr>
                  <p14:cNvPr id="205" name="Ink 204">
                    <a:extLst>
                      <a:ext uri="{FF2B5EF4-FFF2-40B4-BE49-F238E27FC236}">
                        <a16:creationId xmlns:a16="http://schemas.microsoft.com/office/drawing/2014/main" id="{E53EB999-982C-B132-5458-8CD9042C7E69}"/>
                      </a:ext>
                    </a:extLst>
                  </p14:cNvPr>
                  <p14:cNvContentPartPr/>
                  <p14:nvPr/>
                </p14:nvContentPartPr>
                <p14:xfrm>
                  <a:off x="5681821" y="4136115"/>
                  <a:ext cx="116280" cy="258480"/>
                </p14:xfrm>
              </p:contentPart>
            </mc:Choice>
            <mc:Fallback xmlns="">
              <p:pic>
                <p:nvPicPr>
                  <p:cNvPr id="205" name="Ink 204">
                    <a:extLst>
                      <a:ext uri="{FF2B5EF4-FFF2-40B4-BE49-F238E27FC236}">
                        <a16:creationId xmlns:a16="http://schemas.microsoft.com/office/drawing/2014/main" id="{E53EB999-982C-B132-5458-8CD9042C7E69}"/>
                      </a:ext>
                    </a:extLst>
                  </p:cNvPr>
                  <p:cNvPicPr/>
                  <p:nvPr/>
                </p:nvPicPr>
                <p:blipFill>
                  <a:blip r:embed="rId86"/>
                  <a:stretch>
                    <a:fillRect/>
                  </a:stretch>
                </p:blipFill>
                <p:spPr>
                  <a:xfrm>
                    <a:off x="5633969" y="3848382"/>
                    <a:ext cx="211505" cy="833466"/>
                  </a:xfrm>
                  <a:prstGeom prst="rect">
                    <a:avLst/>
                  </a:prstGeom>
                </p:spPr>
              </p:pic>
            </mc:Fallback>
          </mc:AlternateContent>
        </p:grpSp>
        <p:grpSp>
          <p:nvGrpSpPr>
            <p:cNvPr id="221" name="Group 220">
              <a:extLst>
                <a:ext uri="{FF2B5EF4-FFF2-40B4-BE49-F238E27FC236}">
                  <a16:creationId xmlns:a16="http://schemas.microsoft.com/office/drawing/2014/main" id="{79FBA4C9-CCF5-9071-340E-9011797F33A2}"/>
                </a:ext>
              </a:extLst>
            </p:cNvPr>
            <p:cNvGrpSpPr/>
            <p:nvPr/>
          </p:nvGrpSpPr>
          <p:grpSpPr>
            <a:xfrm>
              <a:off x="7027141" y="4071315"/>
              <a:ext cx="578880" cy="962640"/>
              <a:chOff x="7027141" y="4071315"/>
              <a:chExt cx="578880" cy="962640"/>
            </a:xfrm>
          </p:grpSpPr>
          <mc:AlternateContent xmlns:mc="http://schemas.openxmlformats.org/markup-compatibility/2006" xmlns:p14="http://schemas.microsoft.com/office/powerpoint/2010/main" xmlns:aink="http://schemas.microsoft.com/office/drawing/2016/ink">
            <mc:Choice Requires="p14 aink">
              <p:contentPart p14:bwMode="auto" r:id="rId87">
                <p14:nvContentPartPr>
                  <p14:cNvPr id="208" name="Ink 207">
                    <a:extLst>
                      <a:ext uri="{FF2B5EF4-FFF2-40B4-BE49-F238E27FC236}">
                        <a16:creationId xmlns:a16="http://schemas.microsoft.com/office/drawing/2014/main" id="{D24567C1-1ECC-3A18-F0F4-019319DBF2EF}"/>
                      </a:ext>
                    </a:extLst>
                  </p14:cNvPr>
                  <p14:cNvContentPartPr/>
                  <p14:nvPr/>
                </p14:nvContentPartPr>
                <p14:xfrm>
                  <a:off x="7100941" y="4269315"/>
                  <a:ext cx="153720" cy="357840"/>
                </p14:xfrm>
              </p:contentPart>
            </mc:Choice>
            <mc:Fallback xmlns="">
              <p:pic>
                <p:nvPicPr>
                  <p:cNvPr id="208" name="Ink 207">
                    <a:extLst>
                      <a:ext uri="{FF2B5EF4-FFF2-40B4-BE49-F238E27FC236}">
                        <a16:creationId xmlns:a16="http://schemas.microsoft.com/office/drawing/2014/main" id="{D24567C1-1ECC-3A18-F0F4-019319DBF2EF}"/>
                      </a:ext>
                    </a:extLst>
                  </p:cNvPr>
                  <p:cNvPicPr/>
                  <p:nvPr/>
                </p:nvPicPr>
                <p:blipFill>
                  <a:blip r:embed="rId88"/>
                  <a:stretch>
                    <a:fillRect/>
                  </a:stretch>
                </p:blipFill>
                <p:spPr>
                  <a:xfrm>
                    <a:off x="7052903" y="3981508"/>
                    <a:ext cx="249315" cy="93297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9">
                <p14:nvContentPartPr>
                  <p14:cNvPr id="209" name="Ink 208">
                    <a:extLst>
                      <a:ext uri="{FF2B5EF4-FFF2-40B4-BE49-F238E27FC236}">
                        <a16:creationId xmlns:a16="http://schemas.microsoft.com/office/drawing/2014/main" id="{A246F319-7ECC-DF74-6F72-B84888915932}"/>
                      </a:ext>
                    </a:extLst>
                  </p14:cNvPr>
                  <p14:cNvContentPartPr/>
                  <p14:nvPr/>
                </p14:nvContentPartPr>
                <p14:xfrm>
                  <a:off x="7027141" y="4424835"/>
                  <a:ext cx="85320" cy="96480"/>
                </p14:xfrm>
              </p:contentPart>
            </mc:Choice>
            <mc:Fallback xmlns="">
              <p:pic>
                <p:nvPicPr>
                  <p:cNvPr id="209" name="Ink 208">
                    <a:extLst>
                      <a:ext uri="{FF2B5EF4-FFF2-40B4-BE49-F238E27FC236}">
                        <a16:creationId xmlns:a16="http://schemas.microsoft.com/office/drawing/2014/main" id="{A246F319-7ECC-DF74-6F72-B84888915932}"/>
                      </a:ext>
                    </a:extLst>
                  </p:cNvPr>
                  <p:cNvPicPr/>
                  <p:nvPr/>
                </p:nvPicPr>
                <p:blipFill>
                  <a:blip r:embed="rId90"/>
                  <a:stretch>
                    <a:fillRect/>
                  </a:stretch>
                </p:blipFill>
                <p:spPr>
                  <a:xfrm>
                    <a:off x="6979208" y="4137315"/>
                    <a:ext cx="180706" cy="672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1">
                <p14:nvContentPartPr>
                  <p14:cNvPr id="212" name="Ink 211">
                    <a:extLst>
                      <a:ext uri="{FF2B5EF4-FFF2-40B4-BE49-F238E27FC236}">
                        <a16:creationId xmlns:a16="http://schemas.microsoft.com/office/drawing/2014/main" id="{82D9B0F5-F105-0660-D9E6-B593DC5119AC}"/>
                      </a:ext>
                    </a:extLst>
                  </p14:cNvPr>
                  <p14:cNvContentPartPr/>
                  <p14:nvPr/>
                </p14:nvContentPartPr>
                <p14:xfrm>
                  <a:off x="7299301" y="4377315"/>
                  <a:ext cx="138240" cy="429120"/>
                </p14:xfrm>
              </p:contentPart>
            </mc:Choice>
            <mc:Fallback xmlns="">
              <p:pic>
                <p:nvPicPr>
                  <p:cNvPr id="212" name="Ink 211">
                    <a:extLst>
                      <a:ext uri="{FF2B5EF4-FFF2-40B4-BE49-F238E27FC236}">
                        <a16:creationId xmlns:a16="http://schemas.microsoft.com/office/drawing/2014/main" id="{82D9B0F5-F105-0660-D9E6-B593DC5119AC}"/>
                      </a:ext>
                    </a:extLst>
                  </p:cNvPr>
                  <p:cNvPicPr/>
                  <p:nvPr/>
                </p:nvPicPr>
                <p:blipFill>
                  <a:blip r:embed="rId92"/>
                  <a:stretch>
                    <a:fillRect/>
                  </a:stretch>
                </p:blipFill>
                <p:spPr>
                  <a:xfrm>
                    <a:off x="7251301" y="4089315"/>
                    <a:ext cx="233760" cy="1004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3">
                <p14:nvContentPartPr>
                  <p14:cNvPr id="213" name="Ink 212">
                    <a:extLst>
                      <a:ext uri="{FF2B5EF4-FFF2-40B4-BE49-F238E27FC236}">
                        <a16:creationId xmlns:a16="http://schemas.microsoft.com/office/drawing/2014/main" id="{17572F89-0781-F1D2-34AE-B8BEEC960893}"/>
                      </a:ext>
                    </a:extLst>
                  </p14:cNvPr>
                  <p14:cNvContentPartPr/>
                  <p14:nvPr/>
                </p14:nvContentPartPr>
                <p14:xfrm>
                  <a:off x="7227661" y="4519155"/>
                  <a:ext cx="76680" cy="78120"/>
                </p14:xfrm>
              </p:contentPart>
            </mc:Choice>
            <mc:Fallback xmlns="">
              <p:pic>
                <p:nvPicPr>
                  <p:cNvPr id="213" name="Ink 212">
                    <a:extLst>
                      <a:ext uri="{FF2B5EF4-FFF2-40B4-BE49-F238E27FC236}">
                        <a16:creationId xmlns:a16="http://schemas.microsoft.com/office/drawing/2014/main" id="{17572F89-0781-F1D2-34AE-B8BEEC960893}"/>
                      </a:ext>
                    </a:extLst>
                  </p:cNvPr>
                  <p:cNvPicPr/>
                  <p:nvPr/>
                </p:nvPicPr>
                <p:blipFill>
                  <a:blip r:embed="rId94"/>
                  <a:stretch>
                    <a:fillRect/>
                  </a:stretch>
                </p:blipFill>
                <p:spPr>
                  <a:xfrm>
                    <a:off x="7179736" y="4231597"/>
                    <a:ext cx="172051" cy="65275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5">
                <p14:nvContentPartPr>
                  <p14:cNvPr id="216" name="Ink 215">
                    <a:extLst>
                      <a:ext uri="{FF2B5EF4-FFF2-40B4-BE49-F238E27FC236}">
                        <a16:creationId xmlns:a16="http://schemas.microsoft.com/office/drawing/2014/main" id="{74C448ED-C328-3D80-9D28-278AE711E9E4}"/>
                      </a:ext>
                    </a:extLst>
                  </p14:cNvPr>
                  <p14:cNvContentPartPr/>
                  <p14:nvPr/>
                </p14:nvContentPartPr>
                <p14:xfrm>
                  <a:off x="7255021" y="4071315"/>
                  <a:ext cx="125640" cy="348120"/>
                </p14:xfrm>
              </p:contentPart>
            </mc:Choice>
            <mc:Fallback xmlns="">
              <p:pic>
                <p:nvPicPr>
                  <p:cNvPr id="216" name="Ink 215">
                    <a:extLst>
                      <a:ext uri="{FF2B5EF4-FFF2-40B4-BE49-F238E27FC236}">
                        <a16:creationId xmlns:a16="http://schemas.microsoft.com/office/drawing/2014/main" id="{74C448ED-C328-3D80-9D28-278AE711E9E4}"/>
                      </a:ext>
                    </a:extLst>
                  </p:cNvPr>
                  <p:cNvPicPr/>
                  <p:nvPr/>
                </p:nvPicPr>
                <p:blipFill>
                  <a:blip r:embed="rId96"/>
                  <a:stretch>
                    <a:fillRect/>
                  </a:stretch>
                </p:blipFill>
                <p:spPr>
                  <a:xfrm>
                    <a:off x="7207067" y="3783216"/>
                    <a:ext cx="221069" cy="923838"/>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7">
                <p14:nvContentPartPr>
                  <p14:cNvPr id="217" name="Ink 216">
                    <a:extLst>
                      <a:ext uri="{FF2B5EF4-FFF2-40B4-BE49-F238E27FC236}">
                        <a16:creationId xmlns:a16="http://schemas.microsoft.com/office/drawing/2014/main" id="{9FC20E09-22AC-28E7-88E0-EBE712C2D072}"/>
                      </a:ext>
                    </a:extLst>
                  </p14:cNvPr>
                  <p14:cNvContentPartPr/>
                  <p14:nvPr/>
                </p14:nvContentPartPr>
                <p14:xfrm>
                  <a:off x="7199941" y="4203075"/>
                  <a:ext cx="91080" cy="101880"/>
                </p14:xfrm>
              </p:contentPart>
            </mc:Choice>
            <mc:Fallback xmlns="">
              <p:pic>
                <p:nvPicPr>
                  <p:cNvPr id="217" name="Ink 216">
                    <a:extLst>
                      <a:ext uri="{FF2B5EF4-FFF2-40B4-BE49-F238E27FC236}">
                        <a16:creationId xmlns:a16="http://schemas.microsoft.com/office/drawing/2014/main" id="{9FC20E09-22AC-28E7-88E0-EBE712C2D072}"/>
                      </a:ext>
                    </a:extLst>
                  </p:cNvPr>
                  <p:cNvPicPr/>
                  <p:nvPr/>
                </p:nvPicPr>
                <p:blipFill>
                  <a:blip r:embed="rId98"/>
                  <a:stretch>
                    <a:fillRect/>
                  </a:stretch>
                </p:blipFill>
                <p:spPr>
                  <a:xfrm>
                    <a:off x="7152004" y="3914735"/>
                    <a:ext cx="186474" cy="67807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9">
                <p14:nvContentPartPr>
                  <p14:cNvPr id="218" name="Ink 217">
                    <a:extLst>
                      <a:ext uri="{FF2B5EF4-FFF2-40B4-BE49-F238E27FC236}">
                        <a16:creationId xmlns:a16="http://schemas.microsoft.com/office/drawing/2014/main" id="{7F20DB3D-D6AB-F1A2-C241-8C51EC03171F}"/>
                      </a:ext>
                    </a:extLst>
                  </p14:cNvPr>
                  <p14:cNvContentPartPr/>
                  <p14:nvPr/>
                </p14:nvContentPartPr>
                <p14:xfrm>
                  <a:off x="7443661" y="4489635"/>
                  <a:ext cx="118080" cy="104040"/>
                </p14:xfrm>
              </p:contentPart>
            </mc:Choice>
            <mc:Fallback xmlns="">
              <p:pic>
                <p:nvPicPr>
                  <p:cNvPr id="218" name="Ink 217">
                    <a:extLst>
                      <a:ext uri="{FF2B5EF4-FFF2-40B4-BE49-F238E27FC236}">
                        <a16:creationId xmlns:a16="http://schemas.microsoft.com/office/drawing/2014/main" id="{7F20DB3D-D6AB-F1A2-C241-8C51EC03171F}"/>
                      </a:ext>
                    </a:extLst>
                  </p:cNvPr>
                  <p:cNvPicPr/>
                  <p:nvPr/>
                </p:nvPicPr>
                <p:blipFill>
                  <a:blip r:embed="rId100"/>
                  <a:stretch>
                    <a:fillRect/>
                  </a:stretch>
                </p:blipFill>
                <p:spPr>
                  <a:xfrm>
                    <a:off x="7395661" y="4201967"/>
                    <a:ext cx="213600" cy="67889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1">
                <p14:nvContentPartPr>
                  <p14:cNvPr id="219" name="Ink 218">
                    <a:extLst>
                      <a:ext uri="{FF2B5EF4-FFF2-40B4-BE49-F238E27FC236}">
                        <a16:creationId xmlns:a16="http://schemas.microsoft.com/office/drawing/2014/main" id="{334E9EC8-9BA4-CB2A-B0CC-001BC9367DD3}"/>
                      </a:ext>
                    </a:extLst>
                  </p14:cNvPr>
                  <p14:cNvContentPartPr/>
                  <p14:nvPr/>
                </p14:nvContentPartPr>
                <p14:xfrm>
                  <a:off x="7314421" y="4564875"/>
                  <a:ext cx="291600" cy="469080"/>
                </p14:xfrm>
              </p:contentPart>
            </mc:Choice>
            <mc:Fallback xmlns="">
              <p:pic>
                <p:nvPicPr>
                  <p:cNvPr id="219" name="Ink 218">
                    <a:extLst>
                      <a:ext uri="{FF2B5EF4-FFF2-40B4-BE49-F238E27FC236}">
                        <a16:creationId xmlns:a16="http://schemas.microsoft.com/office/drawing/2014/main" id="{334E9EC8-9BA4-CB2A-B0CC-001BC9367DD3}"/>
                      </a:ext>
                    </a:extLst>
                  </p:cNvPr>
                  <p:cNvPicPr/>
                  <p:nvPr/>
                </p:nvPicPr>
                <p:blipFill>
                  <a:blip r:embed="rId102"/>
                  <a:stretch>
                    <a:fillRect/>
                  </a:stretch>
                </p:blipFill>
                <p:spPr>
                  <a:xfrm>
                    <a:off x="7266940" y="4276801"/>
                    <a:ext cx="387041" cy="1044747"/>
                  </a:xfrm>
                  <a:prstGeom prst="rect">
                    <a:avLst/>
                  </a:prstGeom>
                </p:spPr>
              </p:pic>
            </mc:Fallback>
          </mc:AlternateContent>
        </p:grpSp>
      </p:grpSp>
      <p:pic>
        <p:nvPicPr>
          <p:cNvPr id="225" name="Picture 2">
            <a:extLst>
              <a:ext uri="{FF2B5EF4-FFF2-40B4-BE49-F238E27FC236}">
                <a16:creationId xmlns:a16="http://schemas.microsoft.com/office/drawing/2014/main" id="{4AF6F83A-020A-097E-0F3B-6AFAE0735B22}"/>
              </a:ext>
            </a:extLst>
          </p:cNvPr>
          <p:cNvPicPr>
            <a:picLocks noChangeAspect="1" noChangeArrowheads="1"/>
          </p:cNvPicPr>
          <p:nvPr/>
        </p:nvPicPr>
        <p:blipFill>
          <a:blip r:embed="rId103">
            <a:extLst>
              <a:ext uri="{28A0092B-C50C-407E-A947-70E740481C1C}">
                <a14:useLocalDpi xmlns:a14="http://schemas.microsoft.com/office/drawing/2010/main" val="0"/>
              </a:ext>
            </a:extLst>
          </a:blip>
          <a:srcRect/>
          <a:stretch>
            <a:fillRect/>
          </a:stretch>
        </p:blipFill>
        <p:spPr bwMode="auto">
          <a:xfrm>
            <a:off x="7942520" y="175537"/>
            <a:ext cx="1052623" cy="365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8683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7FFF1">
            <a:alpha val="45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C8AA0-9292-1B4D-D205-BB3064E09483}"/>
              </a:ext>
            </a:extLst>
          </p:cNvPr>
          <p:cNvSpPr>
            <a:spLocks noGrp="1"/>
          </p:cNvSpPr>
          <p:nvPr>
            <p:ph type="title"/>
          </p:nvPr>
        </p:nvSpPr>
        <p:spPr>
          <a:xfrm>
            <a:off x="894464" y="2074664"/>
            <a:ext cx="7886700" cy="994172"/>
          </a:xfrm>
        </p:spPr>
        <p:txBody>
          <a:bodyPr/>
          <a:lstStyle/>
          <a:p>
            <a:r>
              <a:rPr lang="en-US" dirty="0" err="1">
                <a:latin typeface="VELUX Transform" pitchFamily="2" charset="0"/>
              </a:rPr>
              <a:t>Kyverno</a:t>
            </a:r>
            <a:r>
              <a:rPr lang="en-US" dirty="0">
                <a:latin typeface="VELUX Transform" pitchFamily="2" charset="0"/>
              </a:rPr>
              <a:t> Backstage plugin</a:t>
            </a:r>
          </a:p>
        </p:txBody>
      </p:sp>
      <p:pic>
        <p:nvPicPr>
          <p:cNvPr id="5" name="Picture 2">
            <a:extLst>
              <a:ext uri="{FF2B5EF4-FFF2-40B4-BE49-F238E27FC236}">
                <a16:creationId xmlns:a16="http://schemas.microsoft.com/office/drawing/2014/main" id="{4ADB31AC-9FC9-AABD-8D74-9420C482CC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2520" y="175537"/>
            <a:ext cx="1052623" cy="365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3737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EEE8"/>
        </a:solidFill>
        <a:effectLst/>
      </p:bgPr>
    </p:bg>
    <p:spTree>
      <p:nvGrpSpPr>
        <p:cNvPr id="1" name="">
          <a:extLst>
            <a:ext uri="{FF2B5EF4-FFF2-40B4-BE49-F238E27FC236}">
              <a16:creationId xmlns:a16="http://schemas.microsoft.com/office/drawing/2014/main" id="{5ABEF46C-E0B1-4644-3051-CDD5D8077E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753393-472A-FC6D-3614-2D96BD2E69E7}"/>
              </a:ext>
            </a:extLst>
          </p:cNvPr>
          <p:cNvSpPr>
            <a:spLocks noGrp="1"/>
          </p:cNvSpPr>
          <p:nvPr>
            <p:ph type="title"/>
          </p:nvPr>
        </p:nvSpPr>
        <p:spPr/>
        <p:txBody>
          <a:bodyPr/>
          <a:lstStyle/>
          <a:p>
            <a:r>
              <a:rPr lang="en-US" dirty="0">
                <a:latin typeface="VELUX Transform" pitchFamily="2" charset="0"/>
              </a:rPr>
              <a:t>Nice to have</a:t>
            </a:r>
          </a:p>
        </p:txBody>
      </p:sp>
      <p:sp>
        <p:nvSpPr>
          <p:cNvPr id="3" name="Content Placeholder 2">
            <a:extLst>
              <a:ext uri="{FF2B5EF4-FFF2-40B4-BE49-F238E27FC236}">
                <a16:creationId xmlns:a16="http://schemas.microsoft.com/office/drawing/2014/main" id="{A49ECD55-D188-0436-16C6-B1DF81E3DBDF}"/>
              </a:ext>
            </a:extLst>
          </p:cNvPr>
          <p:cNvSpPr>
            <a:spLocks noGrp="1"/>
          </p:cNvSpPr>
          <p:nvPr>
            <p:ph idx="1"/>
          </p:nvPr>
        </p:nvSpPr>
        <p:spPr>
          <a:xfrm>
            <a:off x="751114" y="1762624"/>
            <a:ext cx="7764236" cy="2133260"/>
          </a:xfrm>
        </p:spPr>
        <p:txBody>
          <a:bodyPr>
            <a:normAutofit/>
          </a:bodyPr>
          <a:lstStyle/>
          <a:p>
            <a:pPr marL="0" indent="0">
              <a:buNone/>
            </a:pPr>
            <a:r>
              <a:rPr lang="en-US" sz="3200" dirty="0">
                <a:latin typeface="VELUX Transform" pitchFamily="2" charset="0"/>
              </a:rPr>
              <a:t>CEL</a:t>
            </a:r>
          </a:p>
          <a:p>
            <a:pPr marL="0" indent="0">
              <a:buNone/>
            </a:pPr>
            <a:endParaRPr lang="en-US" sz="3200" dirty="0">
              <a:latin typeface="VELUX Transform" pitchFamily="2" charset="0"/>
            </a:endParaRPr>
          </a:p>
          <a:p>
            <a:pPr marL="0" indent="0">
              <a:buNone/>
            </a:pPr>
            <a:r>
              <a:rPr lang="en-US" sz="3200" dirty="0" err="1">
                <a:latin typeface="VELUX Transform" pitchFamily="2" charset="0"/>
              </a:rPr>
              <a:t>ValidatingAdmissionPolicy</a:t>
            </a:r>
            <a:r>
              <a:rPr lang="en-US" sz="3200" dirty="0">
                <a:latin typeface="VELUX Transform" pitchFamily="2" charset="0"/>
              </a:rPr>
              <a:t> enabled by default in K8s API</a:t>
            </a:r>
          </a:p>
        </p:txBody>
      </p:sp>
      <p:pic>
        <p:nvPicPr>
          <p:cNvPr id="5" name="Picture 2">
            <a:extLst>
              <a:ext uri="{FF2B5EF4-FFF2-40B4-BE49-F238E27FC236}">
                <a16:creationId xmlns:a16="http://schemas.microsoft.com/office/drawing/2014/main" id="{9B615A00-14B6-6A0E-B19A-8A364DBA82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2520" y="175537"/>
            <a:ext cx="1052623" cy="365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3487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61AD4-461E-20B8-95B5-36BE9F90C4DE}"/>
            </a:ext>
          </a:extLst>
        </p:cNvPr>
        <p:cNvGrpSpPr/>
        <p:nvPr/>
      </p:nvGrpSpPr>
      <p:grpSpPr>
        <a:xfrm>
          <a:off x="0" y="0"/>
          <a:ext cx="0" cy="0"/>
          <a:chOff x="0" y="0"/>
          <a:chExt cx="0" cy="0"/>
        </a:xfrm>
      </p:grpSpPr>
      <p:sp>
        <p:nvSpPr>
          <p:cNvPr id="43" name="Title 1">
            <a:extLst>
              <a:ext uri="{FF2B5EF4-FFF2-40B4-BE49-F238E27FC236}">
                <a16:creationId xmlns:a16="http://schemas.microsoft.com/office/drawing/2014/main" id="{4CA3B000-1900-3BF5-6771-CF6DC310BE5D}"/>
              </a:ext>
            </a:extLst>
          </p:cNvPr>
          <p:cNvSpPr>
            <a:spLocks noGrp="1"/>
          </p:cNvSpPr>
          <p:nvPr>
            <p:ph type="title"/>
          </p:nvPr>
        </p:nvSpPr>
        <p:spPr>
          <a:xfrm>
            <a:off x="2446173" y="1824141"/>
            <a:ext cx="4251654" cy="1495217"/>
          </a:xfrm>
        </p:spPr>
        <p:txBody>
          <a:bodyPr>
            <a:normAutofit/>
          </a:bodyPr>
          <a:lstStyle/>
          <a:p>
            <a:r>
              <a:rPr lang="en-US" sz="6000" dirty="0">
                <a:latin typeface="VELUX Transform" pitchFamily="2" charset="0"/>
              </a:rPr>
              <a:t>Thank you!</a:t>
            </a:r>
          </a:p>
        </p:txBody>
      </p:sp>
      <p:pic>
        <p:nvPicPr>
          <p:cNvPr id="44" name="Picture 2">
            <a:extLst>
              <a:ext uri="{FF2B5EF4-FFF2-40B4-BE49-F238E27FC236}">
                <a16:creationId xmlns:a16="http://schemas.microsoft.com/office/drawing/2014/main" id="{FB04DD6E-CE81-5702-AEEE-5BFDF542E5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5687" y="3907565"/>
            <a:ext cx="1052623" cy="365129"/>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A53FE329-1768-F48C-BB30-E09E73B7E38B}"/>
              </a:ext>
            </a:extLst>
          </p:cNvPr>
          <p:cNvSpPr txBox="1"/>
          <p:nvPr/>
        </p:nvSpPr>
        <p:spPr>
          <a:xfrm>
            <a:off x="3392027" y="4272694"/>
            <a:ext cx="2359941" cy="276999"/>
          </a:xfrm>
          <a:prstGeom prst="rect">
            <a:avLst/>
          </a:prstGeom>
          <a:noFill/>
        </p:spPr>
        <p:txBody>
          <a:bodyPr wrap="none" rtlCol="0">
            <a:spAutoFit/>
          </a:bodyPr>
          <a:lstStyle/>
          <a:p>
            <a:r>
              <a:rPr lang="en-US" sz="1200" i="1" dirty="0">
                <a:latin typeface="VELUX Transform" pitchFamily="2" charset="0"/>
              </a:rPr>
              <a:t>Chasing daylight and fresh air</a:t>
            </a:r>
          </a:p>
        </p:txBody>
      </p:sp>
    </p:spTree>
    <p:extLst>
      <p:ext uri="{BB962C8B-B14F-4D97-AF65-F5344CB8AC3E}">
        <p14:creationId xmlns:p14="http://schemas.microsoft.com/office/powerpoint/2010/main" val="32813786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MPLAFYSLIDEID" val="638048023839962846"/>
</p:tagLst>
</file>

<file path=ppt/tags/tag2.xml><?xml version="1.0" encoding="utf-8"?>
<p:tagLst xmlns:a="http://schemas.openxmlformats.org/drawingml/2006/main" xmlns:r="http://schemas.openxmlformats.org/officeDocument/2006/relationships" xmlns:p="http://schemas.openxmlformats.org/presentationml/2006/main">
  <p:tag name="TEMPLAFYSLIDEID" val="638048023839962846"/>
</p:tagLst>
</file>

<file path=ppt/tags/tag3.xml><?xml version="1.0" encoding="utf-8"?>
<p:tagLst xmlns:a="http://schemas.openxmlformats.org/drawingml/2006/main" xmlns:r="http://schemas.openxmlformats.org/officeDocument/2006/relationships" xmlns:p="http://schemas.openxmlformats.org/presentationml/2006/main">
  <p:tag name="TEMPLAFYSLIDEID" val="638048023839962846"/>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9353</TotalTime>
  <Words>1129</Words>
  <Application>Microsoft Macintosh PowerPoint</Application>
  <PresentationFormat>On-screen Show (16:9)</PresentationFormat>
  <Paragraphs>78</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Consolas</vt:lpstr>
      <vt:lpstr>VELUX Transform</vt:lpstr>
      <vt:lpstr>Office Theme</vt:lpstr>
      <vt:lpstr>Guardrails in Action</vt:lpstr>
      <vt:lpstr>k auth whoami</vt:lpstr>
      <vt:lpstr>At the end of every golden path…</vt:lpstr>
      <vt:lpstr>policy as code</vt:lpstr>
      <vt:lpstr>Why Kyverno?</vt:lpstr>
      <vt:lpstr>admission controller</vt:lpstr>
      <vt:lpstr>PowerPoint Presentation</vt:lpstr>
      <vt:lpstr>admission controller</vt:lpstr>
      <vt:lpstr>disclaimers first</vt:lpstr>
      <vt:lpstr>Validate, validate and then a bit more validate</vt:lpstr>
      <vt:lpstr>A special kind of validation: Images</vt:lpstr>
      <vt:lpstr>Generate rules</vt:lpstr>
      <vt:lpstr>No mutations though</vt:lpstr>
      <vt:lpstr>Real-life challenges</vt:lpstr>
      <vt:lpstr>Kyverno Backstage plugin</vt:lpstr>
      <vt:lpstr>Nice to have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Linda Ārende</dc:creator>
  <cp:lastModifiedBy>Linda Ārende</cp:lastModifiedBy>
  <cp:revision>9</cp:revision>
  <dcterms:created xsi:type="dcterms:W3CDTF">2025-07-15T15:03:27Z</dcterms:created>
  <dcterms:modified xsi:type="dcterms:W3CDTF">2025-10-15T13:37:22Z</dcterms:modified>
</cp:coreProperties>
</file>