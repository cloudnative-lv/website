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60" r:id="rId4"/>
    <p:sldId id="257" r:id="rId5"/>
    <p:sldId id="280" r:id="rId6"/>
    <p:sldId id="284" r:id="rId7"/>
    <p:sldId id="258" r:id="rId8"/>
    <p:sldId id="281" r:id="rId9"/>
    <p:sldId id="282" r:id="rId10"/>
    <p:sldId id="279" r:id="rId11"/>
    <p:sldId id="285" r:id="rId12"/>
    <p:sldId id="286" r:id="rId13"/>
    <p:sldId id="289" r:id="rId14"/>
    <p:sldId id="287" r:id="rId15"/>
    <p:sldId id="290" r:id="rId16"/>
    <p:sldId id="283" r:id="rId17"/>
    <p:sldId id="293" r:id="rId18"/>
    <p:sldId id="292" r:id="rId19"/>
    <p:sldId id="29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B4F4"/>
    <a:srgbClr val="E716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3795F-5F14-45F5-83F6-67C6A8DD9046}" v="910" dt="2025-10-15T14:24:42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77366" autoAdjust="0"/>
  </p:normalViewPr>
  <p:slideViewPr>
    <p:cSldViewPr snapToGrid="0">
      <p:cViewPr varScale="1">
        <p:scale>
          <a:sx n="81" d="100"/>
          <a:sy n="81" d="100"/>
        </p:scale>
        <p:origin x="881" y="51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kena Gundega, SCS-INI-EOG-SPA (EXT)" userId="a476f176-5114-4d65-9410-37d88e426de2" providerId="ADAL" clId="{4453795F-5F14-45F5-83F6-67C6A8DD9046}"/>
    <pc:docChg chg="undo redo custSel addSld delSld modSld sldOrd">
      <pc:chgData name="Dekena Gundega, SCS-INI-EOG-SPA (EXT)" userId="a476f176-5114-4d65-9410-37d88e426de2" providerId="ADAL" clId="{4453795F-5F14-45F5-83F6-67C6A8DD9046}" dt="2025-10-15T14:46:32.617" v="3207" actId="20577"/>
      <pc:docMkLst>
        <pc:docMk/>
      </pc:docMkLst>
      <pc:sldChg chg="addSp delSp modSp mod setBg addAnim">
        <pc:chgData name="Dekena Gundega, SCS-INI-EOG-SPA (EXT)" userId="a476f176-5114-4d65-9410-37d88e426de2" providerId="ADAL" clId="{4453795F-5F14-45F5-83F6-67C6A8DD9046}" dt="2025-10-13T20:46:46.927" v="291" actId="20577"/>
        <pc:sldMkLst>
          <pc:docMk/>
          <pc:sldMk cId="1332904425" sldId="256"/>
        </pc:sldMkLst>
        <pc:spChg chg="mod">
          <ac:chgData name="Dekena Gundega, SCS-INI-EOG-SPA (EXT)" userId="a476f176-5114-4d65-9410-37d88e426de2" providerId="ADAL" clId="{4453795F-5F14-45F5-83F6-67C6A8DD9046}" dt="2025-10-13T20:46:46.927" v="291" actId="20577"/>
          <ac:spMkLst>
            <pc:docMk/>
            <pc:sldMk cId="1332904425" sldId="256"/>
            <ac:spMk id="2" creationId="{E2C05AC9-FC69-9081-B278-1B864FA12718}"/>
          </ac:spMkLst>
        </pc:spChg>
        <pc:spChg chg="add">
          <ac:chgData name="Dekena Gundega, SCS-INI-EOG-SPA (EXT)" userId="a476f176-5114-4d65-9410-37d88e426de2" providerId="ADAL" clId="{4453795F-5F14-45F5-83F6-67C6A8DD9046}" dt="2025-10-13T20:24:13.716" v="19" actId="26606"/>
          <ac:spMkLst>
            <pc:docMk/>
            <pc:sldMk cId="1332904425" sldId="256"/>
            <ac:spMk id="16" creationId="{E770CA6A-B3B0-4826-A91F-B2B1F8922026}"/>
          </ac:spMkLst>
        </pc:spChg>
        <pc:picChg chg="add">
          <ac:chgData name="Dekena Gundega, SCS-INI-EOG-SPA (EXT)" userId="a476f176-5114-4d65-9410-37d88e426de2" providerId="ADAL" clId="{4453795F-5F14-45F5-83F6-67C6A8DD9046}" dt="2025-10-13T20:24:13.716" v="19" actId="26606"/>
          <ac:picMkLst>
            <pc:docMk/>
            <pc:sldMk cId="1332904425" sldId="256"/>
            <ac:picMk id="18" creationId="{3C51B9DA-B0CC-480A-8EA5-4D5C3E0515B9}"/>
          </ac:picMkLst>
        </pc:picChg>
        <pc:cxnChg chg="add">
          <ac:chgData name="Dekena Gundega, SCS-INI-EOG-SPA (EXT)" userId="a476f176-5114-4d65-9410-37d88e426de2" providerId="ADAL" clId="{4453795F-5F14-45F5-83F6-67C6A8DD9046}" dt="2025-10-13T20:24:13.716" v="19" actId="26606"/>
          <ac:cxnSpMkLst>
            <pc:docMk/>
            <pc:sldMk cId="1332904425" sldId="256"/>
            <ac:cxnSpMk id="20" creationId="{6FE641DB-A503-41DE-ACA6-36B41C6C2BE9}"/>
          </ac:cxnSpMkLst>
        </pc:cxnChg>
      </pc:sldChg>
      <pc:sldChg chg="modSp mod ord">
        <pc:chgData name="Dekena Gundega, SCS-INI-EOG-SPA (EXT)" userId="a476f176-5114-4d65-9410-37d88e426de2" providerId="ADAL" clId="{4453795F-5F14-45F5-83F6-67C6A8DD9046}" dt="2025-10-13T22:41:27.686" v="772" actId="14826"/>
        <pc:sldMkLst>
          <pc:docMk/>
          <pc:sldMk cId="2691089298" sldId="257"/>
        </pc:sldMkLst>
        <pc:spChg chg="mod">
          <ac:chgData name="Dekena Gundega, SCS-INI-EOG-SPA (EXT)" userId="a476f176-5114-4d65-9410-37d88e426de2" providerId="ADAL" clId="{4453795F-5F14-45F5-83F6-67C6A8DD9046}" dt="2025-10-13T20:25:02.949" v="22" actId="947"/>
          <ac:spMkLst>
            <pc:docMk/>
            <pc:sldMk cId="2691089298" sldId="257"/>
            <ac:spMk id="2" creationId="{22DB0B99-0728-C5F7-F834-D1A9DE0CE73C}"/>
          </ac:spMkLst>
        </pc:spChg>
        <pc:picChg chg="mod">
          <ac:chgData name="Dekena Gundega, SCS-INI-EOG-SPA (EXT)" userId="a476f176-5114-4d65-9410-37d88e426de2" providerId="ADAL" clId="{4453795F-5F14-45F5-83F6-67C6A8DD9046}" dt="2025-10-13T22:41:27.686" v="772" actId="14826"/>
          <ac:picMkLst>
            <pc:docMk/>
            <pc:sldMk cId="2691089298" sldId="257"/>
            <ac:picMk id="6" creationId="{1673D036-0C1B-0049-8371-BC26A30094BF}"/>
          </ac:picMkLst>
        </pc:picChg>
      </pc:sldChg>
      <pc:sldChg chg="addSp delSp modSp mod">
        <pc:chgData name="Dekena Gundega, SCS-INI-EOG-SPA (EXT)" userId="a476f176-5114-4d65-9410-37d88e426de2" providerId="ADAL" clId="{4453795F-5F14-45F5-83F6-67C6A8DD9046}" dt="2025-10-13T21:37:37.011" v="349" actId="1076"/>
        <pc:sldMkLst>
          <pc:docMk/>
          <pc:sldMk cId="2496218324" sldId="258"/>
        </pc:sldMkLst>
        <pc:spChg chg="mod">
          <ac:chgData name="Dekena Gundega, SCS-INI-EOG-SPA (EXT)" userId="a476f176-5114-4d65-9410-37d88e426de2" providerId="ADAL" clId="{4453795F-5F14-45F5-83F6-67C6A8DD9046}" dt="2025-10-13T21:35:17.732" v="336" actId="20577"/>
          <ac:spMkLst>
            <pc:docMk/>
            <pc:sldMk cId="2496218324" sldId="258"/>
            <ac:spMk id="2" creationId="{350D2B0E-6341-1851-CE1E-640311157E2B}"/>
          </ac:spMkLst>
        </pc:spChg>
        <pc:spChg chg="mod">
          <ac:chgData name="Dekena Gundega, SCS-INI-EOG-SPA (EXT)" userId="a476f176-5114-4d65-9410-37d88e426de2" providerId="ADAL" clId="{4453795F-5F14-45F5-83F6-67C6A8DD9046}" dt="2025-10-13T21:37:24.628" v="348" actId="14100"/>
          <ac:spMkLst>
            <pc:docMk/>
            <pc:sldMk cId="2496218324" sldId="258"/>
            <ac:spMk id="3" creationId="{5651898D-7E94-BF24-489A-F7CB7CEEAC5D}"/>
          </ac:spMkLst>
        </pc:spChg>
        <pc:spChg chg="mod">
          <ac:chgData name="Dekena Gundega, SCS-INI-EOG-SPA (EXT)" userId="a476f176-5114-4d65-9410-37d88e426de2" providerId="ADAL" clId="{4453795F-5F14-45F5-83F6-67C6A8DD9046}" dt="2025-10-13T21:37:24.628" v="348" actId="14100"/>
          <ac:spMkLst>
            <pc:docMk/>
            <pc:sldMk cId="2496218324" sldId="258"/>
            <ac:spMk id="4" creationId="{06AB6D21-8044-4582-0A9F-4EB0A26E2AFE}"/>
          </ac:spMkLst>
        </pc:spChg>
        <pc:spChg chg="mod">
          <ac:chgData name="Dekena Gundega, SCS-INI-EOG-SPA (EXT)" userId="a476f176-5114-4d65-9410-37d88e426de2" providerId="ADAL" clId="{4453795F-5F14-45F5-83F6-67C6A8DD9046}" dt="2025-10-13T21:37:37.011" v="349" actId="1076"/>
          <ac:spMkLst>
            <pc:docMk/>
            <pc:sldMk cId="2496218324" sldId="258"/>
            <ac:spMk id="5" creationId="{3381F09D-1975-BD85-ED14-EA94582FE9E0}"/>
          </ac:spMkLst>
        </pc:spChg>
        <pc:spChg chg="mod">
          <ac:chgData name="Dekena Gundega, SCS-INI-EOG-SPA (EXT)" userId="a476f176-5114-4d65-9410-37d88e426de2" providerId="ADAL" clId="{4453795F-5F14-45F5-83F6-67C6A8DD9046}" dt="2025-10-13T21:37:37.011" v="349" actId="1076"/>
          <ac:spMkLst>
            <pc:docMk/>
            <pc:sldMk cId="2496218324" sldId="258"/>
            <ac:spMk id="6" creationId="{F9EA882E-D448-3C4D-2F80-5D981ABA834D}"/>
          </ac:spMkLst>
        </pc:spChg>
      </pc:sldChg>
      <pc:sldChg chg="addSp delSp modSp mod ord setBg modNotesTx">
        <pc:chgData name="Dekena Gundega, SCS-INI-EOG-SPA (EXT)" userId="a476f176-5114-4d65-9410-37d88e426de2" providerId="ADAL" clId="{4453795F-5F14-45F5-83F6-67C6A8DD9046}" dt="2025-10-15T11:34:43.064" v="1658" actId="113"/>
        <pc:sldMkLst>
          <pc:docMk/>
          <pc:sldMk cId="4033443336" sldId="259"/>
        </pc:sldMkLst>
        <pc:spChg chg="add mod">
          <ac:chgData name="Dekena Gundega, SCS-INI-EOG-SPA (EXT)" userId="a476f176-5114-4d65-9410-37d88e426de2" providerId="ADAL" clId="{4453795F-5F14-45F5-83F6-67C6A8DD9046}" dt="2025-10-15T11:34:43.064" v="1658" actId="113"/>
          <ac:spMkLst>
            <pc:docMk/>
            <pc:sldMk cId="4033443336" sldId="259"/>
            <ac:spMk id="10" creationId="{E06E4006-3858-3C88-1E55-3CDE5B2C9219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50" creationId="{8E9BD63A-B05C-ACA0-2A4A-B8BE02419F18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60" creationId="{EF1E014E-62C4-E6D1-F4FF-73E1F1346984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61" creationId="{4B2A02C9-BCA7-9D53-4112-9004864C22C6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027" creationId="{947FCB3B-F20A-A2B6-CF47-BE10F523CFCD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029" creationId="{6B03A3B1-E03E-B44B-6E43-516131326E37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030" creationId="{759B5AC8-19E3-42D9-D395-E8A280953043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032" creationId="{54BF7E7D-9769-5702-08E6-9087586A6C15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064" creationId="{5EE33C7B-2A6B-4778-A4F3-40833E43663B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067" creationId="{A4E0A44C-DD19-1243-9886-212DC918DB73}"/>
          </ac:spMkLst>
        </pc:spChg>
        <pc:spChg chg="del">
          <ac:chgData name="Dekena Gundega, SCS-INI-EOG-SPA (EXT)" userId="a476f176-5114-4d65-9410-37d88e426de2" providerId="ADAL" clId="{4453795F-5F14-45F5-83F6-67C6A8DD9046}" dt="2025-10-14T01:20:57.641" v="1076" actId="478"/>
          <ac:spMkLst>
            <pc:docMk/>
            <pc:sldMk cId="4033443336" sldId="259"/>
            <ac:spMk id="1107" creationId="{7FEB94CE-5059-7FCC-7433-F1786CA58398}"/>
          </ac:spMkLst>
        </pc:spChg>
        <pc:picChg chg="add del mod">
          <ac:chgData name="Dekena Gundega, SCS-INI-EOG-SPA (EXT)" userId="a476f176-5114-4d65-9410-37d88e426de2" providerId="ADAL" clId="{4453795F-5F14-45F5-83F6-67C6A8DD9046}" dt="2025-10-14T01:49:48.184" v="1158" actId="478"/>
          <ac:picMkLst>
            <pc:docMk/>
            <pc:sldMk cId="4033443336" sldId="259"/>
            <ac:picMk id="7" creationId="{D24B8DE8-B147-4362-3CA8-43FFA64BC45E}"/>
          </ac:picMkLst>
        </pc:picChg>
        <pc:picChg chg="add mod">
          <ac:chgData name="Dekena Gundega, SCS-INI-EOG-SPA (EXT)" userId="a476f176-5114-4d65-9410-37d88e426de2" providerId="ADAL" clId="{4453795F-5F14-45F5-83F6-67C6A8DD9046}" dt="2025-10-14T01:49:56.205" v="1160" actId="26606"/>
          <ac:picMkLst>
            <pc:docMk/>
            <pc:sldMk cId="4033443336" sldId="259"/>
            <ac:picMk id="9" creationId="{8D94A808-3F92-4789-5777-71AEB523438B}"/>
          </ac:picMkLst>
        </pc:picChg>
      </pc:sldChg>
      <pc:sldChg chg="modSp mod ord">
        <pc:chgData name="Dekena Gundega, SCS-INI-EOG-SPA (EXT)" userId="a476f176-5114-4d65-9410-37d88e426de2" providerId="ADAL" clId="{4453795F-5F14-45F5-83F6-67C6A8DD9046}" dt="2025-10-13T22:05:54.084" v="717" actId="20577"/>
        <pc:sldMkLst>
          <pc:docMk/>
          <pc:sldMk cId="3074802559" sldId="260"/>
        </pc:sldMkLst>
        <pc:spChg chg="mod">
          <ac:chgData name="Dekena Gundega, SCS-INI-EOG-SPA (EXT)" userId="a476f176-5114-4d65-9410-37d88e426de2" providerId="ADAL" clId="{4453795F-5F14-45F5-83F6-67C6A8DD9046}" dt="2025-10-13T20:39:05.380" v="31" actId="20577"/>
          <ac:spMkLst>
            <pc:docMk/>
            <pc:sldMk cId="3074802559" sldId="260"/>
            <ac:spMk id="2" creationId="{431B17F4-3D02-4FD3-8392-1B120675D94D}"/>
          </ac:spMkLst>
        </pc:spChg>
        <pc:graphicFrameChg chg="mod modGraphic">
          <ac:chgData name="Dekena Gundega, SCS-INI-EOG-SPA (EXT)" userId="a476f176-5114-4d65-9410-37d88e426de2" providerId="ADAL" clId="{4453795F-5F14-45F5-83F6-67C6A8DD9046}" dt="2025-10-13T22:05:54.084" v="717" actId="20577"/>
          <ac:graphicFrameMkLst>
            <pc:docMk/>
            <pc:sldMk cId="3074802559" sldId="260"/>
            <ac:graphicFrameMk id="38" creationId="{5A1ECA0D-E346-6EAB-E28F-625C735E0C5F}"/>
          </ac:graphicFrameMkLst>
        </pc:graphicFrameChg>
      </pc:sldChg>
      <pc:sldChg chg="modSp del mod ord modShow">
        <pc:chgData name="Dekena Gundega, SCS-INI-EOG-SPA (EXT)" userId="a476f176-5114-4d65-9410-37d88e426de2" providerId="ADAL" clId="{4453795F-5F14-45F5-83F6-67C6A8DD9046}" dt="2025-10-15T10:56:12.853" v="1418" actId="2696"/>
        <pc:sldMkLst>
          <pc:docMk/>
          <pc:sldMk cId="3926099111" sldId="272"/>
        </pc:sldMkLst>
        <pc:spChg chg="mod">
          <ac:chgData name="Dekena Gundega, SCS-INI-EOG-SPA (EXT)" userId="a476f176-5114-4d65-9410-37d88e426de2" providerId="ADAL" clId="{4453795F-5F14-45F5-83F6-67C6A8DD9046}" dt="2025-10-14T00:47:46.792" v="794" actId="20577"/>
          <ac:spMkLst>
            <pc:docMk/>
            <pc:sldMk cId="3926099111" sldId="272"/>
            <ac:spMk id="2" creationId="{EA033064-960C-6FDD-D15D-B22BD7C44F43}"/>
          </ac:spMkLst>
        </pc:spChg>
      </pc:sldChg>
      <pc:sldChg chg="del">
        <pc:chgData name="Dekena Gundega, SCS-INI-EOG-SPA (EXT)" userId="a476f176-5114-4d65-9410-37d88e426de2" providerId="ADAL" clId="{4453795F-5F14-45F5-83F6-67C6A8DD9046}" dt="2025-10-15T11:02:48.609" v="1551" actId="2696"/>
        <pc:sldMkLst>
          <pc:docMk/>
          <pc:sldMk cId="3268171879" sldId="274"/>
        </pc:sldMkLst>
      </pc:sldChg>
      <pc:sldChg chg="del">
        <pc:chgData name="Dekena Gundega, SCS-INI-EOG-SPA (EXT)" userId="a476f176-5114-4d65-9410-37d88e426de2" providerId="ADAL" clId="{4453795F-5F14-45F5-83F6-67C6A8DD9046}" dt="2025-10-13T22:25:46.800" v="771" actId="2696"/>
        <pc:sldMkLst>
          <pc:docMk/>
          <pc:sldMk cId="1628509212" sldId="275"/>
        </pc:sldMkLst>
      </pc:sldChg>
      <pc:sldChg chg="del">
        <pc:chgData name="Dekena Gundega, SCS-INI-EOG-SPA (EXT)" userId="a476f176-5114-4d65-9410-37d88e426de2" providerId="ADAL" clId="{4453795F-5F14-45F5-83F6-67C6A8DD9046}" dt="2025-10-14T00:46:05.156" v="780" actId="2696"/>
        <pc:sldMkLst>
          <pc:docMk/>
          <pc:sldMk cId="4139027731" sldId="276"/>
        </pc:sldMkLst>
      </pc:sldChg>
      <pc:sldChg chg="del">
        <pc:chgData name="Dekena Gundega, SCS-INI-EOG-SPA (EXT)" userId="a476f176-5114-4d65-9410-37d88e426de2" providerId="ADAL" clId="{4453795F-5F14-45F5-83F6-67C6A8DD9046}" dt="2025-10-14T00:46:05.156" v="780" actId="2696"/>
        <pc:sldMkLst>
          <pc:docMk/>
          <pc:sldMk cId="1869497999" sldId="278"/>
        </pc:sldMkLst>
      </pc:sldChg>
      <pc:sldChg chg="addSp delSp modSp add mod setClrOvrMap">
        <pc:chgData name="Dekena Gundega, SCS-INI-EOG-SPA (EXT)" userId="a476f176-5114-4d65-9410-37d88e426de2" providerId="ADAL" clId="{4453795F-5F14-45F5-83F6-67C6A8DD9046}" dt="2025-10-15T11:01:23.701" v="1546" actId="26606"/>
        <pc:sldMkLst>
          <pc:docMk/>
          <pc:sldMk cId="3742467801" sldId="279"/>
        </pc:sldMkLst>
        <pc:spChg chg="mod">
          <ac:chgData name="Dekena Gundega, SCS-INI-EOG-SPA (EXT)" userId="a476f176-5114-4d65-9410-37d88e426de2" providerId="ADAL" clId="{4453795F-5F14-45F5-83F6-67C6A8DD9046}" dt="2025-10-15T11:01:23.701" v="1546" actId="26606"/>
          <ac:spMkLst>
            <pc:docMk/>
            <pc:sldMk cId="3742467801" sldId="279"/>
            <ac:spMk id="2" creationId="{93114736-6A38-4C75-85F8-93429249DBAE}"/>
          </ac:spMkLst>
        </pc:spChg>
        <pc:spChg chg="add mod topLvl">
          <ac:chgData name="Dekena Gundega, SCS-INI-EOG-SPA (EXT)" userId="a476f176-5114-4d65-9410-37d88e426de2" providerId="ADAL" clId="{4453795F-5F14-45F5-83F6-67C6A8DD9046}" dt="2025-10-15T10:52:10.245" v="1305" actId="478"/>
          <ac:spMkLst>
            <pc:docMk/>
            <pc:sldMk cId="3742467801" sldId="279"/>
            <ac:spMk id="4" creationId="{8410A3C1-928A-53F9-ED79-8AF5287E5D44}"/>
          </ac:spMkLst>
        </pc:spChg>
        <pc:spChg chg="add del mod topLvl">
          <ac:chgData name="Dekena Gundega, SCS-INI-EOG-SPA (EXT)" userId="a476f176-5114-4d65-9410-37d88e426de2" providerId="ADAL" clId="{4453795F-5F14-45F5-83F6-67C6A8DD9046}" dt="2025-10-15T10:52:10.245" v="1305" actId="478"/>
          <ac:spMkLst>
            <pc:docMk/>
            <pc:sldMk cId="3742467801" sldId="279"/>
            <ac:spMk id="5" creationId="{480E001E-200C-0114-2601-32712313F1B6}"/>
          </ac:spMkLst>
        </pc:spChg>
        <pc:spChg chg="del">
          <ac:chgData name="Dekena Gundega, SCS-INI-EOG-SPA (EXT)" userId="a476f176-5114-4d65-9410-37d88e426de2" providerId="ADAL" clId="{4453795F-5F14-45F5-83F6-67C6A8DD9046}" dt="2025-10-15T10:53:21.675" v="1309" actId="26606"/>
          <ac:spMkLst>
            <pc:docMk/>
            <pc:sldMk cId="3742467801" sldId="279"/>
            <ac:spMk id="34" creationId="{C693B786-1E12-215E-FA8E-6EFD35654E39}"/>
          </ac:spMkLst>
        </pc:spChg>
        <pc:spChg chg="del">
          <ac:chgData name="Dekena Gundega, SCS-INI-EOG-SPA (EXT)" userId="a476f176-5114-4d65-9410-37d88e426de2" providerId="ADAL" clId="{4453795F-5F14-45F5-83F6-67C6A8DD9046}" dt="2025-10-15T10:53:21.675" v="1309" actId="26606"/>
          <ac:spMkLst>
            <pc:docMk/>
            <pc:sldMk cId="3742467801" sldId="279"/>
            <ac:spMk id="35" creationId="{4403C787-1553-4222-B711-39BE3D6BCA50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23.701" v="1546" actId="26606"/>
          <ac:spMkLst>
            <pc:docMk/>
            <pc:sldMk cId="3742467801" sldId="279"/>
            <ac:spMk id="43" creationId="{843DD86A-8FAA-443F-9211-42A2AE8A790C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23.701" v="1546" actId="26606"/>
          <ac:spMkLst>
            <pc:docMk/>
            <pc:sldMk cId="3742467801" sldId="279"/>
            <ac:spMk id="45" creationId="{C2A13AAE-18EB-4BDF-BAF7-F2F97B8D00D6}"/>
          </ac:spMkLst>
        </pc:spChg>
        <pc:spChg chg="add del">
          <ac:chgData name="Dekena Gundega, SCS-INI-EOG-SPA (EXT)" userId="a476f176-5114-4d65-9410-37d88e426de2" providerId="ADAL" clId="{4453795F-5F14-45F5-83F6-67C6A8DD9046}" dt="2025-10-15T11:00:58.775" v="1537" actId="26606"/>
          <ac:spMkLst>
            <pc:docMk/>
            <pc:sldMk cId="3742467801" sldId="279"/>
            <ac:spMk id="51" creationId="{843DD86A-8FAA-443F-9211-42A2AE8A790C}"/>
          </ac:spMkLst>
        </pc:spChg>
        <pc:spChg chg="add del">
          <ac:chgData name="Dekena Gundega, SCS-INI-EOG-SPA (EXT)" userId="a476f176-5114-4d65-9410-37d88e426de2" providerId="ADAL" clId="{4453795F-5F14-45F5-83F6-67C6A8DD9046}" dt="2025-10-15T11:00:58.775" v="1537" actId="26606"/>
          <ac:spMkLst>
            <pc:docMk/>
            <pc:sldMk cId="3742467801" sldId="279"/>
            <ac:spMk id="52" creationId="{C2A13AAE-18EB-4BDF-BAF7-F2F97B8D00D6}"/>
          </ac:spMkLst>
        </pc:spChg>
        <pc:spChg chg="add del">
          <ac:chgData name="Dekena Gundega, SCS-INI-EOG-SPA (EXT)" userId="a476f176-5114-4d65-9410-37d88e426de2" providerId="ADAL" clId="{4453795F-5F14-45F5-83F6-67C6A8DD9046}" dt="2025-10-15T11:00:45.185" v="1531" actId="26606"/>
          <ac:spMkLst>
            <pc:docMk/>
            <pc:sldMk cId="3742467801" sldId="279"/>
            <ac:spMk id="54" creationId="{30BD2399-7475-404C-BAC9-E55E1676926A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02.312" v="1539" actId="26606"/>
          <ac:spMkLst>
            <pc:docMk/>
            <pc:sldMk cId="3742467801" sldId="279"/>
            <ac:spMk id="57" creationId="{843DD86A-8FAA-443F-9211-42A2AE8A790C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02.312" v="1539" actId="26606"/>
          <ac:spMkLst>
            <pc:docMk/>
            <pc:sldMk cId="3742467801" sldId="279"/>
            <ac:spMk id="58" creationId="{C2A13AAE-18EB-4BDF-BAF7-F2F97B8D00D6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14.148" v="1541" actId="26606"/>
          <ac:spMkLst>
            <pc:docMk/>
            <pc:sldMk cId="3742467801" sldId="279"/>
            <ac:spMk id="62" creationId="{30BD2399-7475-404C-BAC9-E55E1676926A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20.005" v="1543" actId="26606"/>
          <ac:spMkLst>
            <pc:docMk/>
            <pc:sldMk cId="3742467801" sldId="279"/>
            <ac:spMk id="65" creationId="{86CD3965-7576-4EBB-9FEA-0E73E2DB4AC6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20.005" v="1543" actId="26606"/>
          <ac:spMkLst>
            <pc:docMk/>
            <pc:sldMk cId="3742467801" sldId="279"/>
            <ac:spMk id="66" creationId="{FA4B15F5-9B02-4280-9F50-172515BF4C68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23.676" v="1545" actId="26606"/>
          <ac:spMkLst>
            <pc:docMk/>
            <pc:sldMk cId="3742467801" sldId="279"/>
            <ac:spMk id="69" creationId="{843DD86A-8FAA-443F-9211-42A2AE8A790C}"/>
          </ac:spMkLst>
        </pc:spChg>
        <pc:spChg chg="add del">
          <ac:chgData name="Dekena Gundega, SCS-INI-EOG-SPA (EXT)" userId="a476f176-5114-4d65-9410-37d88e426de2" providerId="ADAL" clId="{4453795F-5F14-45F5-83F6-67C6A8DD9046}" dt="2025-10-15T11:01:23.676" v="1545" actId="26606"/>
          <ac:spMkLst>
            <pc:docMk/>
            <pc:sldMk cId="3742467801" sldId="279"/>
            <ac:spMk id="70" creationId="{C2A13AAE-18EB-4BDF-BAF7-F2F97B8D00D6}"/>
          </ac:spMkLst>
        </pc:spChg>
        <pc:spChg chg="add">
          <ac:chgData name="Dekena Gundega, SCS-INI-EOG-SPA (EXT)" userId="a476f176-5114-4d65-9410-37d88e426de2" providerId="ADAL" clId="{4453795F-5F14-45F5-83F6-67C6A8DD9046}" dt="2025-10-15T11:01:23.701" v="1546" actId="26606"/>
          <ac:spMkLst>
            <pc:docMk/>
            <pc:sldMk cId="3742467801" sldId="279"/>
            <ac:spMk id="74" creationId="{86CD3965-7576-4EBB-9FEA-0E73E2DB4AC6}"/>
          </ac:spMkLst>
        </pc:spChg>
        <pc:spChg chg="add">
          <ac:chgData name="Dekena Gundega, SCS-INI-EOG-SPA (EXT)" userId="a476f176-5114-4d65-9410-37d88e426de2" providerId="ADAL" clId="{4453795F-5F14-45F5-83F6-67C6A8DD9046}" dt="2025-10-15T11:01:23.701" v="1546" actId="26606"/>
          <ac:spMkLst>
            <pc:docMk/>
            <pc:sldMk cId="3742467801" sldId="279"/>
            <ac:spMk id="75" creationId="{FA4B15F5-9B02-4280-9F50-172515BF4C68}"/>
          </ac:spMkLst>
        </pc:spChg>
        <pc:grpChg chg="add del mod">
          <ac:chgData name="Dekena Gundega, SCS-INI-EOG-SPA (EXT)" userId="a476f176-5114-4d65-9410-37d88e426de2" providerId="ADAL" clId="{4453795F-5F14-45F5-83F6-67C6A8DD9046}" dt="2025-10-15T10:52:10.245" v="1305" actId="478"/>
          <ac:grpSpMkLst>
            <pc:docMk/>
            <pc:sldMk cId="3742467801" sldId="279"/>
            <ac:grpSpMk id="3" creationId="{4DC5D8ED-DF40-40AC-40A8-825CABCF31D1}"/>
          </ac:grpSpMkLst>
        </pc:grpChg>
        <pc:graphicFrameChg chg="mod ord modGraphic">
          <ac:chgData name="Dekena Gundega, SCS-INI-EOG-SPA (EXT)" userId="a476f176-5114-4d65-9410-37d88e426de2" providerId="ADAL" clId="{4453795F-5F14-45F5-83F6-67C6A8DD9046}" dt="2025-10-15T11:01:23.701" v="1546" actId="26606"/>
          <ac:graphicFrameMkLst>
            <pc:docMk/>
            <pc:sldMk cId="3742467801" sldId="279"/>
            <ac:graphicFrameMk id="38" creationId="{BF7FEB66-7097-BEF1-18B5-F6B014AE7431}"/>
          </ac:graphicFrameMkLst>
        </pc:graphicFrameChg>
        <pc:picChg chg="add del mod">
          <ac:chgData name="Dekena Gundega, SCS-INI-EOG-SPA (EXT)" userId="a476f176-5114-4d65-9410-37d88e426de2" providerId="ADAL" clId="{4453795F-5F14-45F5-83F6-67C6A8DD9046}" dt="2025-10-14T01:03:19.970" v="1052" actId="21"/>
          <ac:picMkLst>
            <pc:docMk/>
            <pc:sldMk cId="3742467801" sldId="279"/>
            <ac:picMk id="7" creationId="{C2361C27-0E19-D175-6333-3EFBBFAF6DCB}"/>
          </ac:picMkLst>
        </pc:picChg>
        <pc:picChg chg="add del mod">
          <ac:chgData name="Dekena Gundega, SCS-INI-EOG-SPA (EXT)" userId="a476f176-5114-4d65-9410-37d88e426de2" providerId="ADAL" clId="{4453795F-5F14-45F5-83F6-67C6A8DD9046}" dt="2025-10-14T01:05:58.878" v="1064" actId="21"/>
          <ac:picMkLst>
            <pc:docMk/>
            <pc:sldMk cId="3742467801" sldId="279"/>
            <ac:picMk id="9" creationId="{87DF8978-B5A7-E886-0F1C-7EFD17D872D2}"/>
          </ac:picMkLst>
        </pc:picChg>
        <pc:picChg chg="del">
          <ac:chgData name="Dekena Gundega, SCS-INI-EOG-SPA (EXT)" userId="a476f176-5114-4d65-9410-37d88e426de2" providerId="ADAL" clId="{4453795F-5F14-45F5-83F6-67C6A8DD9046}" dt="2025-10-15T10:53:21.675" v="1309" actId="26606"/>
          <ac:picMkLst>
            <pc:docMk/>
            <pc:sldMk cId="3742467801" sldId="279"/>
            <ac:picMk id="36" creationId="{7BA89ADA-9437-7338-EE1C-030AD5ADF0B6}"/>
          </ac:picMkLst>
        </pc:picChg>
        <pc:picChg chg="del">
          <ac:chgData name="Dekena Gundega, SCS-INI-EOG-SPA (EXT)" userId="a476f176-5114-4d65-9410-37d88e426de2" providerId="ADAL" clId="{4453795F-5F14-45F5-83F6-67C6A8DD9046}" dt="2025-10-15T10:53:21.675" v="1309" actId="26606"/>
          <ac:picMkLst>
            <pc:docMk/>
            <pc:sldMk cId="3742467801" sldId="279"/>
            <ac:picMk id="37" creationId="{A0A4C611-2235-BA00-B66D-F107A788B1CE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23.701" v="1546" actId="26606"/>
          <ac:picMkLst>
            <pc:docMk/>
            <pc:sldMk cId="3742467801" sldId="279"/>
            <ac:picMk id="47" creationId="{0F5C1B21-B0DB-4206-99EE-C13D67038B93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23.701" v="1546" actId="26606"/>
          <ac:picMkLst>
            <pc:docMk/>
            <pc:sldMk cId="3742467801" sldId="279"/>
            <ac:picMk id="49" creationId="{49261589-06E9-4B7C-A8F1-26648507B77B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0:58.775" v="1537" actId="26606"/>
          <ac:picMkLst>
            <pc:docMk/>
            <pc:sldMk cId="3742467801" sldId="279"/>
            <ac:picMk id="53" creationId="{0F5C1B21-B0DB-4206-99EE-C13D67038B93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0:58.775" v="1537" actId="26606"/>
          <ac:picMkLst>
            <pc:docMk/>
            <pc:sldMk cId="3742467801" sldId="279"/>
            <ac:picMk id="55" creationId="{49261589-06E9-4B7C-A8F1-26648507B77B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0:45.185" v="1531" actId="26606"/>
          <ac:picMkLst>
            <pc:docMk/>
            <pc:sldMk cId="3742467801" sldId="279"/>
            <ac:picMk id="56" creationId="{0D748104-6E76-4AD9-9940-82154F97E7C1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02.312" v="1539" actId="26606"/>
          <ac:picMkLst>
            <pc:docMk/>
            <pc:sldMk cId="3742467801" sldId="279"/>
            <ac:picMk id="59" creationId="{0F5C1B21-B0DB-4206-99EE-C13D67038B93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02.312" v="1539" actId="26606"/>
          <ac:picMkLst>
            <pc:docMk/>
            <pc:sldMk cId="3742467801" sldId="279"/>
            <ac:picMk id="60" creationId="{49261589-06E9-4B7C-A8F1-26648507B77B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14.148" v="1541" actId="26606"/>
          <ac:picMkLst>
            <pc:docMk/>
            <pc:sldMk cId="3742467801" sldId="279"/>
            <ac:picMk id="63" creationId="{0D748104-6E76-4AD9-9940-82154F97E7C1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20.005" v="1543" actId="26606"/>
          <ac:picMkLst>
            <pc:docMk/>
            <pc:sldMk cId="3742467801" sldId="279"/>
            <ac:picMk id="67" creationId="{E3A5BBF0-37C3-4339-BD51-F7A980A93B69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23.676" v="1545" actId="26606"/>
          <ac:picMkLst>
            <pc:docMk/>
            <pc:sldMk cId="3742467801" sldId="279"/>
            <ac:picMk id="71" creationId="{0F5C1B21-B0DB-4206-99EE-C13D67038B93}"/>
          </ac:picMkLst>
        </pc:picChg>
        <pc:picChg chg="add del">
          <ac:chgData name="Dekena Gundega, SCS-INI-EOG-SPA (EXT)" userId="a476f176-5114-4d65-9410-37d88e426de2" providerId="ADAL" clId="{4453795F-5F14-45F5-83F6-67C6A8DD9046}" dt="2025-10-15T11:01:23.676" v="1545" actId="26606"/>
          <ac:picMkLst>
            <pc:docMk/>
            <pc:sldMk cId="3742467801" sldId="279"/>
            <ac:picMk id="72" creationId="{49261589-06E9-4B7C-A8F1-26648507B77B}"/>
          </ac:picMkLst>
        </pc:picChg>
        <pc:picChg chg="add">
          <ac:chgData name="Dekena Gundega, SCS-INI-EOG-SPA (EXT)" userId="a476f176-5114-4d65-9410-37d88e426de2" providerId="ADAL" clId="{4453795F-5F14-45F5-83F6-67C6A8DD9046}" dt="2025-10-15T11:01:23.701" v="1546" actId="26606"/>
          <ac:picMkLst>
            <pc:docMk/>
            <pc:sldMk cId="3742467801" sldId="279"/>
            <ac:picMk id="76" creationId="{E3A5BBF0-37C3-4339-BD51-F7A980A93B69}"/>
          </ac:picMkLst>
        </pc:picChg>
      </pc:sldChg>
      <pc:sldChg chg="addSp delSp modSp add mod ord modNotesTx">
        <pc:chgData name="Dekena Gundega, SCS-INI-EOG-SPA (EXT)" userId="a476f176-5114-4d65-9410-37d88e426de2" providerId="ADAL" clId="{4453795F-5F14-45F5-83F6-67C6A8DD9046}" dt="2025-10-15T11:02:24.195" v="1548" actId="20577"/>
        <pc:sldMkLst>
          <pc:docMk/>
          <pc:sldMk cId="3031003732" sldId="280"/>
        </pc:sldMkLst>
        <pc:picChg chg="add mod">
          <ac:chgData name="Dekena Gundega, SCS-INI-EOG-SPA (EXT)" userId="a476f176-5114-4d65-9410-37d88e426de2" providerId="ADAL" clId="{4453795F-5F14-45F5-83F6-67C6A8DD9046}" dt="2025-10-13T20:59:07.913" v="300" actId="962"/>
          <ac:picMkLst>
            <pc:docMk/>
            <pc:sldMk cId="3031003732" sldId="280"/>
            <ac:picMk id="7" creationId="{B5EB9D98-B928-59AD-5C8D-6161F3381C5E}"/>
          </ac:picMkLst>
        </pc:picChg>
        <pc:picChg chg="add mod">
          <ac:chgData name="Dekena Gundega, SCS-INI-EOG-SPA (EXT)" userId="a476f176-5114-4d65-9410-37d88e426de2" providerId="ADAL" clId="{4453795F-5F14-45F5-83F6-67C6A8DD9046}" dt="2025-10-13T21:02:17.073" v="317" actId="1076"/>
          <ac:picMkLst>
            <pc:docMk/>
            <pc:sldMk cId="3031003732" sldId="280"/>
            <ac:picMk id="9" creationId="{35A072B1-9B2E-72D5-2E90-B8A6B7D5836C}"/>
          </ac:picMkLst>
        </pc:picChg>
        <pc:picChg chg="add mod">
          <ac:chgData name="Dekena Gundega, SCS-INI-EOG-SPA (EXT)" userId="a476f176-5114-4d65-9410-37d88e426de2" providerId="ADAL" clId="{4453795F-5F14-45F5-83F6-67C6A8DD9046}" dt="2025-10-13T22:13:24.693" v="724" actId="1076"/>
          <ac:picMkLst>
            <pc:docMk/>
            <pc:sldMk cId="3031003732" sldId="280"/>
            <ac:picMk id="16" creationId="{0EBB88DB-D7F6-0698-666E-3ECEF1F03474}"/>
          </ac:picMkLst>
        </pc:picChg>
        <pc:cxnChg chg="add mod">
          <ac:chgData name="Dekena Gundega, SCS-INI-EOG-SPA (EXT)" userId="a476f176-5114-4d65-9410-37d88e426de2" providerId="ADAL" clId="{4453795F-5F14-45F5-83F6-67C6A8DD9046}" dt="2025-10-13T21:02:17.073" v="317" actId="1076"/>
          <ac:cxnSpMkLst>
            <pc:docMk/>
            <pc:sldMk cId="3031003732" sldId="280"/>
            <ac:cxnSpMk id="11" creationId="{FE28F0D3-B940-4C5F-5E0D-11DEC48B81A2}"/>
          </ac:cxnSpMkLst>
        </pc:cxnChg>
      </pc:sldChg>
      <pc:sldChg chg="addSp delSp modSp add mod">
        <pc:chgData name="Dekena Gundega, SCS-INI-EOG-SPA (EXT)" userId="a476f176-5114-4d65-9410-37d88e426de2" providerId="ADAL" clId="{4453795F-5F14-45F5-83F6-67C6A8DD9046}" dt="2025-10-13T21:57:10.835" v="633" actId="207"/>
        <pc:sldMkLst>
          <pc:docMk/>
          <pc:sldMk cId="1507712021" sldId="281"/>
        </pc:sldMkLst>
        <pc:spChg chg="mod">
          <ac:chgData name="Dekena Gundega, SCS-INI-EOG-SPA (EXT)" userId="a476f176-5114-4d65-9410-37d88e426de2" providerId="ADAL" clId="{4453795F-5F14-45F5-83F6-67C6A8DD9046}" dt="2025-10-13T21:57:10.835" v="633" actId="207"/>
          <ac:spMkLst>
            <pc:docMk/>
            <pc:sldMk cId="1507712021" sldId="281"/>
            <ac:spMk id="2" creationId="{386E78F4-23B6-435E-C012-4EFDE16A124F}"/>
          </ac:spMkLst>
        </pc:spChg>
        <pc:spChg chg="mod">
          <ac:chgData name="Dekena Gundega, SCS-INI-EOG-SPA (EXT)" userId="a476f176-5114-4d65-9410-37d88e426de2" providerId="ADAL" clId="{4453795F-5F14-45F5-83F6-67C6A8DD9046}" dt="2025-10-13T21:41:24.016" v="381" actId="20577"/>
          <ac:spMkLst>
            <pc:docMk/>
            <pc:sldMk cId="1507712021" sldId="281"/>
            <ac:spMk id="4" creationId="{94C728AC-9777-EF4C-0720-881B372CEACC}"/>
          </ac:spMkLst>
        </pc:spChg>
        <pc:spChg chg="mod">
          <ac:chgData name="Dekena Gundega, SCS-INI-EOG-SPA (EXT)" userId="a476f176-5114-4d65-9410-37d88e426de2" providerId="ADAL" clId="{4453795F-5F14-45F5-83F6-67C6A8DD9046}" dt="2025-10-13T21:41:26.952" v="382" actId="20577"/>
          <ac:spMkLst>
            <pc:docMk/>
            <pc:sldMk cId="1507712021" sldId="281"/>
            <ac:spMk id="6" creationId="{F2D64294-4AB4-D79D-F00B-E8F7E4A33A3C}"/>
          </ac:spMkLst>
        </pc:spChg>
        <pc:spChg chg="add mod">
          <ac:chgData name="Dekena Gundega, SCS-INI-EOG-SPA (EXT)" userId="a476f176-5114-4d65-9410-37d88e426de2" providerId="ADAL" clId="{4453795F-5F14-45F5-83F6-67C6A8DD9046}" dt="2025-10-13T21:56:37.552" v="629" actId="20577"/>
          <ac:spMkLst>
            <pc:docMk/>
            <pc:sldMk cId="1507712021" sldId="281"/>
            <ac:spMk id="11" creationId="{A863F6CE-C460-B34E-309C-CEDC39C2E85C}"/>
          </ac:spMkLst>
        </pc:spChg>
      </pc:sldChg>
      <pc:sldChg chg="addSp delSp modSp add mod">
        <pc:chgData name="Dekena Gundega, SCS-INI-EOG-SPA (EXT)" userId="a476f176-5114-4d65-9410-37d88e426de2" providerId="ADAL" clId="{4453795F-5F14-45F5-83F6-67C6A8DD9046}" dt="2025-10-13T21:52:13.989" v="556" actId="20577"/>
        <pc:sldMkLst>
          <pc:docMk/>
          <pc:sldMk cId="2935512944" sldId="282"/>
        </pc:sldMkLst>
        <pc:spChg chg="mod">
          <ac:chgData name="Dekena Gundega, SCS-INI-EOG-SPA (EXT)" userId="a476f176-5114-4d65-9410-37d88e426de2" providerId="ADAL" clId="{4453795F-5F14-45F5-83F6-67C6A8DD9046}" dt="2025-10-13T21:38:55.442" v="362"/>
          <ac:spMkLst>
            <pc:docMk/>
            <pc:sldMk cId="2935512944" sldId="282"/>
            <ac:spMk id="2" creationId="{6BA5307D-0A72-4470-C2AF-92C2ADFE0F11}"/>
          </ac:spMkLst>
        </pc:spChg>
        <pc:spChg chg="mod">
          <ac:chgData name="Dekena Gundega, SCS-INI-EOG-SPA (EXT)" userId="a476f176-5114-4d65-9410-37d88e426de2" providerId="ADAL" clId="{4453795F-5F14-45F5-83F6-67C6A8DD9046}" dt="2025-10-13T21:49:06.641" v="526" actId="14100"/>
          <ac:spMkLst>
            <pc:docMk/>
            <pc:sldMk cId="2935512944" sldId="282"/>
            <ac:spMk id="3" creationId="{097F5780-CDA9-D069-1B75-3304EC6B620E}"/>
          </ac:spMkLst>
        </pc:spChg>
        <pc:spChg chg="mod">
          <ac:chgData name="Dekena Gundega, SCS-INI-EOG-SPA (EXT)" userId="a476f176-5114-4d65-9410-37d88e426de2" providerId="ADAL" clId="{4453795F-5F14-45F5-83F6-67C6A8DD9046}" dt="2025-10-13T21:49:03.055" v="525" actId="14100"/>
          <ac:spMkLst>
            <pc:docMk/>
            <pc:sldMk cId="2935512944" sldId="282"/>
            <ac:spMk id="4" creationId="{47C0E3E2-1925-9784-F443-B6CB81233050}"/>
          </ac:spMkLst>
        </pc:spChg>
        <pc:spChg chg="mod">
          <ac:chgData name="Dekena Gundega, SCS-INI-EOG-SPA (EXT)" userId="a476f176-5114-4d65-9410-37d88e426de2" providerId="ADAL" clId="{4453795F-5F14-45F5-83F6-67C6A8DD9046}" dt="2025-10-13T21:49:12.336" v="527" actId="1076"/>
          <ac:spMkLst>
            <pc:docMk/>
            <pc:sldMk cId="2935512944" sldId="282"/>
            <ac:spMk id="5" creationId="{3F50BD79-C2E1-A4BC-310A-DA94C9A5162B}"/>
          </ac:spMkLst>
        </pc:spChg>
        <pc:spChg chg="mod">
          <ac:chgData name="Dekena Gundega, SCS-INI-EOG-SPA (EXT)" userId="a476f176-5114-4d65-9410-37d88e426de2" providerId="ADAL" clId="{4453795F-5F14-45F5-83F6-67C6A8DD9046}" dt="2025-10-13T21:49:12.336" v="527" actId="1076"/>
          <ac:spMkLst>
            <pc:docMk/>
            <pc:sldMk cId="2935512944" sldId="282"/>
            <ac:spMk id="6" creationId="{A4577425-DD01-0C28-EA8C-172486C3F4FD}"/>
          </ac:spMkLst>
        </pc:spChg>
        <pc:spChg chg="mod">
          <ac:chgData name="Dekena Gundega, SCS-INI-EOG-SPA (EXT)" userId="a476f176-5114-4d65-9410-37d88e426de2" providerId="ADAL" clId="{4453795F-5F14-45F5-83F6-67C6A8DD9046}" dt="2025-10-13T21:49:42.130" v="529" actId="1076"/>
          <ac:spMkLst>
            <pc:docMk/>
            <pc:sldMk cId="2935512944" sldId="282"/>
            <ac:spMk id="7" creationId="{F662A092-D7C6-DC76-7978-C62953B05695}"/>
          </ac:spMkLst>
        </pc:spChg>
        <pc:spChg chg="mod">
          <ac:chgData name="Dekena Gundega, SCS-INI-EOG-SPA (EXT)" userId="a476f176-5114-4d65-9410-37d88e426de2" providerId="ADAL" clId="{4453795F-5F14-45F5-83F6-67C6A8DD9046}" dt="2025-10-13T21:50:35.565" v="537" actId="14100"/>
          <ac:spMkLst>
            <pc:docMk/>
            <pc:sldMk cId="2935512944" sldId="282"/>
            <ac:spMk id="8" creationId="{AD8D2150-E461-9918-B05B-411EF947E42F}"/>
          </ac:spMkLst>
        </pc:spChg>
        <pc:spChg chg="add mod">
          <ac:chgData name="Dekena Gundega, SCS-INI-EOG-SPA (EXT)" userId="a476f176-5114-4d65-9410-37d88e426de2" providerId="ADAL" clId="{4453795F-5F14-45F5-83F6-67C6A8DD9046}" dt="2025-10-13T21:50:07.130" v="533" actId="14100"/>
          <ac:spMkLst>
            <pc:docMk/>
            <pc:sldMk cId="2935512944" sldId="282"/>
            <ac:spMk id="10" creationId="{97DC4745-11E6-E469-1FAD-15C7B1D56834}"/>
          </ac:spMkLst>
        </pc:spChg>
        <pc:spChg chg="add mod">
          <ac:chgData name="Dekena Gundega, SCS-INI-EOG-SPA (EXT)" userId="a476f176-5114-4d65-9410-37d88e426de2" providerId="ADAL" clId="{4453795F-5F14-45F5-83F6-67C6A8DD9046}" dt="2025-10-13T21:52:13.989" v="556" actId="20577"/>
          <ac:spMkLst>
            <pc:docMk/>
            <pc:sldMk cId="2935512944" sldId="282"/>
            <ac:spMk id="11" creationId="{5116D195-90A9-4B3B-F139-C8A6AC05D072}"/>
          </ac:spMkLst>
        </pc:spChg>
      </pc:sldChg>
      <pc:sldChg chg="addSp delSp modSp add mod">
        <pc:chgData name="Dekena Gundega, SCS-INI-EOG-SPA (EXT)" userId="a476f176-5114-4d65-9410-37d88e426de2" providerId="ADAL" clId="{4453795F-5F14-45F5-83F6-67C6A8DD9046}" dt="2025-10-15T14:39:22.594" v="2725" actId="20577"/>
        <pc:sldMkLst>
          <pc:docMk/>
          <pc:sldMk cId="2884056199" sldId="283"/>
        </pc:sldMkLst>
        <pc:spChg chg="add mod">
          <ac:chgData name="Dekena Gundega, SCS-INI-EOG-SPA (EXT)" userId="a476f176-5114-4d65-9410-37d88e426de2" providerId="ADAL" clId="{4453795F-5F14-45F5-83F6-67C6A8DD9046}" dt="2025-10-15T14:39:22.594" v="2725" actId="20577"/>
          <ac:spMkLst>
            <pc:docMk/>
            <pc:sldMk cId="2884056199" sldId="283"/>
            <ac:spMk id="10" creationId="{B8B8D697-D063-64DD-B1C5-64600D095D41}"/>
          </ac:spMkLst>
        </pc:spChg>
        <pc:spChg chg="add mod">
          <ac:chgData name="Dekena Gundega, SCS-INI-EOG-SPA (EXT)" userId="a476f176-5114-4d65-9410-37d88e426de2" providerId="ADAL" clId="{4453795F-5F14-45F5-83F6-67C6A8DD9046}" dt="2025-10-15T14:39:01.885" v="2663" actId="5793"/>
          <ac:spMkLst>
            <pc:docMk/>
            <pc:sldMk cId="2884056199" sldId="283"/>
            <ac:spMk id="15" creationId="{ECCAD825-DA72-5416-8F2F-595FA521C5CC}"/>
          </ac:spMkLst>
        </pc:spChg>
      </pc:sldChg>
      <pc:sldChg chg="delSp modSp add mod ord setBg delDesignElem">
        <pc:chgData name="Dekena Gundega, SCS-INI-EOG-SPA (EXT)" userId="a476f176-5114-4d65-9410-37d88e426de2" providerId="ADAL" clId="{4453795F-5F14-45F5-83F6-67C6A8DD9046}" dt="2025-10-14T14:27:09.719" v="1162"/>
        <pc:sldMkLst>
          <pc:docMk/>
          <pc:sldMk cId="2209293473" sldId="284"/>
        </pc:sldMkLst>
        <pc:spChg chg="mod">
          <ac:chgData name="Dekena Gundega, SCS-INI-EOG-SPA (EXT)" userId="a476f176-5114-4d65-9410-37d88e426de2" providerId="ADAL" clId="{4453795F-5F14-45F5-83F6-67C6A8DD9046}" dt="2025-10-14T00:17:30.795" v="777" actId="1076"/>
          <ac:spMkLst>
            <pc:docMk/>
            <pc:sldMk cId="2209293473" sldId="284"/>
            <ac:spMk id="2" creationId="{E795559E-4B4D-1998-2639-D1709D59E262}"/>
          </ac:spMkLst>
        </pc:spChg>
        <pc:picChg chg="mod">
          <ac:chgData name="Dekena Gundega, SCS-INI-EOG-SPA (EXT)" userId="a476f176-5114-4d65-9410-37d88e426de2" providerId="ADAL" clId="{4453795F-5F14-45F5-83F6-67C6A8DD9046}" dt="2025-10-14T00:17:12.515" v="774" actId="1076"/>
          <ac:picMkLst>
            <pc:docMk/>
            <pc:sldMk cId="2209293473" sldId="284"/>
            <ac:picMk id="6" creationId="{CB8F19A1-B6F4-BE89-159B-3E77C80D32D1}"/>
          </ac:picMkLst>
        </pc:picChg>
      </pc:sldChg>
      <pc:sldChg chg="new del">
        <pc:chgData name="Dekena Gundega, SCS-INI-EOG-SPA (EXT)" userId="a476f176-5114-4d65-9410-37d88e426de2" providerId="ADAL" clId="{4453795F-5F14-45F5-83F6-67C6A8DD9046}" dt="2025-10-14T00:23:15.369" v="779" actId="680"/>
        <pc:sldMkLst>
          <pc:docMk/>
          <pc:sldMk cId="397387691" sldId="285"/>
        </pc:sldMkLst>
      </pc:sldChg>
      <pc:sldChg chg="addSp delSp modSp add mod ord setBg setClrOvrMap modNotesTx">
        <pc:chgData name="Dekena Gundega, SCS-INI-EOG-SPA (EXT)" userId="a476f176-5114-4d65-9410-37d88e426de2" providerId="ADAL" clId="{4453795F-5F14-45F5-83F6-67C6A8DD9046}" dt="2025-10-15T11:15:42.918" v="1553"/>
        <pc:sldMkLst>
          <pc:docMk/>
          <pc:sldMk cId="4127275759" sldId="285"/>
        </pc:sldMkLst>
        <pc:spChg chg="add del">
          <ac:chgData name="Dekena Gundega, SCS-INI-EOG-SPA (EXT)" userId="a476f176-5114-4d65-9410-37d88e426de2" providerId="ADAL" clId="{4453795F-5F14-45F5-83F6-67C6A8DD9046}" dt="2025-10-15T10:01:25.273" v="1182" actId="26606"/>
          <ac:spMkLst>
            <pc:docMk/>
            <pc:sldMk cId="4127275759" sldId="285"/>
            <ac:spMk id="5" creationId="{2770B5F4-AED0-4A3A-859D-B6239ED38A3B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07.160" v="1167" actId="26606"/>
          <ac:spMkLst>
            <pc:docMk/>
            <pc:sldMk cId="4127275759" sldId="285"/>
            <ac:spMk id="8" creationId="{2770B5F4-AED0-4A3A-859D-B6239ED38A3B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13.451" v="1169" actId="26606"/>
          <ac:spMkLst>
            <pc:docMk/>
            <pc:sldMk cId="4127275759" sldId="285"/>
            <ac:spMk id="10" creationId="{F6555DCA-BE6B-44B7-A0E9-3DF12F930625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13.451" v="1169" actId="26606"/>
          <ac:spMkLst>
            <pc:docMk/>
            <pc:sldMk cId="4127275759" sldId="285"/>
            <ac:spMk id="11" creationId="{6DC4C138-BBE2-4601-9B27-F6960A44C582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13.451" v="1169" actId="26606"/>
          <ac:spMkLst>
            <pc:docMk/>
            <pc:sldMk cId="4127275759" sldId="285"/>
            <ac:spMk id="12" creationId="{7907E280-0DE1-4EDB-A8C9-5C995CAC3C9F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17.043" v="1171" actId="26606"/>
          <ac:spMkLst>
            <pc:docMk/>
            <pc:sldMk cId="4127275759" sldId="285"/>
            <ac:spMk id="14" creationId="{7B40B49E-0AAE-4F83-8B0A-EB7C41036CB8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17.043" v="1171" actId="26606"/>
          <ac:spMkLst>
            <pc:docMk/>
            <pc:sldMk cId="4127275759" sldId="285"/>
            <ac:spMk id="15" creationId="{52009DA8-640E-4004-AA63-72884752D81B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20.258" v="1173" actId="26606"/>
          <ac:spMkLst>
            <pc:docMk/>
            <pc:sldMk cId="4127275759" sldId="285"/>
            <ac:spMk id="17" creationId="{6DC4C138-BBE2-4601-9B27-F6960A44C582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20.258" v="1173" actId="26606"/>
          <ac:spMkLst>
            <pc:docMk/>
            <pc:sldMk cId="4127275759" sldId="285"/>
            <ac:spMk id="18" creationId="{F6555DCA-BE6B-44B7-A0E9-3DF12F930625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20.258" v="1173" actId="26606"/>
          <ac:spMkLst>
            <pc:docMk/>
            <pc:sldMk cId="4127275759" sldId="285"/>
            <ac:spMk id="19" creationId="{7907E280-0DE1-4EDB-A8C9-5C995CAC3C9F}"/>
          </ac:spMkLst>
        </pc:spChg>
        <pc:spChg chg="add del">
          <ac:chgData name="Dekena Gundega, SCS-INI-EOG-SPA (EXT)" userId="a476f176-5114-4d65-9410-37d88e426de2" providerId="ADAL" clId="{4453795F-5F14-45F5-83F6-67C6A8DD9046}" dt="2025-10-15T10:00:24.171" v="1175" actId="26606"/>
          <ac:spMkLst>
            <pc:docMk/>
            <pc:sldMk cId="4127275759" sldId="285"/>
            <ac:spMk id="21" creationId="{2770B5F4-AED0-4A3A-859D-B6239ED38A3B}"/>
          </ac:spMkLst>
        </pc:spChg>
        <pc:picChg chg="add mod">
          <ac:chgData name="Dekena Gundega, SCS-INI-EOG-SPA (EXT)" userId="a476f176-5114-4d65-9410-37d88e426de2" providerId="ADAL" clId="{4453795F-5F14-45F5-83F6-67C6A8DD9046}" dt="2025-10-15T10:01:25.273" v="1182" actId="26606"/>
          <ac:picMkLst>
            <pc:docMk/>
            <pc:sldMk cId="4127275759" sldId="285"/>
            <ac:picMk id="3" creationId="{23F2868D-2112-C904-9769-00BC93880437}"/>
          </ac:picMkLst>
        </pc:picChg>
        <pc:picChg chg="del">
          <ac:chgData name="Dekena Gundega, SCS-INI-EOG-SPA (EXT)" userId="a476f176-5114-4d65-9410-37d88e426de2" providerId="ADAL" clId="{4453795F-5F14-45F5-83F6-67C6A8DD9046}" dt="2025-10-15T09:59:58.642" v="1164" actId="478"/>
          <ac:picMkLst>
            <pc:docMk/>
            <pc:sldMk cId="4127275759" sldId="285"/>
            <ac:picMk id="9" creationId="{EC21DACE-156B-7171-346D-6E281F3B665B}"/>
          </ac:picMkLst>
        </pc:picChg>
      </pc:sldChg>
      <pc:sldChg chg="addSp delSp modSp add mod ord modNotesTx">
        <pc:chgData name="Dekena Gundega, SCS-INI-EOG-SPA (EXT)" userId="a476f176-5114-4d65-9410-37d88e426de2" providerId="ADAL" clId="{4453795F-5F14-45F5-83F6-67C6A8DD9046}" dt="2025-10-15T11:15:46.240" v="1555"/>
        <pc:sldMkLst>
          <pc:docMk/>
          <pc:sldMk cId="1894237068" sldId="286"/>
        </pc:sldMkLst>
        <pc:spChg chg="add mod topLvl">
          <ac:chgData name="Dekena Gundega, SCS-INI-EOG-SPA (EXT)" userId="a476f176-5114-4d65-9410-37d88e426de2" providerId="ADAL" clId="{4453795F-5F14-45F5-83F6-67C6A8DD9046}" dt="2025-10-15T10:44:31.439" v="1295"/>
          <ac:spMkLst>
            <pc:docMk/>
            <pc:sldMk cId="1894237068" sldId="286"/>
            <ac:spMk id="2" creationId="{2CB13995-0985-0F23-D4EF-48F0C1C95E14}"/>
          </ac:spMkLst>
        </pc:spChg>
        <pc:spChg chg="add mod topLvl">
          <ac:chgData name="Dekena Gundega, SCS-INI-EOG-SPA (EXT)" userId="a476f176-5114-4d65-9410-37d88e426de2" providerId="ADAL" clId="{4453795F-5F14-45F5-83F6-67C6A8DD9046}" dt="2025-10-15T10:43:13.574" v="1294" actId="14100"/>
          <ac:spMkLst>
            <pc:docMk/>
            <pc:sldMk cId="1894237068" sldId="286"/>
            <ac:spMk id="4" creationId="{881D0100-86FE-AF6D-2669-5A2953B46A96}"/>
          </ac:spMkLst>
        </pc:spChg>
        <pc:spChg chg="add mod">
          <ac:chgData name="Dekena Gundega, SCS-INI-EOG-SPA (EXT)" userId="a476f176-5114-4d65-9410-37d88e426de2" providerId="ADAL" clId="{4453795F-5F14-45F5-83F6-67C6A8DD9046}" dt="2025-10-15T10:44:48.222" v="1299" actId="207"/>
          <ac:spMkLst>
            <pc:docMk/>
            <pc:sldMk cId="1894237068" sldId="286"/>
            <ac:spMk id="28" creationId="{C1966FBC-1565-EFF7-2C75-8FAB3D94DDA8}"/>
          </ac:spMkLst>
        </pc:spChg>
        <pc:grpChg chg="add del mod">
          <ac:chgData name="Dekena Gundega, SCS-INI-EOG-SPA (EXT)" userId="a476f176-5114-4d65-9410-37d88e426de2" providerId="ADAL" clId="{4453795F-5F14-45F5-83F6-67C6A8DD9046}" dt="2025-10-15T10:35:59.645" v="1203" actId="165"/>
          <ac:grpSpMkLst>
            <pc:docMk/>
            <pc:sldMk cId="1894237068" sldId="286"/>
            <ac:grpSpMk id="5" creationId="{D15DB514-C845-E9EF-DD5D-B15E9D05BF82}"/>
          </ac:grpSpMkLst>
        </pc:grpChg>
        <pc:picChg chg="add mod">
          <ac:chgData name="Dekena Gundega, SCS-INI-EOG-SPA (EXT)" userId="a476f176-5114-4d65-9410-37d88e426de2" providerId="ADAL" clId="{4453795F-5F14-45F5-83F6-67C6A8DD9046}" dt="2025-10-15T10:41:40.046" v="1284" actId="1076"/>
          <ac:picMkLst>
            <pc:docMk/>
            <pc:sldMk cId="1894237068" sldId="286"/>
            <ac:picMk id="7" creationId="{1C363FE1-0F8F-1BC5-DA44-950804FBB89C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1:36.862" v="1283" actId="1076"/>
          <ac:picMkLst>
            <pc:docMk/>
            <pc:sldMk cId="1894237068" sldId="286"/>
            <ac:picMk id="9" creationId="{0757E728-7DFA-C311-7FCA-430AE0314FDF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1:31.949" v="1282" actId="1076"/>
          <ac:picMkLst>
            <pc:docMk/>
            <pc:sldMk cId="1894237068" sldId="286"/>
            <ac:picMk id="11" creationId="{DA51B368-D5D2-7B3F-2B34-3AA933FAAA94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1:22.271" v="1279" actId="1076"/>
          <ac:picMkLst>
            <pc:docMk/>
            <pc:sldMk cId="1894237068" sldId="286"/>
            <ac:picMk id="13" creationId="{68F300A2-61B4-A6E8-EE6B-92BF5AD26119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1:46.036" v="1285" actId="1076"/>
          <ac:picMkLst>
            <pc:docMk/>
            <pc:sldMk cId="1894237068" sldId="286"/>
            <ac:picMk id="15" creationId="{FE22251C-E368-29C7-3DF4-4C3ACEF96279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1:49.893" v="1286" actId="1076"/>
          <ac:picMkLst>
            <pc:docMk/>
            <pc:sldMk cId="1894237068" sldId="286"/>
            <ac:picMk id="17" creationId="{B6EBE192-2FA6-CE7F-7467-BCC7097D2F99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2:08.974" v="1287" actId="1076"/>
          <ac:picMkLst>
            <pc:docMk/>
            <pc:sldMk cId="1894237068" sldId="286"/>
            <ac:picMk id="19" creationId="{774C9807-4FCE-7F8E-B495-BCF78EA4C23E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2:14.398" v="1288" actId="1076"/>
          <ac:picMkLst>
            <pc:docMk/>
            <pc:sldMk cId="1894237068" sldId="286"/>
            <ac:picMk id="21" creationId="{7329CF2D-F058-46BE-F51E-3EDCF9BE07CF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2:21.790" v="1289" actId="1076"/>
          <ac:picMkLst>
            <pc:docMk/>
            <pc:sldMk cId="1894237068" sldId="286"/>
            <ac:picMk id="23" creationId="{0BC80638-0411-E052-1968-6E8D15BCDE12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2:33.133" v="1291" actId="1076"/>
          <ac:picMkLst>
            <pc:docMk/>
            <pc:sldMk cId="1894237068" sldId="286"/>
            <ac:picMk id="25" creationId="{6ED34624-94A8-B325-08F8-54661BB76AB5}"/>
          </ac:picMkLst>
        </pc:picChg>
        <pc:picChg chg="add mod">
          <ac:chgData name="Dekena Gundega, SCS-INI-EOG-SPA (EXT)" userId="a476f176-5114-4d65-9410-37d88e426de2" providerId="ADAL" clId="{4453795F-5F14-45F5-83F6-67C6A8DD9046}" dt="2025-10-15T10:42:29.292" v="1290" actId="1076"/>
          <ac:picMkLst>
            <pc:docMk/>
            <pc:sldMk cId="1894237068" sldId="286"/>
            <ac:picMk id="27" creationId="{307A69EE-08C2-72DD-A743-BF9F1F027FB2}"/>
          </ac:picMkLst>
        </pc:picChg>
      </pc:sldChg>
      <pc:sldChg chg="addSp delSp modSp add mod ord setBg setFolMasterObjs">
        <pc:chgData name="Dekena Gundega, SCS-INI-EOG-SPA (EXT)" userId="a476f176-5114-4d65-9410-37d88e426de2" providerId="ADAL" clId="{4453795F-5F14-45F5-83F6-67C6A8DD9046}" dt="2025-10-15T11:21:51.161" v="1583" actId="1076"/>
        <pc:sldMkLst>
          <pc:docMk/>
          <pc:sldMk cId="2918686840" sldId="287"/>
        </pc:sldMkLst>
        <pc:spChg chg="add del">
          <ac:chgData name="Dekena Gundega, SCS-INI-EOG-SPA (EXT)" userId="a476f176-5114-4d65-9410-37d88e426de2" providerId="ADAL" clId="{4453795F-5F14-45F5-83F6-67C6A8DD9046}" dt="2025-10-15T11:17:34.829" v="1564" actId="26606"/>
          <ac:spMkLst>
            <pc:docMk/>
            <pc:sldMk cId="2918686840" sldId="287"/>
            <ac:spMk id="9" creationId="{2770B5F4-AED0-4A3A-859D-B6239ED38A3B}"/>
          </ac:spMkLst>
        </pc:spChg>
        <pc:picChg chg="del">
          <ac:chgData name="Dekena Gundega, SCS-INI-EOG-SPA (EXT)" userId="a476f176-5114-4d65-9410-37d88e426de2" providerId="ADAL" clId="{4453795F-5F14-45F5-83F6-67C6A8DD9046}" dt="2025-10-15T11:17:15.660" v="1559" actId="478"/>
          <ac:picMkLst>
            <pc:docMk/>
            <pc:sldMk cId="2918686840" sldId="287"/>
            <ac:picMk id="3" creationId="{ADCA952F-1BA4-35DB-C261-4DFE5155410B}"/>
          </ac:picMkLst>
        </pc:picChg>
        <pc:picChg chg="add mod">
          <ac:chgData name="Dekena Gundega, SCS-INI-EOG-SPA (EXT)" userId="a476f176-5114-4d65-9410-37d88e426de2" providerId="ADAL" clId="{4453795F-5F14-45F5-83F6-67C6A8DD9046}" dt="2025-10-15T11:21:51.161" v="1583" actId="1076"/>
          <ac:picMkLst>
            <pc:docMk/>
            <pc:sldMk cId="2918686840" sldId="287"/>
            <ac:picMk id="4" creationId="{6BDF58FD-C770-29A5-B3A3-710069797B5A}"/>
          </ac:picMkLst>
        </pc:picChg>
      </pc:sldChg>
      <pc:sldChg chg="addSp modSp add del mod ord">
        <pc:chgData name="Dekena Gundega, SCS-INI-EOG-SPA (EXT)" userId="a476f176-5114-4d65-9410-37d88e426de2" providerId="ADAL" clId="{4453795F-5F14-45F5-83F6-67C6A8DD9046}" dt="2025-10-15T11:31:59.889" v="1615" actId="2696"/>
        <pc:sldMkLst>
          <pc:docMk/>
          <pc:sldMk cId="2248909999" sldId="288"/>
        </pc:sldMkLst>
        <pc:spChg chg="add mod">
          <ac:chgData name="Dekena Gundega, SCS-INI-EOG-SPA (EXT)" userId="a476f176-5114-4d65-9410-37d88e426de2" providerId="ADAL" clId="{4453795F-5F14-45F5-83F6-67C6A8DD9046}" dt="2025-10-15T11:27:27.128" v="1611" actId="14100"/>
          <ac:spMkLst>
            <pc:docMk/>
            <pc:sldMk cId="2248909999" sldId="288"/>
            <ac:spMk id="2" creationId="{5B48417E-06CE-43A4-7C4F-B5232E1EAC46}"/>
          </ac:spMkLst>
        </pc:spChg>
        <pc:spChg chg="add mod">
          <ac:chgData name="Dekena Gundega, SCS-INI-EOG-SPA (EXT)" userId="a476f176-5114-4d65-9410-37d88e426de2" providerId="ADAL" clId="{4453795F-5F14-45F5-83F6-67C6A8DD9046}" dt="2025-10-15T11:23:17.621" v="1593" actId="14100"/>
          <ac:spMkLst>
            <pc:docMk/>
            <pc:sldMk cId="2248909999" sldId="288"/>
            <ac:spMk id="4" creationId="{8D5C13CE-669B-421D-667A-ADB7C08922F3}"/>
          </ac:spMkLst>
        </pc:spChg>
      </pc:sldChg>
      <pc:sldChg chg="add ord">
        <pc:chgData name="Dekena Gundega, SCS-INI-EOG-SPA (EXT)" userId="a476f176-5114-4d65-9410-37d88e426de2" providerId="ADAL" clId="{4453795F-5F14-45F5-83F6-67C6A8DD9046}" dt="2025-10-15T11:31:49.936" v="1614"/>
        <pc:sldMkLst>
          <pc:docMk/>
          <pc:sldMk cId="1660870182" sldId="289"/>
        </pc:sldMkLst>
      </pc:sldChg>
      <pc:sldChg chg="addSp delSp modSp add mod setBg">
        <pc:chgData name="Dekena Gundega, SCS-INI-EOG-SPA (EXT)" userId="a476f176-5114-4d65-9410-37d88e426de2" providerId="ADAL" clId="{4453795F-5F14-45F5-83F6-67C6A8DD9046}" dt="2025-10-15T14:18:22.589" v="2173" actId="113"/>
        <pc:sldMkLst>
          <pc:docMk/>
          <pc:sldMk cId="1947021840" sldId="290"/>
        </pc:sldMkLst>
        <pc:spChg chg="add del mod">
          <ac:chgData name="Dekena Gundega, SCS-INI-EOG-SPA (EXT)" userId="a476f176-5114-4d65-9410-37d88e426de2" providerId="ADAL" clId="{4453795F-5F14-45F5-83F6-67C6A8DD9046}" dt="2025-10-15T12:08:01.827" v="1792" actId="26606"/>
          <ac:spMkLst>
            <pc:docMk/>
            <pc:sldMk cId="1947021840" sldId="290"/>
            <ac:spMk id="2" creationId="{8B73BCD9-9A04-70E1-8731-85789DC2D16A}"/>
          </ac:spMkLst>
        </pc:spChg>
        <pc:spChg chg="add mod">
          <ac:chgData name="Dekena Gundega, SCS-INI-EOG-SPA (EXT)" userId="a476f176-5114-4d65-9410-37d88e426de2" providerId="ADAL" clId="{4453795F-5F14-45F5-83F6-67C6A8DD9046}" dt="2025-10-15T14:08:55.369" v="2133" actId="20577"/>
          <ac:spMkLst>
            <pc:docMk/>
            <pc:sldMk cId="1947021840" sldId="290"/>
            <ac:spMk id="3" creationId="{B3188C60-0FD1-D7BC-662E-6AF3AB817726}"/>
          </ac:spMkLst>
        </pc:spChg>
        <pc:spChg chg="add mod">
          <ac:chgData name="Dekena Gundega, SCS-INI-EOG-SPA (EXT)" userId="a476f176-5114-4d65-9410-37d88e426de2" providerId="ADAL" clId="{4453795F-5F14-45F5-83F6-67C6A8DD9046}" dt="2025-10-15T14:17:48.763" v="2163" actId="1076"/>
          <ac:spMkLst>
            <pc:docMk/>
            <pc:sldMk cId="1947021840" sldId="290"/>
            <ac:spMk id="6" creationId="{217CF579-C954-EF7F-7EC6-6C6D6D0583EA}"/>
          </ac:spMkLst>
        </pc:spChg>
        <pc:spChg chg="add mod">
          <ac:chgData name="Dekena Gundega, SCS-INI-EOG-SPA (EXT)" userId="a476f176-5114-4d65-9410-37d88e426de2" providerId="ADAL" clId="{4453795F-5F14-45F5-83F6-67C6A8DD9046}" dt="2025-10-15T14:10:53.054" v="2148" actId="1076"/>
          <ac:spMkLst>
            <pc:docMk/>
            <pc:sldMk cId="1947021840" sldId="290"/>
            <ac:spMk id="7" creationId="{8A446897-9F7A-1274-8790-30A8585D1F88}"/>
          </ac:spMkLst>
        </pc:spChg>
        <pc:spChg chg="add mod">
          <ac:chgData name="Dekena Gundega, SCS-INI-EOG-SPA (EXT)" userId="a476f176-5114-4d65-9410-37d88e426de2" providerId="ADAL" clId="{4453795F-5F14-45F5-83F6-67C6A8DD9046}" dt="2025-10-15T14:17:40.527" v="2161" actId="122"/>
          <ac:spMkLst>
            <pc:docMk/>
            <pc:sldMk cId="1947021840" sldId="290"/>
            <ac:spMk id="9" creationId="{6CB82DBB-1138-0360-6702-8D7A8FA1D7AE}"/>
          </ac:spMkLst>
        </pc:spChg>
        <pc:graphicFrameChg chg="add mod modGraphic">
          <ac:chgData name="Dekena Gundega, SCS-INI-EOG-SPA (EXT)" userId="a476f176-5114-4d65-9410-37d88e426de2" providerId="ADAL" clId="{4453795F-5F14-45F5-83F6-67C6A8DD9046}" dt="2025-10-15T14:18:22.589" v="2173" actId="113"/>
          <ac:graphicFrameMkLst>
            <pc:docMk/>
            <pc:sldMk cId="1947021840" sldId="290"/>
            <ac:graphicFrameMk id="5" creationId="{3B97B0C9-A195-A267-C38B-10BD45B8988F}"/>
          </ac:graphicFrameMkLst>
        </pc:graphicFrameChg>
        <pc:picChg chg="del">
          <ac:chgData name="Dekena Gundega, SCS-INI-EOG-SPA (EXT)" userId="a476f176-5114-4d65-9410-37d88e426de2" providerId="ADAL" clId="{4453795F-5F14-45F5-83F6-67C6A8DD9046}" dt="2025-10-15T12:02:17.074" v="1740" actId="478"/>
          <ac:picMkLst>
            <pc:docMk/>
            <pc:sldMk cId="1947021840" sldId="290"/>
            <ac:picMk id="4" creationId="{2149C8CD-0E61-B885-19E5-70B10847F030}"/>
          </ac:picMkLst>
        </pc:picChg>
        <pc:picChg chg="add">
          <ac:chgData name="Dekena Gundega, SCS-INI-EOG-SPA (EXT)" userId="a476f176-5114-4d65-9410-37d88e426de2" providerId="ADAL" clId="{4453795F-5F14-45F5-83F6-67C6A8DD9046}" dt="2025-10-15T12:08:01.827" v="1792" actId="26606"/>
          <ac:picMkLst>
            <pc:docMk/>
            <pc:sldMk cId="1947021840" sldId="290"/>
            <ac:picMk id="8" creationId="{030FD700-069E-45B7-99EE-9FD40B196D01}"/>
          </ac:picMkLst>
        </pc:picChg>
      </pc:sldChg>
      <pc:sldChg chg="addSp delSp modSp add mod">
        <pc:chgData name="Dekena Gundega, SCS-INI-EOG-SPA (EXT)" userId="a476f176-5114-4d65-9410-37d88e426de2" providerId="ADAL" clId="{4453795F-5F14-45F5-83F6-67C6A8DD9046}" dt="2025-10-15T14:30:12.905" v="2491" actId="20577"/>
        <pc:sldMkLst>
          <pc:docMk/>
          <pc:sldMk cId="59446921" sldId="291"/>
        </pc:sldMkLst>
        <pc:spChg chg="add mod">
          <ac:chgData name="Dekena Gundega, SCS-INI-EOG-SPA (EXT)" userId="a476f176-5114-4d65-9410-37d88e426de2" providerId="ADAL" clId="{4453795F-5F14-45F5-83F6-67C6A8DD9046}" dt="2025-10-15T14:24:35.098" v="2247" actId="1076"/>
          <ac:spMkLst>
            <pc:docMk/>
            <pc:sldMk cId="59446921" sldId="291"/>
            <ac:spMk id="4" creationId="{4C1B05E1-6CF4-D7DA-ABA0-FA03CDFEE7FC}"/>
          </ac:spMkLst>
        </pc:spChg>
        <pc:spChg chg="add mod">
          <ac:chgData name="Dekena Gundega, SCS-INI-EOG-SPA (EXT)" userId="a476f176-5114-4d65-9410-37d88e426de2" providerId="ADAL" clId="{4453795F-5F14-45F5-83F6-67C6A8DD9046}" dt="2025-10-15T14:30:12.905" v="2491" actId="20577"/>
          <ac:spMkLst>
            <pc:docMk/>
            <pc:sldMk cId="59446921" sldId="291"/>
            <ac:spMk id="5" creationId="{78B0388E-115A-8B12-EB8A-8C5040445651}"/>
          </ac:spMkLst>
        </pc:spChg>
        <pc:spChg chg="del">
          <ac:chgData name="Dekena Gundega, SCS-INI-EOG-SPA (EXT)" userId="a476f176-5114-4d65-9410-37d88e426de2" providerId="ADAL" clId="{4453795F-5F14-45F5-83F6-67C6A8DD9046}" dt="2025-10-15T14:22:33.219" v="2175" actId="478"/>
          <ac:spMkLst>
            <pc:docMk/>
            <pc:sldMk cId="59446921" sldId="291"/>
            <ac:spMk id="10" creationId="{9CA79572-B4CA-A3F8-FFC9-50CAA4413173}"/>
          </ac:spMkLst>
        </pc:spChg>
        <pc:spChg chg="del">
          <ac:chgData name="Dekena Gundega, SCS-INI-EOG-SPA (EXT)" userId="a476f176-5114-4d65-9410-37d88e426de2" providerId="ADAL" clId="{4453795F-5F14-45F5-83F6-67C6A8DD9046}" dt="2025-10-15T14:22:36.583" v="2176" actId="478"/>
          <ac:spMkLst>
            <pc:docMk/>
            <pc:sldMk cId="59446921" sldId="291"/>
            <ac:spMk id="15" creationId="{5757F46F-CC5F-9C2F-248A-FE0D12B8153D}"/>
          </ac:spMkLst>
        </pc:spChg>
        <pc:picChg chg="add mod">
          <ac:chgData name="Dekena Gundega, SCS-INI-EOG-SPA (EXT)" userId="a476f176-5114-4d65-9410-37d88e426de2" providerId="ADAL" clId="{4453795F-5F14-45F5-83F6-67C6A8DD9046}" dt="2025-10-15T14:23:23.185" v="2181" actId="1076"/>
          <ac:picMkLst>
            <pc:docMk/>
            <pc:sldMk cId="59446921" sldId="291"/>
            <ac:picMk id="3" creationId="{DEE9C27A-C92B-0539-374E-5CFE15B2D1AD}"/>
          </ac:picMkLst>
        </pc:picChg>
      </pc:sldChg>
      <pc:sldChg chg="modSp add mod">
        <pc:chgData name="Dekena Gundega, SCS-INI-EOG-SPA (EXT)" userId="a476f176-5114-4d65-9410-37d88e426de2" providerId="ADAL" clId="{4453795F-5F14-45F5-83F6-67C6A8DD9046}" dt="2025-10-15T14:29:29.279" v="2488" actId="20577"/>
        <pc:sldMkLst>
          <pc:docMk/>
          <pc:sldMk cId="2148920750" sldId="292"/>
        </pc:sldMkLst>
        <pc:spChg chg="mod">
          <ac:chgData name="Dekena Gundega, SCS-INI-EOG-SPA (EXT)" userId="a476f176-5114-4d65-9410-37d88e426de2" providerId="ADAL" clId="{4453795F-5F14-45F5-83F6-67C6A8DD9046}" dt="2025-10-15T14:29:29.279" v="2488" actId="20577"/>
          <ac:spMkLst>
            <pc:docMk/>
            <pc:sldMk cId="2148920750" sldId="292"/>
            <ac:spMk id="10" creationId="{BFE33756-3EBD-004A-C356-03B7FF46EF70}"/>
          </ac:spMkLst>
        </pc:spChg>
      </pc:sldChg>
      <pc:sldChg chg="modSp add mod">
        <pc:chgData name="Dekena Gundega, SCS-INI-EOG-SPA (EXT)" userId="a476f176-5114-4d65-9410-37d88e426de2" providerId="ADAL" clId="{4453795F-5F14-45F5-83F6-67C6A8DD9046}" dt="2025-10-15T14:46:32.617" v="3207" actId="20577"/>
        <pc:sldMkLst>
          <pc:docMk/>
          <pc:sldMk cId="4074480499" sldId="293"/>
        </pc:sldMkLst>
        <pc:spChg chg="mod">
          <ac:chgData name="Dekena Gundega, SCS-INI-EOG-SPA (EXT)" userId="a476f176-5114-4d65-9410-37d88e426de2" providerId="ADAL" clId="{4453795F-5F14-45F5-83F6-67C6A8DD9046}" dt="2025-10-15T14:46:32.617" v="3207" actId="20577"/>
          <ac:spMkLst>
            <pc:docMk/>
            <pc:sldMk cId="4074480499" sldId="293"/>
            <ac:spMk id="10" creationId="{73A75F95-1612-6E8E-5C93-D17B844ED0AE}"/>
          </ac:spMkLst>
        </pc:spChg>
        <pc:spChg chg="mod">
          <ac:chgData name="Dekena Gundega, SCS-INI-EOG-SPA (EXT)" userId="a476f176-5114-4d65-9410-37d88e426de2" providerId="ADAL" clId="{4453795F-5F14-45F5-83F6-67C6A8DD9046}" dt="2025-10-15T14:44:04.612" v="3046" actId="20577"/>
          <ac:spMkLst>
            <pc:docMk/>
            <pc:sldMk cId="4074480499" sldId="293"/>
            <ac:spMk id="15" creationId="{0438E2A4-6B41-0DCA-6CB7-2BE25DC5FCC8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D465D5-BAA8-4BE6-B275-B0F00AB02DAE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7CC5D4-E4E8-425B-A3B4-ECD12E51A42C}">
      <dgm:prSet/>
      <dgm:spPr/>
      <dgm:t>
        <a:bodyPr/>
        <a:lstStyle/>
        <a:p>
          <a:r>
            <a:rPr lang="en-GB" dirty="0"/>
            <a:t>Brief history of Observability</a:t>
          </a:r>
          <a:endParaRPr lang="en-US" dirty="0"/>
        </a:p>
      </dgm:t>
    </dgm:pt>
    <dgm:pt modelId="{817E4068-5668-49CE-AA9D-F60EE0647696}" type="parTrans" cxnId="{F74970E1-2DC9-47BA-BD52-C1C947A5658B}">
      <dgm:prSet/>
      <dgm:spPr/>
      <dgm:t>
        <a:bodyPr/>
        <a:lstStyle/>
        <a:p>
          <a:endParaRPr lang="en-US"/>
        </a:p>
      </dgm:t>
    </dgm:pt>
    <dgm:pt modelId="{4DE17C8B-3A41-4F9D-B670-C99016DA160C}" type="sibTrans" cxnId="{F74970E1-2DC9-47BA-BD52-C1C947A5658B}">
      <dgm:prSet/>
      <dgm:spPr/>
      <dgm:t>
        <a:bodyPr/>
        <a:lstStyle/>
        <a:p>
          <a:endParaRPr lang="en-US"/>
        </a:p>
      </dgm:t>
    </dgm:pt>
    <dgm:pt modelId="{7F716A9A-0814-4EFC-8110-722782D1C64E}">
      <dgm:prSet/>
      <dgm:spPr/>
      <dgm:t>
        <a:bodyPr/>
        <a:lstStyle/>
        <a:p>
          <a:r>
            <a:rPr lang="en-GB" dirty="0"/>
            <a:t>Enter OpenTelemetry</a:t>
          </a:r>
          <a:endParaRPr lang="en-US" dirty="0"/>
        </a:p>
      </dgm:t>
    </dgm:pt>
    <dgm:pt modelId="{7890BFB3-FBF9-47AB-9176-C34305CC58E6}" type="parTrans" cxnId="{10B34EA4-15E7-45D4-85B9-0A20BE3D1B98}">
      <dgm:prSet/>
      <dgm:spPr/>
      <dgm:t>
        <a:bodyPr/>
        <a:lstStyle/>
        <a:p>
          <a:endParaRPr lang="en-US"/>
        </a:p>
      </dgm:t>
    </dgm:pt>
    <dgm:pt modelId="{F476DFF0-6FA0-4284-A678-43F2BCCC0AE2}" type="sibTrans" cxnId="{10B34EA4-15E7-45D4-85B9-0A20BE3D1B98}">
      <dgm:prSet/>
      <dgm:spPr/>
      <dgm:t>
        <a:bodyPr/>
        <a:lstStyle/>
        <a:p>
          <a:endParaRPr lang="en-US"/>
        </a:p>
      </dgm:t>
    </dgm:pt>
    <dgm:pt modelId="{1F135665-495F-4672-8703-7E13AE3C7F73}">
      <dgm:prSet/>
      <dgm:spPr/>
      <dgm:t>
        <a:bodyPr/>
        <a:lstStyle/>
        <a:p>
          <a:r>
            <a:rPr lang="en-GB" dirty="0"/>
            <a:t>OpenTelemetry core concepts</a:t>
          </a:r>
          <a:endParaRPr lang="en-US" dirty="0"/>
        </a:p>
      </dgm:t>
    </dgm:pt>
    <dgm:pt modelId="{F08FDBF3-0EF2-4D01-A257-26B0DE48230A}" type="parTrans" cxnId="{C8C83D9A-FDF9-4501-AF3B-A5DEC1491FF9}">
      <dgm:prSet/>
      <dgm:spPr/>
      <dgm:t>
        <a:bodyPr/>
        <a:lstStyle/>
        <a:p>
          <a:endParaRPr lang="en-US"/>
        </a:p>
      </dgm:t>
    </dgm:pt>
    <dgm:pt modelId="{BEA7FED5-F9AC-4D32-9269-C419B74005A2}" type="sibTrans" cxnId="{C8C83D9A-FDF9-4501-AF3B-A5DEC1491FF9}">
      <dgm:prSet/>
      <dgm:spPr/>
      <dgm:t>
        <a:bodyPr/>
        <a:lstStyle/>
        <a:p>
          <a:endParaRPr lang="en-US"/>
        </a:p>
      </dgm:t>
    </dgm:pt>
    <dgm:pt modelId="{DA12F65E-088D-49B3-9940-AC0777B8F8CF}">
      <dgm:prSet/>
      <dgm:spPr/>
      <dgm:t>
        <a:bodyPr/>
        <a:lstStyle/>
        <a:p>
          <a:r>
            <a:rPr lang="en-GB" dirty="0"/>
            <a:t>OpenTelemetry ecosystem</a:t>
          </a:r>
          <a:endParaRPr lang="en-US" dirty="0"/>
        </a:p>
      </dgm:t>
    </dgm:pt>
    <dgm:pt modelId="{882BB040-3250-486F-B840-261499276CF5}" type="parTrans" cxnId="{3AD674CC-C742-47B5-AD69-246076846AF2}">
      <dgm:prSet/>
      <dgm:spPr/>
      <dgm:t>
        <a:bodyPr/>
        <a:lstStyle/>
        <a:p>
          <a:endParaRPr lang="en-US"/>
        </a:p>
      </dgm:t>
    </dgm:pt>
    <dgm:pt modelId="{FED1901C-1E24-4EE8-82C7-9A4A0F529013}" type="sibTrans" cxnId="{3AD674CC-C742-47B5-AD69-246076846AF2}">
      <dgm:prSet/>
      <dgm:spPr/>
      <dgm:t>
        <a:bodyPr/>
        <a:lstStyle/>
        <a:p>
          <a:endParaRPr lang="en-US"/>
        </a:p>
      </dgm:t>
    </dgm:pt>
    <dgm:pt modelId="{2E2B4DB8-3EA2-4CA0-B9F3-5351EF51D263}">
      <dgm:prSet/>
      <dgm:spPr/>
      <dgm:t>
        <a:bodyPr/>
        <a:lstStyle/>
        <a:p>
          <a:r>
            <a:rPr lang="en-US" dirty="0"/>
            <a:t>Good practices, pitfalls and other tidbits</a:t>
          </a:r>
        </a:p>
      </dgm:t>
    </dgm:pt>
    <dgm:pt modelId="{B089FC1C-5D3D-49C0-9BC5-93661D3BEE5C}" type="parTrans" cxnId="{41C7324D-A8A0-4105-A305-E55544CAF9B6}">
      <dgm:prSet/>
      <dgm:spPr/>
      <dgm:t>
        <a:bodyPr/>
        <a:lstStyle/>
        <a:p>
          <a:endParaRPr lang="en-US"/>
        </a:p>
      </dgm:t>
    </dgm:pt>
    <dgm:pt modelId="{8235ACD8-87AE-4ADE-9FFF-0E649939EC14}" type="sibTrans" cxnId="{41C7324D-A8A0-4105-A305-E55544CAF9B6}">
      <dgm:prSet/>
      <dgm:spPr/>
      <dgm:t>
        <a:bodyPr/>
        <a:lstStyle/>
        <a:p>
          <a:endParaRPr lang="en-US"/>
        </a:p>
      </dgm:t>
    </dgm:pt>
    <dgm:pt modelId="{E2836DE3-0054-400D-9D9E-7BCDD1A5152D}" type="pres">
      <dgm:prSet presAssocID="{96D465D5-BAA8-4BE6-B275-B0F00AB02DAE}" presName="vert0" presStyleCnt="0">
        <dgm:presLayoutVars>
          <dgm:dir/>
          <dgm:animOne val="branch"/>
          <dgm:animLvl val="lvl"/>
        </dgm:presLayoutVars>
      </dgm:prSet>
      <dgm:spPr/>
    </dgm:pt>
    <dgm:pt modelId="{00B90F5B-715E-4142-97CB-4AADE41F0312}" type="pres">
      <dgm:prSet presAssocID="{D07CC5D4-E4E8-425B-A3B4-ECD12E51A42C}" presName="thickLine" presStyleLbl="alignNode1" presStyleIdx="0" presStyleCnt="5"/>
      <dgm:spPr/>
    </dgm:pt>
    <dgm:pt modelId="{EF145289-EF0E-48C9-AC81-AF5A56B92323}" type="pres">
      <dgm:prSet presAssocID="{D07CC5D4-E4E8-425B-A3B4-ECD12E51A42C}" presName="horz1" presStyleCnt="0"/>
      <dgm:spPr/>
    </dgm:pt>
    <dgm:pt modelId="{1FADC3AF-1C35-4517-8EC2-8DF4241BD696}" type="pres">
      <dgm:prSet presAssocID="{D07CC5D4-E4E8-425B-A3B4-ECD12E51A42C}" presName="tx1" presStyleLbl="revTx" presStyleIdx="0" presStyleCnt="5"/>
      <dgm:spPr/>
    </dgm:pt>
    <dgm:pt modelId="{D1A617BE-85FE-4CB6-8CE9-E06CBCDB008A}" type="pres">
      <dgm:prSet presAssocID="{D07CC5D4-E4E8-425B-A3B4-ECD12E51A42C}" presName="vert1" presStyleCnt="0"/>
      <dgm:spPr/>
    </dgm:pt>
    <dgm:pt modelId="{7A691CC7-FF6F-4EFE-B156-5019054335A1}" type="pres">
      <dgm:prSet presAssocID="{7F716A9A-0814-4EFC-8110-722782D1C64E}" presName="thickLine" presStyleLbl="alignNode1" presStyleIdx="1" presStyleCnt="5"/>
      <dgm:spPr/>
    </dgm:pt>
    <dgm:pt modelId="{49995E18-807B-434F-94E1-88254A07872A}" type="pres">
      <dgm:prSet presAssocID="{7F716A9A-0814-4EFC-8110-722782D1C64E}" presName="horz1" presStyleCnt="0"/>
      <dgm:spPr/>
    </dgm:pt>
    <dgm:pt modelId="{9010EB12-94B8-4623-9406-48E0F779B16A}" type="pres">
      <dgm:prSet presAssocID="{7F716A9A-0814-4EFC-8110-722782D1C64E}" presName="tx1" presStyleLbl="revTx" presStyleIdx="1" presStyleCnt="5"/>
      <dgm:spPr/>
    </dgm:pt>
    <dgm:pt modelId="{D6AE5B28-B77F-4C3A-8B86-BA64FE4D9BEF}" type="pres">
      <dgm:prSet presAssocID="{7F716A9A-0814-4EFC-8110-722782D1C64E}" presName="vert1" presStyleCnt="0"/>
      <dgm:spPr/>
    </dgm:pt>
    <dgm:pt modelId="{358E4802-D229-4BE5-AF02-946000C87E3D}" type="pres">
      <dgm:prSet presAssocID="{1F135665-495F-4672-8703-7E13AE3C7F73}" presName="thickLine" presStyleLbl="alignNode1" presStyleIdx="2" presStyleCnt="5"/>
      <dgm:spPr/>
    </dgm:pt>
    <dgm:pt modelId="{C894AF4C-5658-44BC-86AB-7F8A2FE6AA07}" type="pres">
      <dgm:prSet presAssocID="{1F135665-495F-4672-8703-7E13AE3C7F73}" presName="horz1" presStyleCnt="0"/>
      <dgm:spPr/>
    </dgm:pt>
    <dgm:pt modelId="{EFF74B43-33D0-49C4-848B-A0553E6A5396}" type="pres">
      <dgm:prSet presAssocID="{1F135665-495F-4672-8703-7E13AE3C7F73}" presName="tx1" presStyleLbl="revTx" presStyleIdx="2" presStyleCnt="5"/>
      <dgm:spPr/>
    </dgm:pt>
    <dgm:pt modelId="{85868524-357D-4F1C-8760-855610564F4C}" type="pres">
      <dgm:prSet presAssocID="{1F135665-495F-4672-8703-7E13AE3C7F73}" presName="vert1" presStyleCnt="0"/>
      <dgm:spPr/>
    </dgm:pt>
    <dgm:pt modelId="{0E989A56-70EA-42B8-A841-B765129A7378}" type="pres">
      <dgm:prSet presAssocID="{DA12F65E-088D-49B3-9940-AC0777B8F8CF}" presName="thickLine" presStyleLbl="alignNode1" presStyleIdx="3" presStyleCnt="5"/>
      <dgm:spPr/>
    </dgm:pt>
    <dgm:pt modelId="{923BE9C1-34C6-41D8-902D-3367B124D5DD}" type="pres">
      <dgm:prSet presAssocID="{DA12F65E-088D-49B3-9940-AC0777B8F8CF}" presName="horz1" presStyleCnt="0"/>
      <dgm:spPr/>
    </dgm:pt>
    <dgm:pt modelId="{91145C5B-5E96-4F17-BFC5-1E5DD0F6EF81}" type="pres">
      <dgm:prSet presAssocID="{DA12F65E-088D-49B3-9940-AC0777B8F8CF}" presName="tx1" presStyleLbl="revTx" presStyleIdx="3" presStyleCnt="5"/>
      <dgm:spPr/>
    </dgm:pt>
    <dgm:pt modelId="{3F39F49B-4C2E-4BAC-911C-6FA9587C997D}" type="pres">
      <dgm:prSet presAssocID="{DA12F65E-088D-49B3-9940-AC0777B8F8CF}" presName="vert1" presStyleCnt="0"/>
      <dgm:spPr/>
    </dgm:pt>
    <dgm:pt modelId="{4CF54904-E796-4E4F-9110-705228BCFB95}" type="pres">
      <dgm:prSet presAssocID="{2E2B4DB8-3EA2-4CA0-B9F3-5351EF51D263}" presName="thickLine" presStyleLbl="alignNode1" presStyleIdx="4" presStyleCnt="5"/>
      <dgm:spPr/>
    </dgm:pt>
    <dgm:pt modelId="{DE44E3D9-A2CE-4CE1-A317-ED63458F7590}" type="pres">
      <dgm:prSet presAssocID="{2E2B4DB8-3EA2-4CA0-B9F3-5351EF51D263}" presName="horz1" presStyleCnt="0"/>
      <dgm:spPr/>
    </dgm:pt>
    <dgm:pt modelId="{DE32E524-F85C-486B-B9D1-BD5A08406D68}" type="pres">
      <dgm:prSet presAssocID="{2E2B4DB8-3EA2-4CA0-B9F3-5351EF51D263}" presName="tx1" presStyleLbl="revTx" presStyleIdx="4" presStyleCnt="5"/>
      <dgm:spPr/>
    </dgm:pt>
    <dgm:pt modelId="{7B4A1836-7D5F-4F29-AD9C-DDDE67A09EF4}" type="pres">
      <dgm:prSet presAssocID="{2E2B4DB8-3EA2-4CA0-B9F3-5351EF51D263}" presName="vert1" presStyleCnt="0"/>
      <dgm:spPr/>
    </dgm:pt>
  </dgm:ptLst>
  <dgm:cxnLst>
    <dgm:cxn modelId="{54ED7003-A91C-47AE-9007-E8D3480B19C1}" type="presOf" srcId="{D07CC5D4-E4E8-425B-A3B4-ECD12E51A42C}" destId="{1FADC3AF-1C35-4517-8EC2-8DF4241BD696}" srcOrd="0" destOrd="0" presId="urn:microsoft.com/office/officeart/2008/layout/LinedList"/>
    <dgm:cxn modelId="{A4F91F2F-BC4F-41DB-84F0-B4B70771EF3E}" type="presOf" srcId="{1F135665-495F-4672-8703-7E13AE3C7F73}" destId="{EFF74B43-33D0-49C4-848B-A0553E6A5396}" srcOrd="0" destOrd="0" presId="urn:microsoft.com/office/officeart/2008/layout/LinedList"/>
    <dgm:cxn modelId="{41C7324D-A8A0-4105-A305-E55544CAF9B6}" srcId="{96D465D5-BAA8-4BE6-B275-B0F00AB02DAE}" destId="{2E2B4DB8-3EA2-4CA0-B9F3-5351EF51D263}" srcOrd="4" destOrd="0" parTransId="{B089FC1C-5D3D-49C0-9BC5-93661D3BEE5C}" sibTransId="{8235ACD8-87AE-4ADE-9FFF-0E649939EC14}"/>
    <dgm:cxn modelId="{9852F27F-5AF9-48E5-885D-408FB506C9E7}" type="presOf" srcId="{96D465D5-BAA8-4BE6-B275-B0F00AB02DAE}" destId="{E2836DE3-0054-400D-9D9E-7BCDD1A5152D}" srcOrd="0" destOrd="0" presId="urn:microsoft.com/office/officeart/2008/layout/LinedList"/>
    <dgm:cxn modelId="{C8C83D9A-FDF9-4501-AF3B-A5DEC1491FF9}" srcId="{96D465D5-BAA8-4BE6-B275-B0F00AB02DAE}" destId="{1F135665-495F-4672-8703-7E13AE3C7F73}" srcOrd="2" destOrd="0" parTransId="{F08FDBF3-0EF2-4D01-A257-26B0DE48230A}" sibTransId="{BEA7FED5-F9AC-4D32-9269-C419B74005A2}"/>
    <dgm:cxn modelId="{10B34EA4-15E7-45D4-85B9-0A20BE3D1B98}" srcId="{96D465D5-BAA8-4BE6-B275-B0F00AB02DAE}" destId="{7F716A9A-0814-4EFC-8110-722782D1C64E}" srcOrd="1" destOrd="0" parTransId="{7890BFB3-FBF9-47AB-9176-C34305CC58E6}" sibTransId="{F476DFF0-6FA0-4284-A678-43F2BCCC0AE2}"/>
    <dgm:cxn modelId="{E2A723AE-3413-41F7-9C0C-1A9F77BBD3AA}" type="presOf" srcId="{2E2B4DB8-3EA2-4CA0-B9F3-5351EF51D263}" destId="{DE32E524-F85C-486B-B9D1-BD5A08406D68}" srcOrd="0" destOrd="0" presId="urn:microsoft.com/office/officeart/2008/layout/LinedList"/>
    <dgm:cxn modelId="{64234AB9-D0CF-4B29-B72D-9AD106D4E285}" type="presOf" srcId="{DA12F65E-088D-49B3-9940-AC0777B8F8CF}" destId="{91145C5B-5E96-4F17-BFC5-1E5DD0F6EF81}" srcOrd="0" destOrd="0" presId="urn:microsoft.com/office/officeart/2008/layout/LinedList"/>
    <dgm:cxn modelId="{230ED3C8-48B4-4D79-A3B9-FF30304212DD}" type="presOf" srcId="{7F716A9A-0814-4EFC-8110-722782D1C64E}" destId="{9010EB12-94B8-4623-9406-48E0F779B16A}" srcOrd="0" destOrd="0" presId="urn:microsoft.com/office/officeart/2008/layout/LinedList"/>
    <dgm:cxn modelId="{3AD674CC-C742-47B5-AD69-246076846AF2}" srcId="{96D465D5-BAA8-4BE6-B275-B0F00AB02DAE}" destId="{DA12F65E-088D-49B3-9940-AC0777B8F8CF}" srcOrd="3" destOrd="0" parTransId="{882BB040-3250-486F-B840-261499276CF5}" sibTransId="{FED1901C-1E24-4EE8-82C7-9A4A0F529013}"/>
    <dgm:cxn modelId="{F74970E1-2DC9-47BA-BD52-C1C947A5658B}" srcId="{96D465D5-BAA8-4BE6-B275-B0F00AB02DAE}" destId="{D07CC5D4-E4E8-425B-A3B4-ECD12E51A42C}" srcOrd="0" destOrd="0" parTransId="{817E4068-5668-49CE-AA9D-F60EE0647696}" sibTransId="{4DE17C8B-3A41-4F9D-B670-C99016DA160C}"/>
    <dgm:cxn modelId="{B046282F-E37C-4CE9-A47E-DACB4BAA47C7}" type="presParOf" srcId="{E2836DE3-0054-400D-9D9E-7BCDD1A5152D}" destId="{00B90F5B-715E-4142-97CB-4AADE41F0312}" srcOrd="0" destOrd="0" presId="urn:microsoft.com/office/officeart/2008/layout/LinedList"/>
    <dgm:cxn modelId="{EB1F0650-E992-4270-A7AB-E5B300D0D579}" type="presParOf" srcId="{E2836DE3-0054-400D-9D9E-7BCDD1A5152D}" destId="{EF145289-EF0E-48C9-AC81-AF5A56B92323}" srcOrd="1" destOrd="0" presId="urn:microsoft.com/office/officeart/2008/layout/LinedList"/>
    <dgm:cxn modelId="{F418C10B-73E6-4DD7-8AB6-9D0C15BCD80E}" type="presParOf" srcId="{EF145289-EF0E-48C9-AC81-AF5A56B92323}" destId="{1FADC3AF-1C35-4517-8EC2-8DF4241BD696}" srcOrd="0" destOrd="0" presId="urn:microsoft.com/office/officeart/2008/layout/LinedList"/>
    <dgm:cxn modelId="{D2EED017-75B1-44A6-A769-DE9BBB15CD01}" type="presParOf" srcId="{EF145289-EF0E-48C9-AC81-AF5A56B92323}" destId="{D1A617BE-85FE-4CB6-8CE9-E06CBCDB008A}" srcOrd="1" destOrd="0" presId="urn:microsoft.com/office/officeart/2008/layout/LinedList"/>
    <dgm:cxn modelId="{FFC95513-B6BF-48E9-A6CF-DC8F43AB7277}" type="presParOf" srcId="{E2836DE3-0054-400D-9D9E-7BCDD1A5152D}" destId="{7A691CC7-FF6F-4EFE-B156-5019054335A1}" srcOrd="2" destOrd="0" presId="urn:microsoft.com/office/officeart/2008/layout/LinedList"/>
    <dgm:cxn modelId="{177C4879-F9FE-46A7-9232-E9D225D0E2A0}" type="presParOf" srcId="{E2836DE3-0054-400D-9D9E-7BCDD1A5152D}" destId="{49995E18-807B-434F-94E1-88254A07872A}" srcOrd="3" destOrd="0" presId="urn:microsoft.com/office/officeart/2008/layout/LinedList"/>
    <dgm:cxn modelId="{9489E340-1EA2-430A-9B8D-59EA818608C5}" type="presParOf" srcId="{49995E18-807B-434F-94E1-88254A07872A}" destId="{9010EB12-94B8-4623-9406-48E0F779B16A}" srcOrd="0" destOrd="0" presId="urn:microsoft.com/office/officeart/2008/layout/LinedList"/>
    <dgm:cxn modelId="{7CCA5EE9-FDCF-452A-8426-0C73FEB48464}" type="presParOf" srcId="{49995E18-807B-434F-94E1-88254A07872A}" destId="{D6AE5B28-B77F-4C3A-8B86-BA64FE4D9BEF}" srcOrd="1" destOrd="0" presId="urn:microsoft.com/office/officeart/2008/layout/LinedList"/>
    <dgm:cxn modelId="{F02CD29F-B321-45BA-A5A6-52CA39D8240C}" type="presParOf" srcId="{E2836DE3-0054-400D-9D9E-7BCDD1A5152D}" destId="{358E4802-D229-4BE5-AF02-946000C87E3D}" srcOrd="4" destOrd="0" presId="urn:microsoft.com/office/officeart/2008/layout/LinedList"/>
    <dgm:cxn modelId="{54924239-F78C-44D1-83F8-D8F8C3A826F8}" type="presParOf" srcId="{E2836DE3-0054-400D-9D9E-7BCDD1A5152D}" destId="{C894AF4C-5658-44BC-86AB-7F8A2FE6AA07}" srcOrd="5" destOrd="0" presId="urn:microsoft.com/office/officeart/2008/layout/LinedList"/>
    <dgm:cxn modelId="{AEC85133-6E09-44E2-985A-0C46EA468327}" type="presParOf" srcId="{C894AF4C-5658-44BC-86AB-7F8A2FE6AA07}" destId="{EFF74B43-33D0-49C4-848B-A0553E6A5396}" srcOrd="0" destOrd="0" presId="urn:microsoft.com/office/officeart/2008/layout/LinedList"/>
    <dgm:cxn modelId="{5DC0464C-CE7D-418F-A484-1ED0E41EA7C1}" type="presParOf" srcId="{C894AF4C-5658-44BC-86AB-7F8A2FE6AA07}" destId="{85868524-357D-4F1C-8760-855610564F4C}" srcOrd="1" destOrd="0" presId="urn:microsoft.com/office/officeart/2008/layout/LinedList"/>
    <dgm:cxn modelId="{C87DF609-28F7-4758-B28F-0732C290BA14}" type="presParOf" srcId="{E2836DE3-0054-400D-9D9E-7BCDD1A5152D}" destId="{0E989A56-70EA-42B8-A841-B765129A7378}" srcOrd="6" destOrd="0" presId="urn:microsoft.com/office/officeart/2008/layout/LinedList"/>
    <dgm:cxn modelId="{5A47C5D1-FA19-4301-BE36-CA5E464BECA2}" type="presParOf" srcId="{E2836DE3-0054-400D-9D9E-7BCDD1A5152D}" destId="{923BE9C1-34C6-41D8-902D-3367B124D5DD}" srcOrd="7" destOrd="0" presId="urn:microsoft.com/office/officeart/2008/layout/LinedList"/>
    <dgm:cxn modelId="{642046EB-58A7-4AEE-800A-9ABC0AAAD0E4}" type="presParOf" srcId="{923BE9C1-34C6-41D8-902D-3367B124D5DD}" destId="{91145C5B-5E96-4F17-BFC5-1E5DD0F6EF81}" srcOrd="0" destOrd="0" presId="urn:microsoft.com/office/officeart/2008/layout/LinedList"/>
    <dgm:cxn modelId="{6F4D01CD-BE90-44DB-BEDC-9067BF8D14A4}" type="presParOf" srcId="{923BE9C1-34C6-41D8-902D-3367B124D5DD}" destId="{3F39F49B-4C2E-4BAC-911C-6FA9587C997D}" srcOrd="1" destOrd="0" presId="urn:microsoft.com/office/officeart/2008/layout/LinedList"/>
    <dgm:cxn modelId="{C430535C-9FC3-46ED-83D1-DE8380A2EFB8}" type="presParOf" srcId="{E2836DE3-0054-400D-9D9E-7BCDD1A5152D}" destId="{4CF54904-E796-4E4F-9110-705228BCFB95}" srcOrd="8" destOrd="0" presId="urn:microsoft.com/office/officeart/2008/layout/LinedList"/>
    <dgm:cxn modelId="{B83290F6-C0C6-4779-B610-A2CEB08384A4}" type="presParOf" srcId="{E2836DE3-0054-400D-9D9E-7BCDD1A5152D}" destId="{DE44E3D9-A2CE-4CE1-A317-ED63458F7590}" srcOrd="9" destOrd="0" presId="urn:microsoft.com/office/officeart/2008/layout/LinedList"/>
    <dgm:cxn modelId="{AF76DEE0-FD05-4A82-80D0-8E538AE4FC8C}" type="presParOf" srcId="{DE44E3D9-A2CE-4CE1-A317-ED63458F7590}" destId="{DE32E524-F85C-486B-B9D1-BD5A08406D68}" srcOrd="0" destOrd="0" presId="urn:microsoft.com/office/officeart/2008/layout/LinedList"/>
    <dgm:cxn modelId="{9A6D872E-CEEE-4F10-8836-4ED74873C164}" type="presParOf" srcId="{DE44E3D9-A2CE-4CE1-A317-ED63458F7590}" destId="{7B4A1836-7D5F-4F29-AD9C-DDDE67A09E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D465D5-BAA8-4BE6-B275-B0F00AB02DAE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07CC5D4-E4E8-425B-A3B4-ECD12E51A42C}">
      <dgm:prSet/>
      <dgm:spPr/>
      <dgm:t>
        <a:bodyPr/>
        <a:lstStyle/>
        <a:p>
          <a:r>
            <a:rPr lang="en-GB" dirty="0"/>
            <a:t>Merge of OpenTracing and OpenCensus</a:t>
          </a:r>
          <a:endParaRPr lang="en-US" dirty="0"/>
        </a:p>
      </dgm:t>
    </dgm:pt>
    <dgm:pt modelId="{817E4068-5668-49CE-AA9D-F60EE0647696}" type="parTrans" cxnId="{F74970E1-2DC9-47BA-BD52-C1C947A5658B}">
      <dgm:prSet/>
      <dgm:spPr/>
      <dgm:t>
        <a:bodyPr/>
        <a:lstStyle/>
        <a:p>
          <a:endParaRPr lang="en-US"/>
        </a:p>
      </dgm:t>
    </dgm:pt>
    <dgm:pt modelId="{4DE17C8B-3A41-4F9D-B670-C99016DA160C}" type="sibTrans" cxnId="{F74970E1-2DC9-47BA-BD52-C1C947A5658B}">
      <dgm:prSet/>
      <dgm:spPr/>
      <dgm:t>
        <a:bodyPr/>
        <a:lstStyle/>
        <a:p>
          <a:endParaRPr lang="en-US"/>
        </a:p>
      </dgm:t>
    </dgm:pt>
    <dgm:pt modelId="{7F716A9A-0814-4EFC-8110-722782D1C64E}">
      <dgm:prSet/>
      <dgm:spPr/>
      <dgm:t>
        <a:bodyPr/>
        <a:lstStyle/>
        <a:p>
          <a:r>
            <a:rPr lang="en-GB"/>
            <a:t>Accepted to CNCF in 2019</a:t>
          </a:r>
          <a:endParaRPr lang="en-US"/>
        </a:p>
      </dgm:t>
    </dgm:pt>
    <dgm:pt modelId="{7890BFB3-FBF9-47AB-9176-C34305CC58E6}" type="parTrans" cxnId="{10B34EA4-15E7-45D4-85B9-0A20BE3D1B98}">
      <dgm:prSet/>
      <dgm:spPr/>
      <dgm:t>
        <a:bodyPr/>
        <a:lstStyle/>
        <a:p>
          <a:endParaRPr lang="en-US"/>
        </a:p>
      </dgm:t>
    </dgm:pt>
    <dgm:pt modelId="{F476DFF0-6FA0-4284-A678-43F2BCCC0AE2}" type="sibTrans" cxnId="{10B34EA4-15E7-45D4-85B9-0A20BE3D1B98}">
      <dgm:prSet/>
      <dgm:spPr/>
      <dgm:t>
        <a:bodyPr/>
        <a:lstStyle/>
        <a:p>
          <a:endParaRPr lang="en-US"/>
        </a:p>
      </dgm:t>
    </dgm:pt>
    <dgm:pt modelId="{DA12F65E-088D-49B3-9940-AC0777B8F8CF}">
      <dgm:prSet/>
      <dgm:spPr/>
      <dgm:t>
        <a:bodyPr/>
        <a:lstStyle/>
        <a:p>
          <a:r>
            <a:rPr lang="en-GB" dirty="0"/>
            <a:t>Framework and toolkit for generation, collection and exporting of telemetry data</a:t>
          </a:r>
          <a:endParaRPr lang="en-US" dirty="0"/>
        </a:p>
      </dgm:t>
    </dgm:pt>
    <dgm:pt modelId="{882BB040-3250-486F-B840-261499276CF5}" type="parTrans" cxnId="{3AD674CC-C742-47B5-AD69-246076846AF2}">
      <dgm:prSet/>
      <dgm:spPr/>
      <dgm:t>
        <a:bodyPr/>
        <a:lstStyle/>
        <a:p>
          <a:endParaRPr lang="en-US"/>
        </a:p>
      </dgm:t>
    </dgm:pt>
    <dgm:pt modelId="{FED1901C-1E24-4EE8-82C7-9A4A0F529013}" type="sibTrans" cxnId="{3AD674CC-C742-47B5-AD69-246076846AF2}">
      <dgm:prSet/>
      <dgm:spPr/>
      <dgm:t>
        <a:bodyPr/>
        <a:lstStyle/>
        <a:p>
          <a:endParaRPr lang="en-US"/>
        </a:p>
      </dgm:t>
    </dgm:pt>
    <dgm:pt modelId="{25BA4A05-D620-45FD-A2A7-DCCFDEC81E4E}">
      <dgm:prSet/>
      <dgm:spPr/>
      <dgm:t>
        <a:bodyPr/>
        <a:lstStyle/>
        <a:p>
          <a:r>
            <a:rPr lang="en-GB" dirty="0"/>
            <a:t>No </a:t>
          </a:r>
          <a:r>
            <a:rPr lang="en-US" dirty="0"/>
            <a:t>backend (storage) and frontend (visualization) components by design</a:t>
          </a:r>
        </a:p>
      </dgm:t>
    </dgm:pt>
    <dgm:pt modelId="{CFF11468-288F-49B6-9F3F-E8406F0AB229}" type="parTrans" cxnId="{B560DD0B-A363-4540-8E5D-5C216545B59B}">
      <dgm:prSet/>
      <dgm:spPr/>
      <dgm:t>
        <a:bodyPr/>
        <a:lstStyle/>
        <a:p>
          <a:endParaRPr lang="en-US"/>
        </a:p>
      </dgm:t>
    </dgm:pt>
    <dgm:pt modelId="{F65413DB-9BB1-4610-BC4B-B4A523D270BB}" type="sibTrans" cxnId="{B560DD0B-A363-4540-8E5D-5C216545B59B}">
      <dgm:prSet/>
      <dgm:spPr/>
    </dgm:pt>
    <dgm:pt modelId="{6973D8EB-42A6-4733-A39D-090BF99E06F5}" type="pres">
      <dgm:prSet presAssocID="{96D465D5-BAA8-4BE6-B275-B0F00AB02DAE}" presName="vert0" presStyleCnt="0">
        <dgm:presLayoutVars>
          <dgm:dir/>
          <dgm:animOne val="branch"/>
          <dgm:animLvl val="lvl"/>
        </dgm:presLayoutVars>
      </dgm:prSet>
      <dgm:spPr/>
    </dgm:pt>
    <dgm:pt modelId="{A19A74E8-C6DD-493C-A8CB-DACC53A4C28B}" type="pres">
      <dgm:prSet presAssocID="{D07CC5D4-E4E8-425B-A3B4-ECD12E51A42C}" presName="thickLine" presStyleLbl="alignNode1" presStyleIdx="0" presStyleCnt="4"/>
      <dgm:spPr/>
    </dgm:pt>
    <dgm:pt modelId="{0DA66631-B93E-4F76-9FD7-DB97F4B709D9}" type="pres">
      <dgm:prSet presAssocID="{D07CC5D4-E4E8-425B-A3B4-ECD12E51A42C}" presName="horz1" presStyleCnt="0"/>
      <dgm:spPr/>
    </dgm:pt>
    <dgm:pt modelId="{E4C1DB93-2559-4088-85A8-BE7E92F580F8}" type="pres">
      <dgm:prSet presAssocID="{D07CC5D4-E4E8-425B-A3B4-ECD12E51A42C}" presName="tx1" presStyleLbl="revTx" presStyleIdx="0" presStyleCnt="4"/>
      <dgm:spPr/>
    </dgm:pt>
    <dgm:pt modelId="{0A023A9B-82B7-4F65-B417-66CA820283FE}" type="pres">
      <dgm:prSet presAssocID="{D07CC5D4-E4E8-425B-A3B4-ECD12E51A42C}" presName="vert1" presStyleCnt="0"/>
      <dgm:spPr/>
    </dgm:pt>
    <dgm:pt modelId="{88D8FDC1-405F-40A2-B398-4667DE4D6247}" type="pres">
      <dgm:prSet presAssocID="{7F716A9A-0814-4EFC-8110-722782D1C64E}" presName="thickLine" presStyleLbl="alignNode1" presStyleIdx="1" presStyleCnt="4"/>
      <dgm:spPr/>
    </dgm:pt>
    <dgm:pt modelId="{9F2EE686-7992-425F-B5A4-BB0704E2DAEB}" type="pres">
      <dgm:prSet presAssocID="{7F716A9A-0814-4EFC-8110-722782D1C64E}" presName="horz1" presStyleCnt="0"/>
      <dgm:spPr/>
    </dgm:pt>
    <dgm:pt modelId="{2EC6546D-7B5C-4EC7-BCEF-5F622841CDDD}" type="pres">
      <dgm:prSet presAssocID="{7F716A9A-0814-4EFC-8110-722782D1C64E}" presName="tx1" presStyleLbl="revTx" presStyleIdx="1" presStyleCnt="4"/>
      <dgm:spPr/>
    </dgm:pt>
    <dgm:pt modelId="{7277C067-726E-412A-AE50-0D024C74BEB4}" type="pres">
      <dgm:prSet presAssocID="{7F716A9A-0814-4EFC-8110-722782D1C64E}" presName="vert1" presStyleCnt="0"/>
      <dgm:spPr/>
    </dgm:pt>
    <dgm:pt modelId="{8D255916-FBC6-4CA6-8F91-1B5CA6E93DF0}" type="pres">
      <dgm:prSet presAssocID="{DA12F65E-088D-49B3-9940-AC0777B8F8CF}" presName="thickLine" presStyleLbl="alignNode1" presStyleIdx="2" presStyleCnt="4"/>
      <dgm:spPr/>
    </dgm:pt>
    <dgm:pt modelId="{311318E4-743E-411D-89B0-8430688B4F1C}" type="pres">
      <dgm:prSet presAssocID="{DA12F65E-088D-49B3-9940-AC0777B8F8CF}" presName="horz1" presStyleCnt="0"/>
      <dgm:spPr/>
    </dgm:pt>
    <dgm:pt modelId="{5D3098D6-8CEE-42B5-9FA4-4641ED85FB86}" type="pres">
      <dgm:prSet presAssocID="{DA12F65E-088D-49B3-9940-AC0777B8F8CF}" presName="tx1" presStyleLbl="revTx" presStyleIdx="2" presStyleCnt="4"/>
      <dgm:spPr/>
    </dgm:pt>
    <dgm:pt modelId="{072A8B29-5787-4641-9B3C-DDDF60C68F24}" type="pres">
      <dgm:prSet presAssocID="{DA12F65E-088D-49B3-9940-AC0777B8F8CF}" presName="vert1" presStyleCnt="0"/>
      <dgm:spPr/>
    </dgm:pt>
    <dgm:pt modelId="{AFB61262-4D96-4BD3-8929-D553AD4D447F}" type="pres">
      <dgm:prSet presAssocID="{25BA4A05-D620-45FD-A2A7-DCCFDEC81E4E}" presName="thickLine" presStyleLbl="alignNode1" presStyleIdx="3" presStyleCnt="4"/>
      <dgm:spPr/>
    </dgm:pt>
    <dgm:pt modelId="{91EB2795-6064-4592-8262-F38419AC9E5F}" type="pres">
      <dgm:prSet presAssocID="{25BA4A05-D620-45FD-A2A7-DCCFDEC81E4E}" presName="horz1" presStyleCnt="0"/>
      <dgm:spPr/>
    </dgm:pt>
    <dgm:pt modelId="{00A2D828-57A0-470A-BA0A-BBFAD06C8E4F}" type="pres">
      <dgm:prSet presAssocID="{25BA4A05-D620-45FD-A2A7-DCCFDEC81E4E}" presName="tx1" presStyleLbl="revTx" presStyleIdx="3" presStyleCnt="4"/>
      <dgm:spPr/>
    </dgm:pt>
    <dgm:pt modelId="{3B2664C9-75B0-4500-9ED1-CC552276811B}" type="pres">
      <dgm:prSet presAssocID="{25BA4A05-D620-45FD-A2A7-DCCFDEC81E4E}" presName="vert1" presStyleCnt="0"/>
      <dgm:spPr/>
    </dgm:pt>
  </dgm:ptLst>
  <dgm:cxnLst>
    <dgm:cxn modelId="{B560DD0B-A363-4540-8E5D-5C216545B59B}" srcId="{96D465D5-BAA8-4BE6-B275-B0F00AB02DAE}" destId="{25BA4A05-D620-45FD-A2A7-DCCFDEC81E4E}" srcOrd="3" destOrd="0" parTransId="{CFF11468-288F-49B6-9F3F-E8406F0AB229}" sibTransId="{F65413DB-9BB1-4610-BC4B-B4A523D270BB}"/>
    <dgm:cxn modelId="{1AE81B37-D519-43BB-9D10-B17DDC75D05E}" type="presOf" srcId="{96D465D5-BAA8-4BE6-B275-B0F00AB02DAE}" destId="{6973D8EB-42A6-4733-A39D-090BF99E06F5}" srcOrd="0" destOrd="0" presId="urn:microsoft.com/office/officeart/2008/layout/LinedList"/>
    <dgm:cxn modelId="{EF5A6D3F-BEB9-47C9-BAC4-C270F735D93D}" type="presOf" srcId="{D07CC5D4-E4E8-425B-A3B4-ECD12E51A42C}" destId="{E4C1DB93-2559-4088-85A8-BE7E92F580F8}" srcOrd="0" destOrd="0" presId="urn:microsoft.com/office/officeart/2008/layout/LinedList"/>
    <dgm:cxn modelId="{D7BA1149-45B0-4F59-8C6E-6229D277ED90}" type="presOf" srcId="{7F716A9A-0814-4EFC-8110-722782D1C64E}" destId="{2EC6546D-7B5C-4EC7-BCEF-5F622841CDDD}" srcOrd="0" destOrd="0" presId="urn:microsoft.com/office/officeart/2008/layout/LinedList"/>
    <dgm:cxn modelId="{1E2FD493-7B5F-4D9F-8C44-88C3D1F1AF70}" type="presOf" srcId="{DA12F65E-088D-49B3-9940-AC0777B8F8CF}" destId="{5D3098D6-8CEE-42B5-9FA4-4641ED85FB86}" srcOrd="0" destOrd="0" presId="urn:microsoft.com/office/officeart/2008/layout/LinedList"/>
    <dgm:cxn modelId="{10B34EA4-15E7-45D4-85B9-0A20BE3D1B98}" srcId="{96D465D5-BAA8-4BE6-B275-B0F00AB02DAE}" destId="{7F716A9A-0814-4EFC-8110-722782D1C64E}" srcOrd="1" destOrd="0" parTransId="{7890BFB3-FBF9-47AB-9176-C34305CC58E6}" sibTransId="{F476DFF0-6FA0-4284-A678-43F2BCCC0AE2}"/>
    <dgm:cxn modelId="{DD1BC3B8-CF5E-4739-96BF-0CC23175578D}" type="presOf" srcId="{25BA4A05-D620-45FD-A2A7-DCCFDEC81E4E}" destId="{00A2D828-57A0-470A-BA0A-BBFAD06C8E4F}" srcOrd="0" destOrd="0" presId="urn:microsoft.com/office/officeart/2008/layout/LinedList"/>
    <dgm:cxn modelId="{3AD674CC-C742-47B5-AD69-246076846AF2}" srcId="{96D465D5-BAA8-4BE6-B275-B0F00AB02DAE}" destId="{DA12F65E-088D-49B3-9940-AC0777B8F8CF}" srcOrd="2" destOrd="0" parTransId="{882BB040-3250-486F-B840-261499276CF5}" sibTransId="{FED1901C-1E24-4EE8-82C7-9A4A0F529013}"/>
    <dgm:cxn modelId="{F74970E1-2DC9-47BA-BD52-C1C947A5658B}" srcId="{96D465D5-BAA8-4BE6-B275-B0F00AB02DAE}" destId="{D07CC5D4-E4E8-425B-A3B4-ECD12E51A42C}" srcOrd="0" destOrd="0" parTransId="{817E4068-5668-49CE-AA9D-F60EE0647696}" sibTransId="{4DE17C8B-3A41-4F9D-B670-C99016DA160C}"/>
    <dgm:cxn modelId="{B51341D3-C1C1-44FC-B214-DF16E2310286}" type="presParOf" srcId="{6973D8EB-42A6-4733-A39D-090BF99E06F5}" destId="{A19A74E8-C6DD-493C-A8CB-DACC53A4C28B}" srcOrd="0" destOrd="0" presId="urn:microsoft.com/office/officeart/2008/layout/LinedList"/>
    <dgm:cxn modelId="{E67EAAD1-7E07-457E-AFBD-6DC39841F1B4}" type="presParOf" srcId="{6973D8EB-42A6-4733-A39D-090BF99E06F5}" destId="{0DA66631-B93E-4F76-9FD7-DB97F4B709D9}" srcOrd="1" destOrd="0" presId="urn:microsoft.com/office/officeart/2008/layout/LinedList"/>
    <dgm:cxn modelId="{6A233572-2E48-48DC-B85F-3B33E1E81C3F}" type="presParOf" srcId="{0DA66631-B93E-4F76-9FD7-DB97F4B709D9}" destId="{E4C1DB93-2559-4088-85A8-BE7E92F580F8}" srcOrd="0" destOrd="0" presId="urn:microsoft.com/office/officeart/2008/layout/LinedList"/>
    <dgm:cxn modelId="{D34BA306-225F-408A-A285-616C385B8EAA}" type="presParOf" srcId="{0DA66631-B93E-4F76-9FD7-DB97F4B709D9}" destId="{0A023A9B-82B7-4F65-B417-66CA820283FE}" srcOrd="1" destOrd="0" presId="urn:microsoft.com/office/officeart/2008/layout/LinedList"/>
    <dgm:cxn modelId="{1D6178C0-5804-486D-A5D1-53859AE5CA85}" type="presParOf" srcId="{6973D8EB-42A6-4733-A39D-090BF99E06F5}" destId="{88D8FDC1-405F-40A2-B398-4667DE4D6247}" srcOrd="2" destOrd="0" presId="urn:microsoft.com/office/officeart/2008/layout/LinedList"/>
    <dgm:cxn modelId="{A88C58BA-8E57-40B7-B0D3-DA06DD1AA36B}" type="presParOf" srcId="{6973D8EB-42A6-4733-A39D-090BF99E06F5}" destId="{9F2EE686-7992-425F-B5A4-BB0704E2DAEB}" srcOrd="3" destOrd="0" presId="urn:microsoft.com/office/officeart/2008/layout/LinedList"/>
    <dgm:cxn modelId="{E827B889-DC11-43D0-A091-FC8BB3381FE0}" type="presParOf" srcId="{9F2EE686-7992-425F-B5A4-BB0704E2DAEB}" destId="{2EC6546D-7B5C-4EC7-BCEF-5F622841CDDD}" srcOrd="0" destOrd="0" presId="urn:microsoft.com/office/officeart/2008/layout/LinedList"/>
    <dgm:cxn modelId="{7884E003-2F3E-46F4-BB4B-98EC72A31ECF}" type="presParOf" srcId="{9F2EE686-7992-425F-B5A4-BB0704E2DAEB}" destId="{7277C067-726E-412A-AE50-0D024C74BEB4}" srcOrd="1" destOrd="0" presId="urn:microsoft.com/office/officeart/2008/layout/LinedList"/>
    <dgm:cxn modelId="{E98FD676-E61D-48FB-A72A-44CD124C546A}" type="presParOf" srcId="{6973D8EB-42A6-4733-A39D-090BF99E06F5}" destId="{8D255916-FBC6-4CA6-8F91-1B5CA6E93DF0}" srcOrd="4" destOrd="0" presId="urn:microsoft.com/office/officeart/2008/layout/LinedList"/>
    <dgm:cxn modelId="{D2930964-F518-4799-89FE-DB28F4D3E453}" type="presParOf" srcId="{6973D8EB-42A6-4733-A39D-090BF99E06F5}" destId="{311318E4-743E-411D-89B0-8430688B4F1C}" srcOrd="5" destOrd="0" presId="urn:microsoft.com/office/officeart/2008/layout/LinedList"/>
    <dgm:cxn modelId="{A24F945E-93F2-46A9-903C-059431DDB233}" type="presParOf" srcId="{311318E4-743E-411D-89B0-8430688B4F1C}" destId="{5D3098D6-8CEE-42B5-9FA4-4641ED85FB86}" srcOrd="0" destOrd="0" presId="urn:microsoft.com/office/officeart/2008/layout/LinedList"/>
    <dgm:cxn modelId="{ACDC3FBA-A352-4A5B-BFAA-E24C2698E799}" type="presParOf" srcId="{311318E4-743E-411D-89B0-8430688B4F1C}" destId="{072A8B29-5787-4641-9B3C-DDDF60C68F24}" srcOrd="1" destOrd="0" presId="urn:microsoft.com/office/officeart/2008/layout/LinedList"/>
    <dgm:cxn modelId="{FDCF35B3-08D9-4E17-B71F-A0F829925795}" type="presParOf" srcId="{6973D8EB-42A6-4733-A39D-090BF99E06F5}" destId="{AFB61262-4D96-4BD3-8929-D553AD4D447F}" srcOrd="6" destOrd="0" presId="urn:microsoft.com/office/officeart/2008/layout/LinedList"/>
    <dgm:cxn modelId="{52EA9E02-9C72-4E9C-B343-ADB796BF375F}" type="presParOf" srcId="{6973D8EB-42A6-4733-A39D-090BF99E06F5}" destId="{91EB2795-6064-4592-8262-F38419AC9E5F}" srcOrd="7" destOrd="0" presId="urn:microsoft.com/office/officeart/2008/layout/LinedList"/>
    <dgm:cxn modelId="{BE416B10-C99D-46B8-983C-175FCB1C249D}" type="presParOf" srcId="{91EB2795-6064-4592-8262-F38419AC9E5F}" destId="{00A2D828-57A0-470A-BA0A-BBFAD06C8E4F}" srcOrd="0" destOrd="0" presId="urn:microsoft.com/office/officeart/2008/layout/LinedList"/>
    <dgm:cxn modelId="{9C474980-A3F0-4D3D-9525-1156EC1424C2}" type="presParOf" srcId="{91EB2795-6064-4592-8262-F38419AC9E5F}" destId="{3B2664C9-75B0-4500-9ED1-CC55227681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2D7860-2A1E-47B4-934D-52D8AB37D94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299936-7243-4ABF-A407-D313E522B98D}">
      <dgm:prSet custT="1"/>
      <dgm:spPr/>
      <dgm:t>
        <a:bodyPr/>
        <a:lstStyle/>
        <a:p>
          <a:r>
            <a:rPr lang="en-US" sz="4800" b="1" dirty="0"/>
            <a:t>109</a:t>
          </a:r>
        </a:p>
      </dgm:t>
    </dgm:pt>
    <dgm:pt modelId="{BCED5F94-1D45-47A9-AE9E-D6123485E76B}" type="parTrans" cxnId="{9E40360C-4D10-427A-9D9F-94006DB154E9}">
      <dgm:prSet/>
      <dgm:spPr/>
      <dgm:t>
        <a:bodyPr/>
        <a:lstStyle/>
        <a:p>
          <a:endParaRPr lang="en-US"/>
        </a:p>
      </dgm:t>
    </dgm:pt>
    <dgm:pt modelId="{AAAE0D62-B3CF-4069-BDA1-98810ED6BAE2}" type="sibTrans" cxnId="{9E40360C-4D10-427A-9D9F-94006DB154E9}">
      <dgm:prSet/>
      <dgm:spPr/>
      <dgm:t>
        <a:bodyPr/>
        <a:lstStyle/>
        <a:p>
          <a:endParaRPr lang="en-US"/>
        </a:p>
      </dgm:t>
    </dgm:pt>
    <dgm:pt modelId="{96491045-5B7A-4663-9712-13C7245F22F1}">
      <dgm:prSet custT="1"/>
      <dgm:spPr/>
      <dgm:t>
        <a:bodyPr/>
        <a:lstStyle/>
        <a:p>
          <a:r>
            <a:rPr lang="en-US" sz="4800" b="1" dirty="0"/>
            <a:t>45</a:t>
          </a:r>
        </a:p>
      </dgm:t>
    </dgm:pt>
    <dgm:pt modelId="{C6574E91-C6A3-4E6E-8455-D692D42ECB4B}" type="parTrans" cxnId="{468028A0-DA01-49D3-A434-39662C6A0197}">
      <dgm:prSet/>
      <dgm:spPr/>
      <dgm:t>
        <a:bodyPr/>
        <a:lstStyle/>
        <a:p>
          <a:endParaRPr lang="en-US"/>
        </a:p>
      </dgm:t>
    </dgm:pt>
    <dgm:pt modelId="{327492DD-FFA9-41AA-9F6D-A9C872A86F86}" type="sibTrans" cxnId="{468028A0-DA01-49D3-A434-39662C6A0197}">
      <dgm:prSet/>
      <dgm:spPr/>
      <dgm:t>
        <a:bodyPr/>
        <a:lstStyle/>
        <a:p>
          <a:endParaRPr lang="en-US"/>
        </a:p>
      </dgm:t>
    </dgm:pt>
    <dgm:pt modelId="{6FA0F4DF-0F88-4948-9945-1A0AB22D3F88}">
      <dgm:prSet custT="1"/>
      <dgm:spPr/>
      <dgm:t>
        <a:bodyPr/>
        <a:lstStyle/>
        <a:p>
          <a:r>
            <a:rPr lang="en-US" sz="4800" b="1" dirty="0"/>
            <a:t>52</a:t>
          </a:r>
        </a:p>
      </dgm:t>
    </dgm:pt>
    <dgm:pt modelId="{98E33B81-9C51-4AA9-A44C-9954E03B8F4F}" type="parTrans" cxnId="{1015B4B7-A145-4BCC-9BE2-09A7511A65AF}">
      <dgm:prSet/>
      <dgm:spPr/>
      <dgm:t>
        <a:bodyPr/>
        <a:lstStyle/>
        <a:p>
          <a:endParaRPr lang="en-US"/>
        </a:p>
      </dgm:t>
    </dgm:pt>
    <dgm:pt modelId="{C25C58A4-1FDB-4A24-8A97-834A6E66C85E}" type="sibTrans" cxnId="{1015B4B7-A145-4BCC-9BE2-09A7511A65AF}">
      <dgm:prSet/>
      <dgm:spPr/>
      <dgm:t>
        <a:bodyPr/>
        <a:lstStyle/>
        <a:p>
          <a:endParaRPr lang="en-US"/>
        </a:p>
      </dgm:t>
    </dgm:pt>
    <dgm:pt modelId="{801FFA14-C8F4-492A-A3F2-2F41596033DF}" type="pres">
      <dgm:prSet presAssocID="{FC2D7860-2A1E-47B4-934D-52D8AB37D94C}" presName="root" presStyleCnt="0">
        <dgm:presLayoutVars>
          <dgm:dir/>
          <dgm:resizeHandles val="exact"/>
        </dgm:presLayoutVars>
      </dgm:prSet>
      <dgm:spPr/>
    </dgm:pt>
    <dgm:pt modelId="{6F70ECEA-3F06-46DE-B92E-E7B38F8448A4}" type="pres">
      <dgm:prSet presAssocID="{7A299936-7243-4ABF-A407-D313E522B98D}" presName="compNode" presStyleCnt="0"/>
      <dgm:spPr/>
    </dgm:pt>
    <dgm:pt modelId="{5BB1D1CB-8CDF-4EF4-AA9B-994CBC629507}" type="pres">
      <dgm:prSet presAssocID="{7A299936-7243-4ABF-A407-D313E522B9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5F02EBC1-119F-4506-AA53-8D7C3D9B4B89}" type="pres">
      <dgm:prSet presAssocID="{7A299936-7243-4ABF-A407-D313E522B98D}" presName="spaceRect" presStyleCnt="0"/>
      <dgm:spPr/>
    </dgm:pt>
    <dgm:pt modelId="{BB747B64-9631-4BCD-B2AA-82C7C08C6D5F}" type="pres">
      <dgm:prSet presAssocID="{7A299936-7243-4ABF-A407-D313E522B98D}" presName="textRect" presStyleLbl="revTx" presStyleIdx="0" presStyleCnt="3">
        <dgm:presLayoutVars>
          <dgm:chMax val="1"/>
          <dgm:chPref val="1"/>
        </dgm:presLayoutVars>
      </dgm:prSet>
      <dgm:spPr/>
    </dgm:pt>
    <dgm:pt modelId="{242D02B5-C87A-41E1-BA1C-241EFFA33427}" type="pres">
      <dgm:prSet presAssocID="{AAAE0D62-B3CF-4069-BDA1-98810ED6BAE2}" presName="sibTrans" presStyleCnt="0"/>
      <dgm:spPr/>
    </dgm:pt>
    <dgm:pt modelId="{DE38D6CC-A7D1-4DE5-BB1D-F76B1A1F0195}" type="pres">
      <dgm:prSet presAssocID="{96491045-5B7A-4663-9712-13C7245F22F1}" presName="compNode" presStyleCnt="0"/>
      <dgm:spPr/>
    </dgm:pt>
    <dgm:pt modelId="{484CF765-1754-4892-8DCE-D477DF29538F}" type="pres">
      <dgm:prSet presAssocID="{96491045-5B7A-4663-9712-13C7245F22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FD0DE17-C804-4141-8E5E-B19E27FD773D}" type="pres">
      <dgm:prSet presAssocID="{96491045-5B7A-4663-9712-13C7245F22F1}" presName="spaceRect" presStyleCnt="0"/>
      <dgm:spPr/>
    </dgm:pt>
    <dgm:pt modelId="{89DE0BF0-694F-4496-B5E2-EBBE2410387A}" type="pres">
      <dgm:prSet presAssocID="{96491045-5B7A-4663-9712-13C7245F22F1}" presName="textRect" presStyleLbl="revTx" presStyleIdx="1" presStyleCnt="3">
        <dgm:presLayoutVars>
          <dgm:chMax val="1"/>
          <dgm:chPref val="1"/>
        </dgm:presLayoutVars>
      </dgm:prSet>
      <dgm:spPr/>
    </dgm:pt>
    <dgm:pt modelId="{2AEAA18C-3BFF-493B-8FF3-FA8E9A169AE4}" type="pres">
      <dgm:prSet presAssocID="{327492DD-FFA9-41AA-9F6D-A9C872A86F86}" presName="sibTrans" presStyleCnt="0"/>
      <dgm:spPr/>
    </dgm:pt>
    <dgm:pt modelId="{7E00BBDF-1EF5-4C53-958F-95BE9B289331}" type="pres">
      <dgm:prSet presAssocID="{6FA0F4DF-0F88-4948-9945-1A0AB22D3F88}" presName="compNode" presStyleCnt="0"/>
      <dgm:spPr/>
    </dgm:pt>
    <dgm:pt modelId="{3B628A05-D196-4896-9C32-BC7C866BA2C0}" type="pres">
      <dgm:prSet presAssocID="{6FA0F4DF-0F88-4948-9945-1A0AB22D3F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60B6F17A-FD39-4B09-8F7D-D026799A159E}" type="pres">
      <dgm:prSet presAssocID="{6FA0F4DF-0F88-4948-9945-1A0AB22D3F88}" presName="spaceRect" presStyleCnt="0"/>
      <dgm:spPr/>
    </dgm:pt>
    <dgm:pt modelId="{C5315212-E034-46B0-BDC1-4758C79000A1}" type="pres">
      <dgm:prSet presAssocID="{6FA0F4DF-0F88-4948-9945-1A0AB22D3F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1579202-6ABC-44CF-AA78-20D489D2E251}" type="presOf" srcId="{FC2D7860-2A1E-47B4-934D-52D8AB37D94C}" destId="{801FFA14-C8F4-492A-A3F2-2F41596033DF}" srcOrd="0" destOrd="0" presId="urn:microsoft.com/office/officeart/2018/2/layout/IconLabelList"/>
    <dgm:cxn modelId="{9E40360C-4D10-427A-9D9F-94006DB154E9}" srcId="{FC2D7860-2A1E-47B4-934D-52D8AB37D94C}" destId="{7A299936-7243-4ABF-A407-D313E522B98D}" srcOrd="0" destOrd="0" parTransId="{BCED5F94-1D45-47A9-AE9E-D6123485E76B}" sibTransId="{AAAE0D62-B3CF-4069-BDA1-98810ED6BAE2}"/>
    <dgm:cxn modelId="{52795848-0449-4D2E-A2C1-DB23E1FFDD0D}" type="presOf" srcId="{7A299936-7243-4ABF-A407-D313E522B98D}" destId="{BB747B64-9631-4BCD-B2AA-82C7C08C6D5F}" srcOrd="0" destOrd="0" presId="urn:microsoft.com/office/officeart/2018/2/layout/IconLabelList"/>
    <dgm:cxn modelId="{468028A0-DA01-49D3-A434-39662C6A0197}" srcId="{FC2D7860-2A1E-47B4-934D-52D8AB37D94C}" destId="{96491045-5B7A-4663-9712-13C7245F22F1}" srcOrd="1" destOrd="0" parTransId="{C6574E91-C6A3-4E6E-8455-D692D42ECB4B}" sibTransId="{327492DD-FFA9-41AA-9F6D-A9C872A86F86}"/>
    <dgm:cxn modelId="{F7A724B3-6A9C-4A75-A5F8-10883642819E}" type="presOf" srcId="{96491045-5B7A-4663-9712-13C7245F22F1}" destId="{89DE0BF0-694F-4496-B5E2-EBBE2410387A}" srcOrd="0" destOrd="0" presId="urn:microsoft.com/office/officeart/2018/2/layout/IconLabelList"/>
    <dgm:cxn modelId="{1015B4B7-A145-4BCC-9BE2-09A7511A65AF}" srcId="{FC2D7860-2A1E-47B4-934D-52D8AB37D94C}" destId="{6FA0F4DF-0F88-4948-9945-1A0AB22D3F88}" srcOrd="2" destOrd="0" parTransId="{98E33B81-9C51-4AA9-A44C-9954E03B8F4F}" sibTransId="{C25C58A4-1FDB-4A24-8A97-834A6E66C85E}"/>
    <dgm:cxn modelId="{F60FAEE5-7C53-47F3-9D57-59E6C9AF9FE1}" type="presOf" srcId="{6FA0F4DF-0F88-4948-9945-1A0AB22D3F88}" destId="{C5315212-E034-46B0-BDC1-4758C79000A1}" srcOrd="0" destOrd="0" presId="urn:microsoft.com/office/officeart/2018/2/layout/IconLabelList"/>
    <dgm:cxn modelId="{B045CECA-7893-452B-ADD7-CFF497669009}" type="presParOf" srcId="{801FFA14-C8F4-492A-A3F2-2F41596033DF}" destId="{6F70ECEA-3F06-46DE-B92E-E7B38F8448A4}" srcOrd="0" destOrd="0" presId="urn:microsoft.com/office/officeart/2018/2/layout/IconLabelList"/>
    <dgm:cxn modelId="{D64E2F18-F378-4388-B3AE-6D0C5A389732}" type="presParOf" srcId="{6F70ECEA-3F06-46DE-B92E-E7B38F8448A4}" destId="{5BB1D1CB-8CDF-4EF4-AA9B-994CBC629507}" srcOrd="0" destOrd="0" presId="urn:microsoft.com/office/officeart/2018/2/layout/IconLabelList"/>
    <dgm:cxn modelId="{C8D0B0E8-30B7-4C0E-9698-CD1F174AE7F4}" type="presParOf" srcId="{6F70ECEA-3F06-46DE-B92E-E7B38F8448A4}" destId="{5F02EBC1-119F-4506-AA53-8D7C3D9B4B89}" srcOrd="1" destOrd="0" presId="urn:microsoft.com/office/officeart/2018/2/layout/IconLabelList"/>
    <dgm:cxn modelId="{B1DA2F0F-17E5-4849-8D76-56051AADC8BD}" type="presParOf" srcId="{6F70ECEA-3F06-46DE-B92E-E7B38F8448A4}" destId="{BB747B64-9631-4BCD-B2AA-82C7C08C6D5F}" srcOrd="2" destOrd="0" presId="urn:microsoft.com/office/officeart/2018/2/layout/IconLabelList"/>
    <dgm:cxn modelId="{B650D6B5-ACE2-4D4D-B916-E2DF44D1B5B7}" type="presParOf" srcId="{801FFA14-C8F4-492A-A3F2-2F41596033DF}" destId="{242D02B5-C87A-41E1-BA1C-241EFFA33427}" srcOrd="1" destOrd="0" presId="urn:microsoft.com/office/officeart/2018/2/layout/IconLabelList"/>
    <dgm:cxn modelId="{730C78B5-787A-4070-8D74-932930FECCC3}" type="presParOf" srcId="{801FFA14-C8F4-492A-A3F2-2F41596033DF}" destId="{DE38D6CC-A7D1-4DE5-BB1D-F76B1A1F0195}" srcOrd="2" destOrd="0" presId="urn:microsoft.com/office/officeart/2018/2/layout/IconLabelList"/>
    <dgm:cxn modelId="{C48C7BD0-D83B-4EE8-B3C2-DD0707C43BA0}" type="presParOf" srcId="{DE38D6CC-A7D1-4DE5-BB1D-F76B1A1F0195}" destId="{484CF765-1754-4892-8DCE-D477DF29538F}" srcOrd="0" destOrd="0" presId="urn:microsoft.com/office/officeart/2018/2/layout/IconLabelList"/>
    <dgm:cxn modelId="{E3111D10-3078-433F-B137-25C9E2464868}" type="presParOf" srcId="{DE38D6CC-A7D1-4DE5-BB1D-F76B1A1F0195}" destId="{3FD0DE17-C804-4141-8E5E-B19E27FD773D}" srcOrd="1" destOrd="0" presId="urn:microsoft.com/office/officeart/2018/2/layout/IconLabelList"/>
    <dgm:cxn modelId="{F779E9B5-964A-413D-B6F5-D412C4056477}" type="presParOf" srcId="{DE38D6CC-A7D1-4DE5-BB1D-F76B1A1F0195}" destId="{89DE0BF0-694F-4496-B5E2-EBBE2410387A}" srcOrd="2" destOrd="0" presId="urn:microsoft.com/office/officeart/2018/2/layout/IconLabelList"/>
    <dgm:cxn modelId="{2B246A42-996F-445D-8374-6AE52DB71B0C}" type="presParOf" srcId="{801FFA14-C8F4-492A-A3F2-2F41596033DF}" destId="{2AEAA18C-3BFF-493B-8FF3-FA8E9A169AE4}" srcOrd="3" destOrd="0" presId="urn:microsoft.com/office/officeart/2018/2/layout/IconLabelList"/>
    <dgm:cxn modelId="{DC5F4816-4D81-4700-BBDE-C1B144519E90}" type="presParOf" srcId="{801FFA14-C8F4-492A-A3F2-2F41596033DF}" destId="{7E00BBDF-1EF5-4C53-958F-95BE9B289331}" srcOrd="4" destOrd="0" presId="urn:microsoft.com/office/officeart/2018/2/layout/IconLabelList"/>
    <dgm:cxn modelId="{7D4D22E8-CB47-4BB7-A54F-9C2853940D27}" type="presParOf" srcId="{7E00BBDF-1EF5-4C53-958F-95BE9B289331}" destId="{3B628A05-D196-4896-9C32-BC7C866BA2C0}" srcOrd="0" destOrd="0" presId="urn:microsoft.com/office/officeart/2018/2/layout/IconLabelList"/>
    <dgm:cxn modelId="{48E2BDBC-92F7-4D39-90F1-643F0528583C}" type="presParOf" srcId="{7E00BBDF-1EF5-4C53-958F-95BE9B289331}" destId="{60B6F17A-FD39-4B09-8F7D-D026799A159E}" srcOrd="1" destOrd="0" presId="urn:microsoft.com/office/officeart/2018/2/layout/IconLabelList"/>
    <dgm:cxn modelId="{0070509F-A29D-49E3-9CFE-9F62B2635691}" type="presParOf" srcId="{7E00BBDF-1EF5-4C53-958F-95BE9B289331}" destId="{C5315212-E034-46B0-BDC1-4758C79000A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B90F5B-715E-4142-97CB-4AADE41F0312}">
      <dsp:nvSpPr>
        <dsp:cNvPr id="0" name=""/>
        <dsp:cNvSpPr/>
      </dsp:nvSpPr>
      <dsp:spPr>
        <a:xfrm>
          <a:off x="0" y="665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DC3AF-1C35-4517-8EC2-8DF4241BD696}">
      <dsp:nvSpPr>
        <dsp:cNvPr id="0" name=""/>
        <dsp:cNvSpPr/>
      </dsp:nvSpPr>
      <dsp:spPr>
        <a:xfrm>
          <a:off x="0" y="665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Brief history of Observability</a:t>
          </a:r>
          <a:endParaRPr lang="en-US" sz="3000" kern="1200" dirty="0"/>
        </a:p>
      </dsp:txBody>
      <dsp:txXfrm>
        <a:off x="0" y="665"/>
        <a:ext cx="6290226" cy="1089282"/>
      </dsp:txXfrm>
    </dsp:sp>
    <dsp:sp modelId="{7A691CC7-FF6F-4EFE-B156-5019054335A1}">
      <dsp:nvSpPr>
        <dsp:cNvPr id="0" name=""/>
        <dsp:cNvSpPr/>
      </dsp:nvSpPr>
      <dsp:spPr>
        <a:xfrm>
          <a:off x="0" y="1089948"/>
          <a:ext cx="629022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0EB12-94B8-4623-9406-48E0F779B16A}">
      <dsp:nvSpPr>
        <dsp:cNvPr id="0" name=""/>
        <dsp:cNvSpPr/>
      </dsp:nvSpPr>
      <dsp:spPr>
        <a:xfrm>
          <a:off x="0" y="1089948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Enter OpenTelemetry</a:t>
          </a:r>
          <a:endParaRPr lang="en-US" sz="3000" kern="1200" dirty="0"/>
        </a:p>
      </dsp:txBody>
      <dsp:txXfrm>
        <a:off x="0" y="1089948"/>
        <a:ext cx="6290226" cy="1089282"/>
      </dsp:txXfrm>
    </dsp:sp>
    <dsp:sp modelId="{358E4802-D229-4BE5-AF02-946000C87E3D}">
      <dsp:nvSpPr>
        <dsp:cNvPr id="0" name=""/>
        <dsp:cNvSpPr/>
      </dsp:nvSpPr>
      <dsp:spPr>
        <a:xfrm>
          <a:off x="0" y="2179231"/>
          <a:ext cx="62902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74B43-33D0-49C4-848B-A0553E6A5396}">
      <dsp:nvSpPr>
        <dsp:cNvPr id="0" name=""/>
        <dsp:cNvSpPr/>
      </dsp:nvSpPr>
      <dsp:spPr>
        <a:xfrm>
          <a:off x="0" y="2179231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OpenTelemetry core concepts</a:t>
          </a:r>
          <a:endParaRPr lang="en-US" sz="3000" kern="1200" dirty="0"/>
        </a:p>
      </dsp:txBody>
      <dsp:txXfrm>
        <a:off x="0" y="2179231"/>
        <a:ext cx="6290226" cy="1089282"/>
      </dsp:txXfrm>
    </dsp:sp>
    <dsp:sp modelId="{0E989A56-70EA-42B8-A841-B765129A7378}">
      <dsp:nvSpPr>
        <dsp:cNvPr id="0" name=""/>
        <dsp:cNvSpPr/>
      </dsp:nvSpPr>
      <dsp:spPr>
        <a:xfrm>
          <a:off x="0" y="3268513"/>
          <a:ext cx="629022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45C5B-5E96-4F17-BFC5-1E5DD0F6EF81}">
      <dsp:nvSpPr>
        <dsp:cNvPr id="0" name=""/>
        <dsp:cNvSpPr/>
      </dsp:nvSpPr>
      <dsp:spPr>
        <a:xfrm>
          <a:off x="0" y="3268513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OpenTelemetry ecosystem</a:t>
          </a:r>
          <a:endParaRPr lang="en-US" sz="3000" kern="1200" dirty="0"/>
        </a:p>
      </dsp:txBody>
      <dsp:txXfrm>
        <a:off x="0" y="3268513"/>
        <a:ext cx="6290226" cy="1089282"/>
      </dsp:txXfrm>
    </dsp:sp>
    <dsp:sp modelId="{4CF54904-E796-4E4F-9110-705228BCFB95}">
      <dsp:nvSpPr>
        <dsp:cNvPr id="0" name=""/>
        <dsp:cNvSpPr/>
      </dsp:nvSpPr>
      <dsp:spPr>
        <a:xfrm>
          <a:off x="0" y="4357796"/>
          <a:ext cx="629022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2E524-F85C-486B-B9D1-BD5A08406D68}">
      <dsp:nvSpPr>
        <dsp:cNvPr id="0" name=""/>
        <dsp:cNvSpPr/>
      </dsp:nvSpPr>
      <dsp:spPr>
        <a:xfrm>
          <a:off x="0" y="4357796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Good practices, pitfalls and other tidbits</a:t>
          </a:r>
        </a:p>
      </dsp:txBody>
      <dsp:txXfrm>
        <a:off x="0" y="4357796"/>
        <a:ext cx="6290226" cy="10892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A74E8-C6DD-493C-A8CB-DACC53A4C28B}">
      <dsp:nvSpPr>
        <dsp:cNvPr id="0" name=""/>
        <dsp:cNvSpPr/>
      </dsp:nvSpPr>
      <dsp:spPr>
        <a:xfrm>
          <a:off x="0" y="0"/>
          <a:ext cx="108204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1DB93-2559-4088-85A8-BE7E92F580F8}">
      <dsp:nvSpPr>
        <dsp:cNvPr id="0" name=""/>
        <dsp:cNvSpPr/>
      </dsp:nvSpPr>
      <dsp:spPr>
        <a:xfrm>
          <a:off x="0" y="0"/>
          <a:ext cx="10820400" cy="835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Merge of OpenTracing and OpenCensus</a:t>
          </a:r>
          <a:endParaRPr lang="en-US" sz="2300" kern="1200" dirty="0"/>
        </a:p>
      </dsp:txBody>
      <dsp:txXfrm>
        <a:off x="0" y="0"/>
        <a:ext cx="10820400" cy="835024"/>
      </dsp:txXfrm>
    </dsp:sp>
    <dsp:sp modelId="{88D8FDC1-405F-40A2-B398-4667DE4D6247}">
      <dsp:nvSpPr>
        <dsp:cNvPr id="0" name=""/>
        <dsp:cNvSpPr/>
      </dsp:nvSpPr>
      <dsp:spPr>
        <a:xfrm>
          <a:off x="0" y="835025"/>
          <a:ext cx="10820400" cy="0"/>
        </a:xfrm>
        <a:prstGeom prst="line">
          <a:avLst/>
        </a:prstGeom>
        <a:solidFill>
          <a:schemeClr val="accent5">
            <a:hueOff val="775848"/>
            <a:satOff val="2585"/>
            <a:lumOff val="2941"/>
            <a:alphaOff val="0"/>
          </a:schemeClr>
        </a:solidFill>
        <a:ln w="12700" cap="flat" cmpd="sng" algn="ctr">
          <a:solidFill>
            <a:schemeClr val="accent5">
              <a:hueOff val="775848"/>
              <a:satOff val="2585"/>
              <a:lumOff val="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6546D-7B5C-4EC7-BCEF-5F622841CDDD}">
      <dsp:nvSpPr>
        <dsp:cNvPr id="0" name=""/>
        <dsp:cNvSpPr/>
      </dsp:nvSpPr>
      <dsp:spPr>
        <a:xfrm>
          <a:off x="0" y="835024"/>
          <a:ext cx="10820400" cy="835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Accepted to CNCF in 2019</a:t>
          </a:r>
          <a:endParaRPr lang="en-US" sz="2300" kern="1200"/>
        </a:p>
      </dsp:txBody>
      <dsp:txXfrm>
        <a:off x="0" y="835024"/>
        <a:ext cx="10820400" cy="835024"/>
      </dsp:txXfrm>
    </dsp:sp>
    <dsp:sp modelId="{8D255916-FBC6-4CA6-8F91-1B5CA6E93DF0}">
      <dsp:nvSpPr>
        <dsp:cNvPr id="0" name=""/>
        <dsp:cNvSpPr/>
      </dsp:nvSpPr>
      <dsp:spPr>
        <a:xfrm>
          <a:off x="0" y="1670050"/>
          <a:ext cx="10820400" cy="0"/>
        </a:xfrm>
        <a:prstGeom prst="line">
          <a:avLst/>
        </a:prstGeom>
        <a:solidFill>
          <a:schemeClr val="accent5">
            <a:hueOff val="1551697"/>
            <a:satOff val="5170"/>
            <a:lumOff val="5882"/>
            <a:alphaOff val="0"/>
          </a:schemeClr>
        </a:solidFill>
        <a:ln w="12700" cap="flat" cmpd="sng" algn="ctr">
          <a:solidFill>
            <a:schemeClr val="accent5">
              <a:hueOff val="1551697"/>
              <a:satOff val="5170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098D6-8CEE-42B5-9FA4-4641ED85FB86}">
      <dsp:nvSpPr>
        <dsp:cNvPr id="0" name=""/>
        <dsp:cNvSpPr/>
      </dsp:nvSpPr>
      <dsp:spPr>
        <a:xfrm>
          <a:off x="0" y="1670049"/>
          <a:ext cx="10820400" cy="835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Framework and toolkit for generation, collection and exporting of telemetry data</a:t>
          </a:r>
          <a:endParaRPr lang="en-US" sz="2300" kern="1200" dirty="0"/>
        </a:p>
      </dsp:txBody>
      <dsp:txXfrm>
        <a:off x="0" y="1670049"/>
        <a:ext cx="10820400" cy="835024"/>
      </dsp:txXfrm>
    </dsp:sp>
    <dsp:sp modelId="{AFB61262-4D96-4BD3-8929-D553AD4D447F}">
      <dsp:nvSpPr>
        <dsp:cNvPr id="0" name=""/>
        <dsp:cNvSpPr/>
      </dsp:nvSpPr>
      <dsp:spPr>
        <a:xfrm>
          <a:off x="0" y="2505074"/>
          <a:ext cx="10820400" cy="0"/>
        </a:xfrm>
        <a:prstGeom prst="line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accent5">
              <a:hueOff val="2327545"/>
              <a:satOff val="7755"/>
              <a:lumOff val="8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2D828-57A0-470A-BA0A-BBFAD06C8E4F}">
      <dsp:nvSpPr>
        <dsp:cNvPr id="0" name=""/>
        <dsp:cNvSpPr/>
      </dsp:nvSpPr>
      <dsp:spPr>
        <a:xfrm>
          <a:off x="0" y="2505074"/>
          <a:ext cx="10820400" cy="835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No </a:t>
          </a:r>
          <a:r>
            <a:rPr lang="en-US" sz="2300" kern="1200" dirty="0"/>
            <a:t>backend (storage) and frontend (visualization) components by design</a:t>
          </a:r>
        </a:p>
      </dsp:txBody>
      <dsp:txXfrm>
        <a:off x="0" y="2505074"/>
        <a:ext cx="10820400" cy="8350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1D1CB-8CDF-4EF4-AA9B-994CBC629507}">
      <dsp:nvSpPr>
        <dsp:cNvPr id="0" name=""/>
        <dsp:cNvSpPr/>
      </dsp:nvSpPr>
      <dsp:spPr>
        <a:xfrm>
          <a:off x="916987" y="491891"/>
          <a:ext cx="1444246" cy="14442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47B64-9631-4BCD-B2AA-82C7C08C6D5F}">
      <dsp:nvSpPr>
        <dsp:cNvPr id="0" name=""/>
        <dsp:cNvSpPr/>
      </dsp:nvSpPr>
      <dsp:spPr>
        <a:xfrm>
          <a:off x="34392" y="2318170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109</a:t>
          </a:r>
        </a:p>
      </dsp:txBody>
      <dsp:txXfrm>
        <a:off x="34392" y="2318170"/>
        <a:ext cx="3209437" cy="720000"/>
      </dsp:txXfrm>
    </dsp:sp>
    <dsp:sp modelId="{484CF765-1754-4892-8DCE-D477DF29538F}">
      <dsp:nvSpPr>
        <dsp:cNvPr id="0" name=""/>
        <dsp:cNvSpPr/>
      </dsp:nvSpPr>
      <dsp:spPr>
        <a:xfrm>
          <a:off x="4688076" y="491891"/>
          <a:ext cx="1444246" cy="14442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E0BF0-694F-4496-B5E2-EBBE2410387A}">
      <dsp:nvSpPr>
        <dsp:cNvPr id="0" name=""/>
        <dsp:cNvSpPr/>
      </dsp:nvSpPr>
      <dsp:spPr>
        <a:xfrm>
          <a:off x="3805481" y="2318170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45</a:t>
          </a:r>
        </a:p>
      </dsp:txBody>
      <dsp:txXfrm>
        <a:off x="3805481" y="2318170"/>
        <a:ext cx="3209437" cy="720000"/>
      </dsp:txXfrm>
    </dsp:sp>
    <dsp:sp modelId="{3B628A05-D196-4896-9C32-BC7C866BA2C0}">
      <dsp:nvSpPr>
        <dsp:cNvPr id="0" name=""/>
        <dsp:cNvSpPr/>
      </dsp:nvSpPr>
      <dsp:spPr>
        <a:xfrm>
          <a:off x="8459165" y="491891"/>
          <a:ext cx="1444246" cy="14442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315212-E034-46B0-BDC1-4758C79000A1}">
      <dsp:nvSpPr>
        <dsp:cNvPr id="0" name=""/>
        <dsp:cNvSpPr/>
      </dsp:nvSpPr>
      <dsp:spPr>
        <a:xfrm>
          <a:off x="7576570" y="2318170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52</a:t>
          </a:r>
        </a:p>
      </dsp:txBody>
      <dsp:txXfrm>
        <a:off x="7576570" y="2318170"/>
        <a:ext cx="320943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V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DED3E-9761-BC41-8125-9996BE550CE3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V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9C8C1-958F-7444-BC15-3E82D849B88C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80411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telemetry.io/docs/concepts/signals/metrics/" TargetMode="External"/><Relationship Id="rId3" Type="http://schemas.openxmlformats.org/officeDocument/2006/relationships/hyperlink" Target="https://opentelemetry.io/docs/concepts/observability-primer/#what-is-observability" TargetMode="External"/><Relationship Id="rId7" Type="http://schemas.openxmlformats.org/officeDocument/2006/relationships/hyperlink" Target="https://opentelemetry.io/docs/concepts/signals/traces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opentelemetry.io/docs/concepts/signals/" TargetMode="External"/><Relationship Id="rId5" Type="http://schemas.openxmlformats.org/officeDocument/2006/relationships/hyperlink" Target="https://opentelemetry.io/docs/concepts/components/#collector" TargetMode="External"/><Relationship Id="rId4" Type="http://schemas.openxmlformats.org/officeDocument/2006/relationships/hyperlink" Target="https://opentelemetry.io/docs/concepts/instrumentation" TargetMode="External"/><Relationship Id="rId9" Type="http://schemas.openxmlformats.org/officeDocument/2006/relationships/hyperlink" Target="https://opentelemetry.io/docs/concepts/signals/logs/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2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294177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4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605595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4112-C729-7C92-F80D-897D3DC60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A7C75-F27F-C08B-69DE-67D58EA2E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54579-5462-FE27-E900-C47876A73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180EE-30FC-467E-1157-02F9A5AFE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5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823082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1280-156A-60F1-4C1D-C006708E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C0F51-06F0-27A9-3686-DC201A745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4D3EE-E663-5F60-46E1-57A775B21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5825-7A72-CCCB-3DA5-AC9EF483A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6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78748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Logs:</a:t>
            </a:r>
            <a:br>
              <a:rPr lang="en-GB" dirty="0"/>
            </a:br>
            <a:r>
              <a:rPr lang="en-GB" dirty="0"/>
              <a:t>Logging started with simple text files in the </a:t>
            </a:r>
            <a:r>
              <a:rPr lang="en-GB" b="1" dirty="0"/>
              <a:t>1970s</a:t>
            </a:r>
            <a:r>
              <a:rPr lang="en-GB" dirty="0"/>
              <a:t>, evolving into the </a:t>
            </a:r>
            <a:r>
              <a:rPr lang="en-GB" b="1" dirty="0"/>
              <a:t>syslog protocol (1980)</a:t>
            </a:r>
            <a:r>
              <a:rPr lang="en-GB" dirty="0"/>
              <a:t>, which provided a standardized way to aggregate and manage logs. As systems grew more complex, </a:t>
            </a:r>
            <a:r>
              <a:rPr lang="en-GB" b="1" dirty="0"/>
              <a:t>structured logging</a:t>
            </a:r>
            <a:r>
              <a:rPr lang="en-GB" dirty="0"/>
              <a:t> became essential. Formats like </a:t>
            </a:r>
            <a:r>
              <a:rPr lang="en-GB" b="1" dirty="0"/>
              <a:t>JSON</a:t>
            </a:r>
            <a:r>
              <a:rPr lang="en-GB" dirty="0"/>
              <a:t> and </a:t>
            </a:r>
            <a:r>
              <a:rPr lang="en-GB" b="1" dirty="0" err="1"/>
              <a:t>logfmt</a:t>
            </a:r>
            <a:r>
              <a:rPr lang="en-GB" dirty="0"/>
              <a:t> allow logs to be easily parsed and </a:t>
            </a:r>
            <a:r>
              <a:rPr lang="en-GB" dirty="0" err="1"/>
              <a:t>analyzed</a:t>
            </a:r>
            <a:r>
              <a:rPr lang="en-GB" dirty="0"/>
              <a:t>, making them machine-readable while maintaining human readability. In cloud-native environments, structured logs are critical for scalability, with platforms like </a:t>
            </a:r>
            <a:r>
              <a:rPr lang="en-GB" b="1" dirty="0"/>
              <a:t>Elasticsearch, </a:t>
            </a:r>
            <a:r>
              <a:rPr lang="en-GB" b="1" dirty="0" err="1"/>
              <a:t>Fluentd</a:t>
            </a:r>
            <a:r>
              <a:rPr lang="en-GB" b="1" dirty="0"/>
              <a:t>, and Kibana (EFK stack)</a:t>
            </a:r>
            <a:r>
              <a:rPr lang="en-GB" dirty="0"/>
              <a:t> becoming popular for log aggregation and analysis.</a:t>
            </a:r>
          </a:p>
          <a:p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Metrics:</a:t>
            </a:r>
            <a:br>
              <a:rPr lang="en-GB" dirty="0"/>
            </a:br>
            <a:r>
              <a:rPr lang="en-GB" dirty="0"/>
              <a:t>Metrics have been around since the </a:t>
            </a:r>
            <a:r>
              <a:rPr lang="en-GB" b="1" dirty="0"/>
              <a:t>1980s</a:t>
            </a:r>
            <a:r>
              <a:rPr lang="en-GB" dirty="0"/>
              <a:t>, starting with basic system performance counters. Tools like </a:t>
            </a:r>
            <a:r>
              <a:rPr lang="en-GB" b="1" dirty="0"/>
              <a:t>SNMP (1988)</a:t>
            </a:r>
            <a:r>
              <a:rPr lang="en-GB" dirty="0"/>
              <a:t> enabled metric collection from network devices, while </a:t>
            </a:r>
            <a:r>
              <a:rPr lang="en-GB" b="1" dirty="0" err="1"/>
              <a:t>RRDTool</a:t>
            </a:r>
            <a:r>
              <a:rPr lang="en-GB" b="1" dirty="0"/>
              <a:t> (1999)</a:t>
            </a:r>
            <a:r>
              <a:rPr lang="en-GB" dirty="0"/>
              <a:t> and </a:t>
            </a:r>
            <a:r>
              <a:rPr lang="en-GB" b="1" dirty="0"/>
              <a:t>Ganglia (2000)</a:t>
            </a:r>
            <a:r>
              <a:rPr lang="en-GB" dirty="0"/>
              <a:t> facilitated time-series visualization. The introduction of </a:t>
            </a:r>
            <a:r>
              <a:rPr lang="en-GB" b="1" dirty="0"/>
              <a:t>Prometheus (2012)</a:t>
            </a:r>
            <a:r>
              <a:rPr lang="en-GB" dirty="0"/>
              <a:t> modernized metric collection with pull-based architecture, flexible querying (PromQL), and multidimensional labels, inspired by Google’s </a:t>
            </a:r>
            <a:r>
              <a:rPr lang="en-GB" dirty="0" err="1"/>
              <a:t>Borgmon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Traces:</a:t>
            </a:r>
            <a:br>
              <a:rPr lang="en-GB" dirty="0"/>
            </a:br>
            <a:r>
              <a:rPr lang="en-GB" b="1" dirty="0"/>
              <a:t>Distributed tracing</a:t>
            </a:r>
            <a:r>
              <a:rPr lang="en-GB" dirty="0"/>
              <a:t> emerged to address the complexity of microservices architectures. Google’s </a:t>
            </a:r>
            <a:r>
              <a:rPr lang="en-GB" b="1" dirty="0"/>
              <a:t>Dapper paper (2010)</a:t>
            </a:r>
            <a:r>
              <a:rPr lang="en-GB" dirty="0"/>
              <a:t> introduced tracing concepts to track requests across services, inspiring open-source tools like </a:t>
            </a:r>
            <a:r>
              <a:rPr lang="en-GB" b="1" dirty="0" err="1"/>
              <a:t>Zipkin</a:t>
            </a:r>
            <a:r>
              <a:rPr lang="en-GB" dirty="0"/>
              <a:t> and </a:t>
            </a:r>
            <a:r>
              <a:rPr lang="en-GB" b="1" dirty="0"/>
              <a:t>Jaeger</a:t>
            </a:r>
            <a:r>
              <a:rPr lang="en-GB" dirty="0"/>
              <a:t>. The creation of </a:t>
            </a:r>
            <a:r>
              <a:rPr lang="en-GB" b="1" dirty="0"/>
              <a:t>OpenTracing (2016)</a:t>
            </a:r>
            <a:r>
              <a:rPr lang="en-GB" dirty="0"/>
              <a:t> and later </a:t>
            </a:r>
            <a:r>
              <a:rPr lang="en-GB" b="1" dirty="0"/>
              <a:t>OpenTelemetry (2019)</a:t>
            </a:r>
            <a:r>
              <a:rPr lang="en-GB" dirty="0"/>
              <a:t> standardized tracing, integrating it with metrics and logs for comprehensive observability.</a:t>
            </a:r>
          </a:p>
          <a:p>
            <a:endParaRPr lang="en-LV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7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28573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B6FB-B04B-8E7B-73E1-151EE4A9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DD77C-0233-35E7-0E2D-0FD4F272B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4D15C-AD29-D074-861D-04AB806AB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Logs:</a:t>
            </a:r>
            <a:br>
              <a:rPr lang="en-GB" dirty="0"/>
            </a:br>
            <a:r>
              <a:rPr lang="en-GB" dirty="0"/>
              <a:t>Logging started with simple text files in the </a:t>
            </a:r>
            <a:r>
              <a:rPr lang="en-GB" b="1" dirty="0"/>
              <a:t>1970s</a:t>
            </a:r>
            <a:r>
              <a:rPr lang="en-GB" dirty="0"/>
              <a:t>, evolving into the </a:t>
            </a:r>
            <a:r>
              <a:rPr lang="en-GB" b="1" dirty="0"/>
              <a:t>syslog protocol (1980)</a:t>
            </a:r>
            <a:r>
              <a:rPr lang="en-GB" dirty="0"/>
              <a:t>, which provided a standardized way to aggregate and manage logs. As systems grew more complex, </a:t>
            </a:r>
            <a:r>
              <a:rPr lang="en-GB" b="1" dirty="0"/>
              <a:t>structured logging</a:t>
            </a:r>
            <a:r>
              <a:rPr lang="en-GB" dirty="0"/>
              <a:t> became essential. Formats like </a:t>
            </a:r>
            <a:r>
              <a:rPr lang="en-GB" b="1" dirty="0"/>
              <a:t>JSON</a:t>
            </a:r>
            <a:r>
              <a:rPr lang="en-GB" dirty="0"/>
              <a:t> and </a:t>
            </a:r>
            <a:r>
              <a:rPr lang="en-GB" b="1" dirty="0" err="1"/>
              <a:t>logfmt</a:t>
            </a:r>
            <a:r>
              <a:rPr lang="en-GB" dirty="0"/>
              <a:t> allow logs to be easily parsed and </a:t>
            </a:r>
            <a:r>
              <a:rPr lang="en-GB" dirty="0" err="1"/>
              <a:t>analyzed</a:t>
            </a:r>
            <a:r>
              <a:rPr lang="en-GB" dirty="0"/>
              <a:t>, making them machine-readable while maintaining human readability. In cloud-native environments, structured logs are critical for scalability, with platforms like </a:t>
            </a:r>
            <a:r>
              <a:rPr lang="en-GB" b="1" dirty="0"/>
              <a:t>Elasticsearch, </a:t>
            </a:r>
            <a:r>
              <a:rPr lang="en-GB" b="1" dirty="0" err="1"/>
              <a:t>Fluentd</a:t>
            </a:r>
            <a:r>
              <a:rPr lang="en-GB" b="1" dirty="0"/>
              <a:t>, and Kibana (EFK stack)</a:t>
            </a:r>
            <a:r>
              <a:rPr lang="en-GB" dirty="0"/>
              <a:t> becoming popular for log aggregation and analysis.</a:t>
            </a:r>
          </a:p>
          <a:p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Metrics:</a:t>
            </a:r>
            <a:br>
              <a:rPr lang="en-GB" dirty="0"/>
            </a:br>
            <a:r>
              <a:rPr lang="en-GB" dirty="0"/>
              <a:t>Metrics have been around since the </a:t>
            </a:r>
            <a:r>
              <a:rPr lang="en-GB" b="1" dirty="0"/>
              <a:t>1980s</a:t>
            </a:r>
            <a:r>
              <a:rPr lang="en-GB" dirty="0"/>
              <a:t>, starting with basic system performance counters. Tools like </a:t>
            </a:r>
            <a:r>
              <a:rPr lang="en-GB" b="1" dirty="0"/>
              <a:t>SNMP (1988)</a:t>
            </a:r>
            <a:r>
              <a:rPr lang="en-GB" dirty="0"/>
              <a:t> enabled metric collection from network devices, while </a:t>
            </a:r>
            <a:r>
              <a:rPr lang="en-GB" b="1" dirty="0" err="1"/>
              <a:t>RRDTool</a:t>
            </a:r>
            <a:r>
              <a:rPr lang="en-GB" b="1" dirty="0"/>
              <a:t> (1999)</a:t>
            </a:r>
            <a:r>
              <a:rPr lang="en-GB" dirty="0"/>
              <a:t> and </a:t>
            </a:r>
            <a:r>
              <a:rPr lang="en-GB" b="1" dirty="0"/>
              <a:t>Ganglia (2000)</a:t>
            </a:r>
            <a:r>
              <a:rPr lang="en-GB" dirty="0"/>
              <a:t> facilitated time-series visualization. The introduction of </a:t>
            </a:r>
            <a:r>
              <a:rPr lang="en-GB" b="1" dirty="0"/>
              <a:t>Prometheus (2012)</a:t>
            </a:r>
            <a:r>
              <a:rPr lang="en-GB" dirty="0"/>
              <a:t> modernized metric collection with pull-based architecture, flexible querying (PromQL), and multidimensional labels, inspired by Google’s </a:t>
            </a:r>
            <a:r>
              <a:rPr lang="en-GB" dirty="0" err="1"/>
              <a:t>Borgmon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Traces:</a:t>
            </a:r>
            <a:br>
              <a:rPr lang="en-GB" dirty="0"/>
            </a:br>
            <a:r>
              <a:rPr lang="en-GB" b="1" dirty="0"/>
              <a:t>Distributed tracing</a:t>
            </a:r>
            <a:r>
              <a:rPr lang="en-GB" dirty="0"/>
              <a:t> emerged to address the complexity of microservices architectures. Google’s </a:t>
            </a:r>
            <a:r>
              <a:rPr lang="en-GB" b="1" dirty="0"/>
              <a:t>Dapper paper (2010)</a:t>
            </a:r>
            <a:r>
              <a:rPr lang="en-GB" dirty="0"/>
              <a:t> introduced tracing concepts to track requests across services, inspiring open-source tools like </a:t>
            </a:r>
            <a:r>
              <a:rPr lang="en-GB" b="1" dirty="0" err="1"/>
              <a:t>Zipkin</a:t>
            </a:r>
            <a:r>
              <a:rPr lang="en-GB" dirty="0"/>
              <a:t> and </a:t>
            </a:r>
            <a:r>
              <a:rPr lang="en-GB" b="1" dirty="0"/>
              <a:t>Jaeger</a:t>
            </a:r>
            <a:r>
              <a:rPr lang="en-GB" dirty="0"/>
              <a:t>. The creation of </a:t>
            </a:r>
            <a:r>
              <a:rPr lang="en-GB" b="1" dirty="0"/>
              <a:t>OpenTracing (2016)</a:t>
            </a:r>
            <a:r>
              <a:rPr lang="en-GB" dirty="0"/>
              <a:t> and later </a:t>
            </a:r>
            <a:r>
              <a:rPr lang="en-GB" b="1" dirty="0"/>
              <a:t>OpenTelemetry (2019)</a:t>
            </a:r>
            <a:r>
              <a:rPr lang="en-GB" dirty="0"/>
              <a:t> standardized tracing, integrating it with metrics and logs for comprehensive observability.</a:t>
            </a:r>
          </a:p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9F0B-4C80-BC84-6017-64E88E090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8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422700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5E1A-506B-260C-C369-E60366CD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DE1AC-516D-ED65-1425-B075CA560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E8046-B4DE-BFD1-1C1B-4ED1E46E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Logs:</a:t>
            </a:r>
            <a:br>
              <a:rPr lang="en-GB" dirty="0"/>
            </a:br>
            <a:r>
              <a:rPr lang="en-GB" dirty="0"/>
              <a:t>Logging started with simple text files in the </a:t>
            </a:r>
            <a:r>
              <a:rPr lang="en-GB" b="1" dirty="0"/>
              <a:t>1970s</a:t>
            </a:r>
            <a:r>
              <a:rPr lang="en-GB" dirty="0"/>
              <a:t>, evolving into the </a:t>
            </a:r>
            <a:r>
              <a:rPr lang="en-GB" b="1" dirty="0"/>
              <a:t>syslog protocol (1980)</a:t>
            </a:r>
            <a:r>
              <a:rPr lang="en-GB" dirty="0"/>
              <a:t>, which provided a standardized way to aggregate and manage logs. As systems grew more complex, </a:t>
            </a:r>
            <a:r>
              <a:rPr lang="en-GB" b="1" dirty="0"/>
              <a:t>structured logging</a:t>
            </a:r>
            <a:r>
              <a:rPr lang="en-GB" dirty="0"/>
              <a:t> became essential. Formats like </a:t>
            </a:r>
            <a:r>
              <a:rPr lang="en-GB" b="1" dirty="0"/>
              <a:t>JSON</a:t>
            </a:r>
            <a:r>
              <a:rPr lang="en-GB" dirty="0"/>
              <a:t> and </a:t>
            </a:r>
            <a:r>
              <a:rPr lang="en-GB" b="1" dirty="0" err="1"/>
              <a:t>logfmt</a:t>
            </a:r>
            <a:r>
              <a:rPr lang="en-GB" dirty="0"/>
              <a:t> allow logs to be easily parsed and </a:t>
            </a:r>
            <a:r>
              <a:rPr lang="en-GB" dirty="0" err="1"/>
              <a:t>analyzed</a:t>
            </a:r>
            <a:r>
              <a:rPr lang="en-GB" dirty="0"/>
              <a:t>, making them machine-readable while maintaining human readability. In cloud-native environments, structured logs are critical for scalability, with platforms like </a:t>
            </a:r>
            <a:r>
              <a:rPr lang="en-GB" b="1" dirty="0"/>
              <a:t>Elasticsearch, </a:t>
            </a:r>
            <a:r>
              <a:rPr lang="en-GB" b="1" dirty="0" err="1"/>
              <a:t>Fluentd</a:t>
            </a:r>
            <a:r>
              <a:rPr lang="en-GB" b="1" dirty="0"/>
              <a:t>, and Kibana (EFK stack)</a:t>
            </a:r>
            <a:r>
              <a:rPr lang="en-GB" dirty="0"/>
              <a:t> becoming popular for log aggregation and analysis.</a:t>
            </a:r>
          </a:p>
          <a:p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Metrics:</a:t>
            </a:r>
            <a:br>
              <a:rPr lang="en-GB" dirty="0"/>
            </a:br>
            <a:r>
              <a:rPr lang="en-GB" dirty="0"/>
              <a:t>Metrics have been around since the </a:t>
            </a:r>
            <a:r>
              <a:rPr lang="en-GB" b="1" dirty="0"/>
              <a:t>1980s</a:t>
            </a:r>
            <a:r>
              <a:rPr lang="en-GB" dirty="0"/>
              <a:t>, starting with basic system performance counters. Tools like </a:t>
            </a:r>
            <a:r>
              <a:rPr lang="en-GB" b="1" dirty="0"/>
              <a:t>SNMP (1988)</a:t>
            </a:r>
            <a:r>
              <a:rPr lang="en-GB" dirty="0"/>
              <a:t> enabled metric collection from network devices, while </a:t>
            </a:r>
            <a:r>
              <a:rPr lang="en-GB" b="1" dirty="0" err="1"/>
              <a:t>RRDTool</a:t>
            </a:r>
            <a:r>
              <a:rPr lang="en-GB" b="1" dirty="0"/>
              <a:t> (1999)</a:t>
            </a:r>
            <a:r>
              <a:rPr lang="en-GB" dirty="0"/>
              <a:t> and </a:t>
            </a:r>
            <a:r>
              <a:rPr lang="en-GB" b="1" dirty="0"/>
              <a:t>Ganglia (2000)</a:t>
            </a:r>
            <a:r>
              <a:rPr lang="en-GB" dirty="0"/>
              <a:t> facilitated time-series visualization. The introduction of </a:t>
            </a:r>
            <a:r>
              <a:rPr lang="en-GB" b="1" dirty="0"/>
              <a:t>Prometheus (2012)</a:t>
            </a:r>
            <a:r>
              <a:rPr lang="en-GB" dirty="0"/>
              <a:t> modernized metric collection with pull-based architecture, flexible querying (PromQL), and multidimensional labels, inspired by Google’s </a:t>
            </a:r>
            <a:r>
              <a:rPr lang="en-GB" dirty="0" err="1"/>
              <a:t>Borgmon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Traces:</a:t>
            </a:r>
            <a:br>
              <a:rPr lang="en-GB" dirty="0"/>
            </a:br>
            <a:r>
              <a:rPr lang="en-GB" b="1" dirty="0"/>
              <a:t>Distributed tracing</a:t>
            </a:r>
            <a:r>
              <a:rPr lang="en-GB" dirty="0"/>
              <a:t> emerged to address the complexity of microservices architectures. Google’s </a:t>
            </a:r>
            <a:r>
              <a:rPr lang="en-GB" b="1" dirty="0"/>
              <a:t>Dapper paper (2010)</a:t>
            </a:r>
            <a:r>
              <a:rPr lang="en-GB" dirty="0"/>
              <a:t> introduced tracing concepts to track requests across services, inspiring open-source tools like </a:t>
            </a:r>
            <a:r>
              <a:rPr lang="en-GB" b="1" dirty="0" err="1"/>
              <a:t>Zipkin</a:t>
            </a:r>
            <a:r>
              <a:rPr lang="en-GB" dirty="0"/>
              <a:t> and </a:t>
            </a:r>
            <a:r>
              <a:rPr lang="en-GB" b="1" dirty="0"/>
              <a:t>Jaeger</a:t>
            </a:r>
            <a:r>
              <a:rPr lang="en-GB" dirty="0"/>
              <a:t>. The creation of </a:t>
            </a:r>
            <a:r>
              <a:rPr lang="en-GB" b="1" dirty="0"/>
              <a:t>OpenTracing (2016)</a:t>
            </a:r>
            <a:r>
              <a:rPr lang="en-GB" dirty="0"/>
              <a:t> and later </a:t>
            </a:r>
            <a:r>
              <a:rPr lang="en-GB" b="1" dirty="0"/>
              <a:t>OpenTelemetry (2019)</a:t>
            </a:r>
            <a:r>
              <a:rPr lang="en-GB" dirty="0"/>
              <a:t> standardized tracing, integrating it with metrics and logs for comprehensive observability.</a:t>
            </a:r>
          </a:p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CF3E2-A010-F7ED-D351-83D3D2744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9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346665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OpenTelemetry is:</a:t>
            </a:r>
          </a:p>
          <a:p>
            <a:r>
              <a:rPr lang="en-US" dirty="0"/>
              <a:t>An </a:t>
            </a:r>
            <a:r>
              <a:rPr lang="en-US" b="1" dirty="0">
                <a:hlinkClick r:id="rId3"/>
              </a:rPr>
              <a:t>observability</a:t>
            </a:r>
            <a:r>
              <a:rPr lang="en-US" b="1" dirty="0"/>
              <a:t> framework and toolkit</a:t>
            </a:r>
            <a:r>
              <a:rPr lang="en-US" dirty="0"/>
              <a:t> designed to facilitate the</a:t>
            </a:r>
          </a:p>
          <a:p>
            <a:pPr lvl="1"/>
            <a:r>
              <a:rPr lang="en-US" dirty="0">
                <a:hlinkClick r:id="rId4"/>
              </a:rPr>
              <a:t>Generation</a:t>
            </a:r>
            <a:endParaRPr lang="en-US" dirty="0"/>
          </a:p>
          <a:p>
            <a:pPr lvl="1"/>
            <a:r>
              <a:rPr lang="en-US" dirty="0"/>
              <a:t>Export</a:t>
            </a:r>
          </a:p>
          <a:p>
            <a:pPr lvl="1"/>
            <a:r>
              <a:rPr lang="en-US" dirty="0">
                <a:hlinkClick r:id="rId5"/>
              </a:rPr>
              <a:t>Collection</a:t>
            </a:r>
            <a:endParaRPr lang="en-US" dirty="0"/>
          </a:p>
          <a:p>
            <a:r>
              <a:rPr lang="en-US" dirty="0"/>
              <a:t>of </a:t>
            </a:r>
            <a:r>
              <a:rPr lang="en-US" dirty="0">
                <a:hlinkClick r:id="rId6"/>
              </a:rPr>
              <a:t>telemetry data</a:t>
            </a:r>
            <a:r>
              <a:rPr lang="en-US" dirty="0"/>
              <a:t> such as </a:t>
            </a:r>
            <a:r>
              <a:rPr lang="en-US" dirty="0">
                <a:hlinkClick r:id="rId7"/>
              </a:rPr>
              <a:t>traces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metrics</a:t>
            </a:r>
            <a:r>
              <a:rPr lang="en-US" dirty="0"/>
              <a:t>, and </a:t>
            </a:r>
            <a:r>
              <a:rPr lang="en-US" dirty="0">
                <a:hlinkClick r:id="rId9"/>
              </a:rPr>
              <a:t>logs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10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646476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4BD5-6C60-7C8F-591E-A35A1CD8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EA083-217F-4DD1-3E82-CA41AD37D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15EA6-E0B0-43F5-A2B9-7AF10DF7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63A2-61D8-030C-1D2B-7911E57C7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11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776524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E31F-BDEF-C061-94B9-A55CDFAF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0A205-4DF2-6D11-5CA4-5391B8645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157E0-6322-009C-D632-97774D48D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CE2A3-9589-324A-AD6D-90B46D9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12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277383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70A7-0F60-7250-577E-42BFE153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E3002-ED0A-E308-E85E-78AA8EFAD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E61B1-7212-136B-7593-8CBE95AA8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D54E8-C2FB-7D0E-38FB-EC558B035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13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042492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881A-CDA5-3248-FFB9-E29716F40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27E86-3CA3-DBF7-CD25-2A9403E23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9F21F-8170-2746-9DE5-604C785A2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CAA58-B7CD-9AB6-06CC-4727BC5B7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14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565203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8404-4D17-11F6-EA9B-D64414C3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284D2-1995-39BB-93BC-EE02C3220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B56A0-96CE-AD13-601E-66DA99C9E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8BA6-3A28-404D-B70F-7A2EC2A7E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15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918960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16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89015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A9B2-AA1D-3781-005D-6892F926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7D615-2F5F-38FB-C1F9-916820E25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08527-5325-DCF8-0C47-62E2D44EA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0CF78-D394-6215-4D7A-9F795C5E3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17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4121713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9E23-7EFF-D3FB-C3B0-175BD206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FFC22-1631-E997-67F5-1F7163D06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2ABCD-B5E7-F04A-5337-CECF386EB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C87C2-0BBF-DDC8-F3A8-E98DDF778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18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736735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8951-E545-4315-EACA-47094D97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02C53-8AA7-F16C-2300-280DA7E27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292C4-8DDB-B7F7-5833-0DBC0874C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C3C7F-8708-8D5F-E76D-342706362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9C8C1-958F-7444-BC15-3E82D849B88C}" type="slidenum">
              <a:rPr lang="en-LV" smtClean="0"/>
              <a:t>19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254966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75104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2683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10300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26516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32363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68037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8845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03472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69749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0983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73269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9916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86247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3435302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416762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668312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45001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FF65A-0E7D-C944-8B77-563863323F8F}" type="datetimeFigureOut">
              <a:rPr lang="en-LV" smtClean="0"/>
              <a:t>10/13/2025</a:t>
            </a:fld>
            <a:endParaRPr lang="en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BEBEF-13B1-2F48-A948-AB077BBDA7E5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4042126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26" Type="http://schemas.openxmlformats.org/officeDocument/2006/relationships/image" Target="../media/image34.sv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2.sv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ottl.run/" TargetMode="External"/><Relationship Id="rId3" Type="http://schemas.openxmlformats.org/officeDocument/2006/relationships/hyperlink" Target="https://www.cncf.io/blog/2025/07/18/a-mid-year-2025-look-at-cncf-linux-foundation-and-the-top-30-open-source-projects/" TargetMode="External"/><Relationship Id="rId7" Type="http://schemas.openxmlformats.org/officeDocument/2006/relationships/hyperlink" Target="https://www.otelbin.io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11y.news/" TargetMode="External"/><Relationship Id="rId11" Type="http://schemas.openxmlformats.org/officeDocument/2006/relationships/hyperlink" Target="https://wbollock.github.io/otel_upgrade_helper/" TargetMode="External"/><Relationship Id="rId5" Type="http://schemas.openxmlformats.org/officeDocument/2006/relationships/hyperlink" Target="https://www.dash0.com/knowledge/what-is-observability" TargetMode="External"/><Relationship Id="rId10" Type="http://schemas.openxmlformats.org/officeDocument/2006/relationships/hyperlink" Target="https://github.com/krzko/otelgen" TargetMode="External"/><Relationship Id="rId4" Type="http://schemas.openxmlformats.org/officeDocument/2006/relationships/hyperlink" Target="https://docs.google.com/spreadsheets/d/116ZU_ltVkJip7G073ocULHxKhy4F1OgWjNjtZ1IPBWk/edit?gid=976519966#gid=976519966" TargetMode="External"/><Relationship Id="rId9" Type="http://schemas.openxmlformats.org/officeDocument/2006/relationships/hyperlink" Target="https://app.otail.dev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51B9DA-B0CC-480A-8EA5-4D5C3E05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C05AC9-FC69-9081-B278-1B864FA12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028" y="965200"/>
            <a:ext cx="6170943" cy="4329641"/>
          </a:xfrm>
        </p:spPr>
        <p:txBody>
          <a:bodyPr anchor="ctr">
            <a:normAutofit/>
          </a:bodyPr>
          <a:lstStyle/>
          <a:p>
            <a:r>
              <a:rPr lang="en-US" dirty="0"/>
              <a:t>OpenTelemetry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From Core Concepts to Scaling Insights</a:t>
            </a:r>
            <a:endParaRPr lang="en-LV" sz="5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90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94A808-3F92-4789-5777-71AEB52343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06E4006-3858-3C88-1E55-3CDE5B2C9219}"/>
              </a:ext>
            </a:extLst>
          </p:cNvPr>
          <p:cNvSpPr/>
          <p:nvPr/>
        </p:nvSpPr>
        <p:spPr>
          <a:xfrm>
            <a:off x="3942608" y="1033153"/>
            <a:ext cx="4536373" cy="5106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WE ARE TALKING ABOUT THIS</a:t>
            </a:r>
          </a:p>
        </p:txBody>
      </p:sp>
    </p:spTree>
    <p:extLst>
      <p:ext uri="{BB962C8B-B14F-4D97-AF65-F5344CB8AC3E}">
        <p14:creationId xmlns:p14="http://schemas.microsoft.com/office/powerpoint/2010/main" val="403344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1B17F4-3D02-4FD3-8392-1B120675D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agenda</a:t>
            </a:r>
            <a:endParaRPr lang="en-LV" dirty="0">
              <a:solidFill>
                <a:schemeClr val="bg1"/>
              </a:solidFill>
            </a:endParaRP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5A1ECA0D-E346-6EAB-E28F-625C735E0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120984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7480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453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DB0B99-0728-C5F7-F834-D1A9DE0C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534" y="2035028"/>
            <a:ext cx="6344767" cy="219358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600" cap="none" dirty="0">
                <a:latin typeface="+mn-lt"/>
              </a:rPr>
              <a:t>Observability is the ability to understand the internal state of a system based on its external outputs.</a:t>
            </a:r>
          </a:p>
        </p:txBody>
      </p:sp>
      <p:pic>
        <p:nvPicPr>
          <p:cNvPr id="6" name="Graphic 5" descr="Bug under magnifying glass outline">
            <a:extLst>
              <a:ext uri="{FF2B5EF4-FFF2-40B4-BE49-F238E27FC236}">
                <a16:creationId xmlns:a16="http://schemas.microsoft.com/office/drawing/2014/main" id="{1673D036-0C1B-0049-8371-BC26A3009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44752" y="1801368"/>
            <a:ext cx="2660904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8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08252-2EEA-36DF-EA3C-54411511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hart of logos and numbers">
            <a:extLst>
              <a:ext uri="{FF2B5EF4-FFF2-40B4-BE49-F238E27FC236}">
                <a16:creationId xmlns:a16="http://schemas.microsoft.com/office/drawing/2014/main" id="{B5EB9D98-B928-59AD-5C8D-6161F3381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54"/>
            <a:ext cx="12192000" cy="6829492"/>
          </a:xfrm>
          <a:prstGeom prst="rect">
            <a:avLst/>
          </a:prstGeom>
        </p:spPr>
      </p:pic>
      <p:pic>
        <p:nvPicPr>
          <p:cNvPr id="9" name="Picture 8" descr="A red sign with white letters&#10;&#10;AI-generated content may be incorrect.">
            <a:extLst>
              <a:ext uri="{FF2B5EF4-FFF2-40B4-BE49-F238E27FC236}">
                <a16:creationId xmlns:a16="http://schemas.microsoft.com/office/drawing/2014/main" id="{35A072B1-9B2E-72D5-2E90-B8A6B7D58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449" y="5200651"/>
            <a:ext cx="1090644" cy="28574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8F0D3-B940-4C5F-5E0D-11DEC48B81A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002771" y="5486400"/>
            <a:ext cx="0" cy="733425"/>
          </a:xfrm>
          <a:prstGeom prst="line">
            <a:avLst/>
          </a:prstGeom>
          <a:ln w="12700">
            <a:solidFill>
              <a:schemeClr val="tx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A black and orange logo&#10;&#10;AI-generated content may be incorrect.">
            <a:extLst>
              <a:ext uri="{FF2B5EF4-FFF2-40B4-BE49-F238E27FC236}">
                <a16:creationId xmlns:a16="http://schemas.microsoft.com/office/drawing/2014/main" id="{0EBB88DB-D7F6-0698-666E-3ECEF1F03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09" y="5205414"/>
            <a:ext cx="585710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0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ECA0-DA0F-B5F6-E3B2-69F4B61A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559E-4B4D-1998-2639-D1709D59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50" y="1692128"/>
            <a:ext cx="8248650" cy="325134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200" cap="none" dirty="0">
                <a:latin typeface="+mn-lt"/>
              </a:rPr>
              <a:t>“Observability" is the convergence of the three distinct categories of tools: </a:t>
            </a:r>
            <a:br>
              <a:rPr lang="en-US" sz="3200" cap="none" dirty="0">
                <a:latin typeface="+mn-lt"/>
              </a:rPr>
            </a:br>
            <a:br>
              <a:rPr lang="en-US" sz="3200" cap="none" dirty="0">
                <a:latin typeface="+mn-lt"/>
              </a:rPr>
            </a:br>
            <a:r>
              <a:rPr lang="en-US" sz="3200" cap="none" dirty="0">
                <a:latin typeface="+mn-lt"/>
              </a:rPr>
              <a:t>Application Performance Management</a:t>
            </a:r>
            <a:br>
              <a:rPr lang="en-US" sz="3200" cap="none" dirty="0">
                <a:latin typeface="+mn-lt"/>
              </a:rPr>
            </a:br>
            <a:r>
              <a:rPr lang="en-US" sz="3200" cap="none" dirty="0">
                <a:latin typeface="+mn-lt"/>
              </a:rPr>
              <a:t>Log Management</a:t>
            </a:r>
            <a:br>
              <a:rPr lang="en-US" sz="3200" cap="none" dirty="0">
                <a:latin typeface="+mn-lt"/>
              </a:rPr>
            </a:br>
            <a:r>
              <a:rPr lang="en-US" sz="3200" cap="none" dirty="0">
                <a:latin typeface="+mn-lt"/>
              </a:rPr>
              <a:t>Infrastructure Monitoring</a:t>
            </a:r>
          </a:p>
        </p:txBody>
      </p:sp>
      <p:pic>
        <p:nvPicPr>
          <p:cNvPr id="6" name="Graphic 5" descr="Court outline">
            <a:extLst>
              <a:ext uri="{FF2B5EF4-FFF2-40B4-BE49-F238E27FC236}">
                <a16:creationId xmlns:a16="http://schemas.microsoft.com/office/drawing/2014/main" id="{CB8F19A1-B6F4-BE89-159B-3E77C80D3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4177" y="2035028"/>
            <a:ext cx="2660904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9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19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2B0E-6341-1851-CE1E-64031115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LV" dirty="0"/>
              <a:t> pillars o</a:t>
            </a:r>
            <a:r>
              <a:rPr lang="en-US" dirty="0"/>
              <a:t>F</a:t>
            </a:r>
            <a:r>
              <a:rPr lang="en-LV" dirty="0"/>
              <a:t> </a:t>
            </a:r>
            <a:r>
              <a:rPr lang="en-US" dirty="0"/>
              <a:t>monitoring</a:t>
            </a:r>
            <a:endParaRPr lang="en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1898D-7E94-BF24-489A-F7CB7CEEA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5139092" cy="610437"/>
          </a:xfrm>
        </p:spPr>
        <p:txBody>
          <a:bodyPr/>
          <a:lstStyle/>
          <a:p>
            <a:r>
              <a:rPr lang="en-LV" sz="3600" dirty="0"/>
              <a:t>Logs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B6D21-8044-4582-0A9F-4EB0A26E2AF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5139092" cy="3277177"/>
          </a:xfrm>
        </p:spPr>
        <p:txBody>
          <a:bodyPr>
            <a:normAutofit/>
          </a:bodyPr>
          <a:lstStyle/>
          <a:p>
            <a:r>
              <a:rPr lang="en-GB" sz="2000" dirty="0"/>
              <a:t>Text-based records.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Used since the 1970s with early mainframes,  formalized with syslog in 1980, evolving to structured logging.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1F09D-1975-BD85-ED14-EA94582FE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9052" y="2202080"/>
            <a:ext cx="5139092" cy="619548"/>
          </a:xfrm>
        </p:spPr>
        <p:txBody>
          <a:bodyPr/>
          <a:lstStyle/>
          <a:p>
            <a:r>
              <a:rPr lang="en-LV" sz="3600" dirty="0"/>
              <a:t>Metrics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EA882E-D448-3C4D-2F80-5D981ABA834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367110" y="2904814"/>
            <a:ext cx="5139092" cy="3277658"/>
          </a:xfrm>
        </p:spPr>
        <p:txBody>
          <a:bodyPr>
            <a:normAutofit/>
          </a:bodyPr>
          <a:lstStyle/>
          <a:p>
            <a:r>
              <a:rPr lang="en-GB" sz="2000" dirty="0"/>
              <a:t>Time-series data points.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Rooted in early monitoring systems (1980s–1990s), evolved with SNMP, and modernized by Prometheus (2012).</a:t>
            </a:r>
            <a:endParaRPr lang="en-LV" sz="2000" dirty="0"/>
          </a:p>
        </p:txBody>
      </p:sp>
    </p:spTree>
    <p:extLst>
      <p:ext uri="{BB962C8B-B14F-4D97-AF65-F5344CB8AC3E}">
        <p14:creationId xmlns:p14="http://schemas.microsoft.com/office/powerpoint/2010/main" val="249621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199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F62CE-EF0E-B7FC-ABDE-B4F4A832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E78F4-23B6-435E-C012-4EFDE16A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LV" dirty="0"/>
              <a:t> pillars o</a:t>
            </a:r>
            <a:r>
              <a:rPr lang="en-US" dirty="0"/>
              <a:t>F</a:t>
            </a:r>
            <a:r>
              <a:rPr lang="en-LV" dirty="0"/>
              <a:t> </a:t>
            </a:r>
            <a:r>
              <a:rPr lang="en-US" strike="sngStrike" dirty="0">
                <a:solidFill>
                  <a:schemeClr val="accent1">
                    <a:lumMod val="75000"/>
                  </a:schemeClr>
                </a:solidFill>
              </a:rPr>
              <a:t>monitoring</a:t>
            </a:r>
            <a:endParaRPr lang="en-LV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AA469-7396-BF07-0DAE-E08B57AB7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LV" sz="3600" dirty="0"/>
              <a:t>Logs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728AC-9777-EF4C-0720-881B372CEACC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Text-based records.</a:t>
            </a:r>
          </a:p>
          <a:p>
            <a:endParaRPr lang="en-GB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4A994-EB3C-A774-7F76-EE7871622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LV" sz="3600" dirty="0"/>
              <a:t>Metrics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D64294-4AB4-D79D-F00B-E8F7E4A33A3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Time-series data points.</a:t>
            </a:r>
          </a:p>
          <a:p>
            <a:endParaRPr lang="en-GB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90CB47-818E-9C38-3DDF-4010E83D24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LV" sz="3600" dirty="0"/>
              <a:t>Traces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FC565B-CE71-4BD7-6FF1-FDA68EEF58A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Records of the flow of a request through a system.</a:t>
            </a:r>
          </a:p>
          <a:p>
            <a:br>
              <a:rPr lang="en-LV" sz="2000" dirty="0"/>
            </a:br>
            <a:br>
              <a:rPr lang="en-LV" sz="2000" dirty="0"/>
            </a:br>
            <a:r>
              <a:rPr lang="en-GB" sz="2000" dirty="0"/>
              <a:t>Introduced with Dapper at Google (2010), later standardized via OpenTracing (2016) and OpenTelemetry (2019).</a:t>
            </a:r>
            <a:endParaRPr lang="en-LV" sz="20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63F6CE-C460-B34E-309C-CEDC39C2E85C}"/>
              </a:ext>
            </a:extLst>
          </p:cNvPr>
          <p:cNvSpPr txBox="1">
            <a:spLocks/>
          </p:cNvSpPr>
          <p:nvPr/>
        </p:nvSpPr>
        <p:spPr>
          <a:xfrm>
            <a:off x="3009900" y="141442"/>
            <a:ext cx="8610599" cy="1303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                    </a:t>
            </a:r>
            <a:r>
              <a:rPr lang="en-LV" dirty="0"/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150771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199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A52C6-41A5-C7BA-11C4-A83DD25E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307D-0A72-4470-C2AF-92C2ADFE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V" strike="sngStrike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dirty="0"/>
              <a:t> 4 </a:t>
            </a:r>
            <a:r>
              <a:rPr lang="en-LV" dirty="0"/>
              <a:t>pillars o</a:t>
            </a:r>
            <a:r>
              <a:rPr lang="en-US" dirty="0"/>
              <a:t>F</a:t>
            </a:r>
            <a:r>
              <a:rPr lang="en-LV" dirty="0"/>
              <a:t> observability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F5780-CDA9-D069-1B75-3304EC6B6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202079"/>
            <a:ext cx="1438275" cy="642369"/>
          </a:xfrm>
        </p:spPr>
        <p:txBody>
          <a:bodyPr/>
          <a:lstStyle/>
          <a:p>
            <a:r>
              <a:rPr lang="en-LV" sz="3600" dirty="0"/>
              <a:t>Logs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0E3E2-1925-9784-F443-B6CB8123305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1691565" cy="3448610"/>
          </a:xfrm>
        </p:spPr>
        <p:txBody>
          <a:bodyPr>
            <a:normAutofit/>
          </a:bodyPr>
          <a:lstStyle/>
          <a:p>
            <a:r>
              <a:rPr lang="en-GB" sz="2000" dirty="0"/>
              <a:t>Text-based records.</a:t>
            </a:r>
          </a:p>
          <a:p>
            <a:endParaRPr lang="en-GB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0BD79-C2E1-A4BC-310A-DA94C9A51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49419" y="2202079"/>
            <a:ext cx="2273299" cy="651957"/>
          </a:xfrm>
        </p:spPr>
        <p:txBody>
          <a:bodyPr/>
          <a:lstStyle/>
          <a:p>
            <a:r>
              <a:rPr lang="en-LV" sz="3600" dirty="0"/>
              <a:t>Metrics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577425-DD01-0C28-EA8C-172486C3F4F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2447477" y="2904814"/>
            <a:ext cx="2273299" cy="3449116"/>
          </a:xfrm>
        </p:spPr>
        <p:txBody>
          <a:bodyPr>
            <a:normAutofit/>
          </a:bodyPr>
          <a:lstStyle/>
          <a:p>
            <a:r>
              <a:rPr lang="en-GB" sz="2000" dirty="0"/>
              <a:t>Time-series data points.</a:t>
            </a:r>
          </a:p>
          <a:p>
            <a:endParaRPr lang="en-GB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62A092-D7C6-DC76-7978-C62953B05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0776" y="2132748"/>
            <a:ext cx="2273299" cy="651957"/>
          </a:xfrm>
        </p:spPr>
        <p:txBody>
          <a:bodyPr/>
          <a:lstStyle/>
          <a:p>
            <a:r>
              <a:rPr lang="en-LV" sz="3600" dirty="0"/>
              <a:t>Traces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8D2150-E461-9918-B05B-411EF947E42F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720777" y="2844448"/>
            <a:ext cx="2384873" cy="3448610"/>
          </a:xfrm>
        </p:spPr>
        <p:txBody>
          <a:bodyPr>
            <a:normAutofit/>
          </a:bodyPr>
          <a:lstStyle/>
          <a:p>
            <a:r>
              <a:rPr lang="en-GB" sz="2000" dirty="0"/>
              <a:t>Records a flow of a request through a system.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DC4745-11E6-E469-1FAD-15C7B1D56834}"/>
              </a:ext>
            </a:extLst>
          </p:cNvPr>
          <p:cNvSpPr txBox="1">
            <a:spLocks/>
          </p:cNvSpPr>
          <p:nvPr/>
        </p:nvSpPr>
        <p:spPr>
          <a:xfrm>
            <a:off x="7439024" y="2132748"/>
            <a:ext cx="3956738" cy="651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Profiles</a:t>
            </a:r>
            <a:endParaRPr lang="en-LV" sz="3600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16D195-90A9-4B3B-F139-C8A6AC05D072}"/>
              </a:ext>
            </a:extLst>
          </p:cNvPr>
          <p:cNvSpPr txBox="1">
            <a:spLocks/>
          </p:cNvSpPr>
          <p:nvPr/>
        </p:nvSpPr>
        <p:spPr>
          <a:xfrm>
            <a:off x="7439025" y="2844448"/>
            <a:ext cx="3956738" cy="344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Records resource utilization at code-level at runtime</a:t>
            </a:r>
            <a:br>
              <a:rPr lang="en-LV" sz="2000" dirty="0"/>
            </a:br>
            <a:br>
              <a:rPr lang="en-US" sz="2000" dirty="0"/>
            </a:br>
            <a:br>
              <a:rPr lang="en-LV" sz="2000" dirty="0"/>
            </a:br>
            <a:r>
              <a:rPr lang="en-GB" sz="2000" dirty="0"/>
              <a:t>Early high-overhead tools (like gprof in the 1980s) evolved into low-overhead continuous profiling tools.</a:t>
            </a:r>
            <a:endParaRPr lang="en-LV" sz="2000" dirty="0"/>
          </a:p>
        </p:txBody>
      </p:sp>
    </p:spTree>
    <p:extLst>
      <p:ext uri="{BB962C8B-B14F-4D97-AF65-F5344CB8AC3E}">
        <p14:creationId xmlns:p14="http://schemas.microsoft.com/office/powerpoint/2010/main" val="293551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A9E3C-5D5B-FDFB-DCBD-2DA63C31A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6CD3965-7576-4EBB-9FEA-0E73E2DB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A4B15F5-9B02-4280-9F50-172515BF4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E3A5BBF0-37C3-4339-BD51-F7A980A93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114736-6A38-4C75-85F8-93429249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Enter Opentelemetry</a:t>
            </a:r>
            <a:endParaRPr lang="en-LV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10A3C1-928A-53F9-ED79-8AF5287E5D44}"/>
              </a:ext>
            </a:extLst>
          </p:cNvPr>
          <p:cNvSpPr/>
          <p:nvPr/>
        </p:nvSpPr>
        <p:spPr>
          <a:xfrm>
            <a:off x="6326525" y="3016728"/>
            <a:ext cx="5243173" cy="90653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BF7FEB66-7097-BEF1-18B5-F6B014AE7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270442"/>
              </p:ext>
            </p:extLst>
          </p:nvPr>
        </p:nvGraphicFramePr>
        <p:xfrm>
          <a:off x="685800" y="2878138"/>
          <a:ext cx="10820400" cy="334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42467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AEEFF-B032-218C-5CA5-6E1F1F1D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3F2868D-2112-C904-9769-00BC93880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921" y="-420130"/>
            <a:ext cx="11260157" cy="747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7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A5668-04D1-D555-C7E1-396F3D68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C2F6FC0-010B-1CEC-1C16-4DEB75AB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921" y="-420130"/>
            <a:ext cx="11260157" cy="74767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B13995-0985-0F23-D4EF-48F0C1C95E14}"/>
              </a:ext>
            </a:extLst>
          </p:cNvPr>
          <p:cNvSpPr/>
          <p:nvPr/>
        </p:nvSpPr>
        <p:spPr>
          <a:xfrm>
            <a:off x="3752850" y="0"/>
            <a:ext cx="843915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https://opentelemetry.io/docs/languages/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D0100-86FE-AF6D-2669-5A2953B46A96}"/>
              </a:ext>
            </a:extLst>
          </p:cNvPr>
          <p:cNvSpPr/>
          <p:nvPr/>
        </p:nvSpPr>
        <p:spPr>
          <a:xfrm>
            <a:off x="790575" y="3357372"/>
            <a:ext cx="2962275" cy="334822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363FE1-0F8F-1BC5-DA44-950804FBB8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3850" y="564350"/>
            <a:ext cx="1533533" cy="153353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757E728-7DFA-C311-7FCA-430AE0314F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7344" y="532971"/>
            <a:ext cx="1533533" cy="153353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A51B368-D5D2-7B3F-2B34-3AA933FAAA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9092" y="543896"/>
            <a:ext cx="1533533" cy="153353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8F300A2-61B4-A6E8-EE6B-92BF5AD261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92547" y="543896"/>
            <a:ext cx="1533531" cy="153353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E22251C-E368-29C7-3DF4-4C3ACEF962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33850" y="2518013"/>
            <a:ext cx="1533533" cy="153353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6EBE192-2FA6-CE7F-7467-BCC7097D2F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13457" y="2522584"/>
            <a:ext cx="1533533" cy="153353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74C9807-4FCE-7F8E-B495-BCF78EA4C2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43871" y="2518013"/>
            <a:ext cx="1533533" cy="153353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329CF2D-F058-46BE-F51E-3EDCF9BE07C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74285" y="2518013"/>
            <a:ext cx="1533533" cy="153353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BC80638-0411-E052-1968-6E8D15BCDE1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46692" y="4620467"/>
            <a:ext cx="1533531" cy="153353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6ED34624-94A8-B325-08F8-54661BB76AB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512048" y="4595440"/>
            <a:ext cx="1533531" cy="153353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07A69EE-08C2-72DD-A743-BF9F1F027FB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677404" y="4595440"/>
            <a:ext cx="1533529" cy="153352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1966FBC-1565-EFF7-2C75-8FAB3D94DDA8}"/>
              </a:ext>
            </a:extLst>
          </p:cNvPr>
          <p:cNvSpPr txBox="1"/>
          <p:nvPr/>
        </p:nvSpPr>
        <p:spPr>
          <a:xfrm>
            <a:off x="3839434" y="6420843"/>
            <a:ext cx="4966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https://opentelemetry.io/docs/languages/</a:t>
            </a:r>
          </a:p>
        </p:txBody>
      </p:sp>
    </p:spTree>
    <p:extLst>
      <p:ext uri="{BB962C8B-B14F-4D97-AF65-F5344CB8AC3E}">
        <p14:creationId xmlns:p14="http://schemas.microsoft.com/office/powerpoint/2010/main" val="189423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EF03E-2951-9376-D394-6DA277A2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F79BCDD-1620-6CED-AF6E-A50356328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921" y="-420130"/>
            <a:ext cx="11260157" cy="747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7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AB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B82B5-2966-6B8B-EB39-6AC0CB05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BDF58FD-C770-29A5-B3A3-710069797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21648" y="-598441"/>
            <a:ext cx="13835296" cy="84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8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3BFB4-72E5-E404-4CE2-E9B21EF4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0FD700-069E-45B7-99EE-9FD40B19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3B97B0C9-A195-A267-C38B-10BD45B898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7434960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188C60-0FD1-D7BC-662E-6AF3AB817726}"/>
              </a:ext>
            </a:extLst>
          </p:cNvPr>
          <p:cNvSpPr txBox="1"/>
          <p:nvPr/>
        </p:nvSpPr>
        <p:spPr>
          <a:xfrm>
            <a:off x="685800" y="6108700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as of 2025.10.15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CF579-C954-EF7F-7EC6-6C6D6D0583EA}"/>
              </a:ext>
            </a:extLst>
          </p:cNvPr>
          <p:cNvSpPr txBox="1"/>
          <p:nvPr/>
        </p:nvSpPr>
        <p:spPr>
          <a:xfrm>
            <a:off x="1169894" y="1787481"/>
            <a:ext cx="2259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Receivers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46897-9F7A-1274-8790-30A8585D1F88}"/>
              </a:ext>
            </a:extLst>
          </p:cNvPr>
          <p:cNvSpPr txBox="1"/>
          <p:nvPr/>
        </p:nvSpPr>
        <p:spPr>
          <a:xfrm>
            <a:off x="4598895" y="1295040"/>
            <a:ext cx="28507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Connectors</a:t>
            </a:r>
          </a:p>
          <a:p>
            <a:pPr algn="ctr"/>
            <a:r>
              <a:rPr lang="en-US" sz="3200" dirty="0"/>
              <a:t>+</a:t>
            </a:r>
          </a:p>
          <a:p>
            <a:pPr algn="ctr"/>
            <a:r>
              <a:rPr lang="en-US" sz="3200" dirty="0"/>
              <a:t>Processors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82DBB-1138-0360-6702-8D7A8FA1D7AE}"/>
              </a:ext>
            </a:extLst>
          </p:cNvPr>
          <p:cNvSpPr txBox="1"/>
          <p:nvPr/>
        </p:nvSpPr>
        <p:spPr>
          <a:xfrm>
            <a:off x="8641977" y="1787482"/>
            <a:ext cx="2259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Exporters</a:t>
            </a:r>
          </a:p>
        </p:txBody>
      </p:sp>
    </p:spTree>
    <p:extLst>
      <p:ext uri="{BB962C8B-B14F-4D97-AF65-F5344CB8AC3E}">
        <p14:creationId xmlns:p14="http://schemas.microsoft.com/office/powerpoint/2010/main" val="1947021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112AD-06CC-2B41-5B5B-00F7686F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8B8D697-D063-64DD-B1C5-64600D095D41}"/>
              </a:ext>
            </a:extLst>
          </p:cNvPr>
          <p:cNvSpPr txBox="1"/>
          <p:nvPr/>
        </p:nvSpPr>
        <p:spPr>
          <a:xfrm>
            <a:off x="850814" y="2400919"/>
            <a:ext cx="953337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Debug exporter is your friend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Test config correctness – collector is very 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Separate infra and application collectors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Collector chaining is powerful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It is easier to scale </a:t>
            </a:r>
            <a:r>
              <a:rPr lang="en-US" sz="2800" dirty="0" err="1">
                <a:solidFill>
                  <a:schemeClr val="bg1"/>
                </a:solidFill>
              </a:rPr>
              <a:t>OTel</a:t>
            </a:r>
            <a:r>
              <a:rPr lang="en-US" sz="2800" dirty="0">
                <a:solidFill>
                  <a:schemeClr val="bg1"/>
                </a:solidFill>
              </a:rPr>
              <a:t> collector than the backends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Auto-instrumentation is a mixed-bag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Check release notes before updating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You can write your own components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AD825-DA72-5416-8F2F-595FA521C5CC}"/>
              </a:ext>
            </a:extLst>
          </p:cNvPr>
          <p:cNvSpPr txBox="1"/>
          <p:nvPr/>
        </p:nvSpPr>
        <p:spPr>
          <a:xfrm>
            <a:off x="850814" y="1591293"/>
            <a:ext cx="2630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Useful Tidbits</a:t>
            </a:r>
          </a:p>
        </p:txBody>
      </p:sp>
    </p:spTree>
    <p:extLst>
      <p:ext uri="{BB962C8B-B14F-4D97-AF65-F5344CB8AC3E}">
        <p14:creationId xmlns:p14="http://schemas.microsoft.com/office/powerpoint/2010/main" val="2884056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7FA16-0964-3315-543C-B8E900C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3A75F95-1612-6E8E-5C93-D17B844ED0AE}"/>
              </a:ext>
            </a:extLst>
          </p:cNvPr>
          <p:cNvSpPr txBox="1"/>
          <p:nvPr/>
        </p:nvSpPr>
        <p:spPr>
          <a:xfrm>
            <a:off x="850814" y="2400919"/>
            <a:ext cx="109167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 Helm charts – for infra and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Predefined default receivers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Predefined default 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Predefined default exporters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Predefined default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Set custom environment metadata (account, cluster, team)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Possible to add more collectors or modify the existing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8E2A4-6B41-0DCA-6CB7-2BE25DC5FCC8}"/>
              </a:ext>
            </a:extLst>
          </p:cNvPr>
          <p:cNvSpPr txBox="1"/>
          <p:nvPr/>
        </p:nvSpPr>
        <p:spPr>
          <a:xfrm>
            <a:off x="850814" y="1591293"/>
            <a:ext cx="7120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How we use </a:t>
            </a:r>
            <a:r>
              <a:rPr lang="en-US" sz="3200" dirty="0" err="1">
                <a:solidFill>
                  <a:schemeClr val="bg1"/>
                </a:solidFill>
              </a:rPr>
              <a:t>OTel</a:t>
            </a:r>
            <a:r>
              <a:rPr lang="en-US" sz="3200" dirty="0">
                <a:solidFill>
                  <a:schemeClr val="bg1"/>
                </a:solidFill>
              </a:rPr>
              <a:t> (on 350+ clusters)</a:t>
            </a:r>
          </a:p>
        </p:txBody>
      </p:sp>
    </p:spTree>
    <p:extLst>
      <p:ext uri="{BB962C8B-B14F-4D97-AF65-F5344CB8AC3E}">
        <p14:creationId xmlns:p14="http://schemas.microsoft.com/office/powerpoint/2010/main" val="4074480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4E33A-10CF-EF03-5F2B-09451611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FE33756-3EBD-004A-C356-03B7FF46EF70}"/>
              </a:ext>
            </a:extLst>
          </p:cNvPr>
          <p:cNvSpPr txBox="1"/>
          <p:nvPr/>
        </p:nvSpPr>
        <p:spPr>
          <a:xfrm>
            <a:off x="850814" y="2400919"/>
            <a:ext cx="1049037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CNCF mid-year 2025 look at projects –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blog post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CNCF Project velocity July 2024 - July 2025 – </a:t>
            </a:r>
            <a:r>
              <a:rPr lang="en-US" dirty="0">
                <a:solidFill>
                  <a:schemeClr val="bg1"/>
                </a:solidFill>
                <a:hlinkClick r:id="rId4"/>
              </a:rPr>
              <a:t>data and graph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Dash0 – What is Observability? - </a:t>
            </a:r>
            <a:r>
              <a:rPr lang="en-US" dirty="0">
                <a:solidFill>
                  <a:schemeClr val="bg1"/>
                </a:solidFill>
                <a:hlinkClick r:id="rId5"/>
              </a:rPr>
              <a:t>https://www.dash0.com/knowledge/what-is-observability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O11y newsletter - </a:t>
            </a:r>
            <a:r>
              <a:rPr lang="en-US" dirty="0">
                <a:solidFill>
                  <a:schemeClr val="bg1"/>
                </a:solidFill>
                <a:hlinkClick r:id="rId6"/>
              </a:rPr>
              <a:t>https://o11y.news/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OTelBin</a:t>
            </a:r>
            <a:r>
              <a:rPr lang="en-US" dirty="0">
                <a:solidFill>
                  <a:schemeClr val="bg1"/>
                </a:solidFill>
              </a:rPr>
              <a:t> configuration checker / visualizer - </a:t>
            </a:r>
            <a:r>
              <a:rPr lang="en-US" dirty="0">
                <a:solidFill>
                  <a:schemeClr val="bg1"/>
                </a:solidFill>
                <a:hlinkClick r:id="rId7"/>
              </a:rPr>
              <a:t>https://www.otelbin.io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OTTL Playground - </a:t>
            </a:r>
            <a:r>
              <a:rPr lang="en-US" dirty="0">
                <a:solidFill>
                  <a:schemeClr val="bg1"/>
                </a:solidFill>
                <a:hlinkClick r:id="rId8"/>
              </a:rPr>
              <a:t>https://ottl.run/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OTail</a:t>
            </a:r>
            <a:r>
              <a:rPr lang="en-US" dirty="0">
                <a:solidFill>
                  <a:schemeClr val="bg1"/>
                </a:solidFill>
              </a:rPr>
              <a:t> – Policy Builder - </a:t>
            </a:r>
            <a:r>
              <a:rPr lang="en-US" dirty="0">
                <a:solidFill>
                  <a:schemeClr val="bg1"/>
                </a:solidFill>
                <a:hlinkClick r:id="rId9"/>
              </a:rPr>
              <a:t>https://app.otail.dev/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OTelGen</a:t>
            </a:r>
            <a:r>
              <a:rPr lang="en-US" dirty="0">
                <a:solidFill>
                  <a:schemeClr val="bg1"/>
                </a:solidFill>
              </a:rPr>
              <a:t> – example signal generator - </a:t>
            </a:r>
            <a:r>
              <a:rPr lang="en-US" dirty="0">
                <a:solidFill>
                  <a:schemeClr val="bg1"/>
                </a:solidFill>
                <a:hlinkClick r:id="rId10"/>
              </a:rPr>
              <a:t>https://github.com/krzko/otelgen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OTel</a:t>
            </a:r>
            <a:r>
              <a:rPr lang="en-US" dirty="0">
                <a:solidFill>
                  <a:schemeClr val="bg1"/>
                </a:solidFill>
              </a:rPr>
              <a:t> Collector Release Notes helper - </a:t>
            </a:r>
            <a:r>
              <a:rPr lang="en-US" dirty="0">
                <a:solidFill>
                  <a:schemeClr val="bg1"/>
                </a:solidFill>
                <a:hlinkClick r:id="rId11"/>
              </a:rPr>
              <a:t>https://wbollock.github.io/otel_upgrade_helper/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7864B-ADA4-351C-4147-A9AEE4F0A424}"/>
              </a:ext>
            </a:extLst>
          </p:cNvPr>
          <p:cNvSpPr txBox="1"/>
          <p:nvPr/>
        </p:nvSpPr>
        <p:spPr>
          <a:xfrm>
            <a:off x="850814" y="1591293"/>
            <a:ext cx="2424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48920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0C4C6-A6A2-F755-923C-21DE1A24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9C27A-C92B-0539-374E-5CFE15B2D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713" y="1792941"/>
            <a:ext cx="3299384" cy="3272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1B05E1-6CF4-D7DA-ABA0-FA03CDFEE7FC}"/>
              </a:ext>
            </a:extLst>
          </p:cNvPr>
          <p:cNvSpPr txBox="1"/>
          <p:nvPr/>
        </p:nvSpPr>
        <p:spPr>
          <a:xfrm>
            <a:off x="7700713" y="5148215"/>
            <a:ext cx="37928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Gundega </a:t>
            </a:r>
            <a:r>
              <a:rPr lang="en-US" sz="2800" dirty="0" err="1">
                <a:solidFill>
                  <a:schemeClr val="bg1"/>
                </a:solidFill>
              </a:rPr>
              <a:t>Dēķena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Accenture Baltics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0388E-115A-8B12-EB8A-8C5040445651}"/>
              </a:ext>
            </a:extLst>
          </p:cNvPr>
          <p:cNvSpPr txBox="1"/>
          <p:nvPr/>
        </p:nvSpPr>
        <p:spPr>
          <a:xfrm>
            <a:off x="1191903" y="1792941"/>
            <a:ext cx="38929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Questions?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Comments!?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Let’s connect!</a:t>
            </a:r>
          </a:p>
        </p:txBody>
      </p:sp>
    </p:spTree>
    <p:extLst>
      <p:ext uri="{BB962C8B-B14F-4D97-AF65-F5344CB8AC3E}">
        <p14:creationId xmlns:p14="http://schemas.microsoft.com/office/powerpoint/2010/main" val="5944692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0</TotalTime>
  <Words>1277</Words>
  <Application>Microsoft Office PowerPoint</Application>
  <PresentationFormat>Widescreen</PresentationFormat>
  <Paragraphs>130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Century Gothic</vt:lpstr>
      <vt:lpstr>Vapor Trail</vt:lpstr>
      <vt:lpstr>OpenTelemetry  From Core Concepts to Scaling Insights</vt:lpstr>
      <vt:lpstr>PowerPoint Presentation</vt:lpstr>
      <vt:lpstr>agenda</vt:lpstr>
      <vt:lpstr>Observability is the ability to understand the internal state of a system based on its external outputs.</vt:lpstr>
      <vt:lpstr>PowerPoint Presentation</vt:lpstr>
      <vt:lpstr>“Observability" is the convergence of the three distinct categories of tools:   Application Performance Management Log Management Infrastructure Monitoring</vt:lpstr>
      <vt:lpstr>2 pillars oF monitoring</vt:lpstr>
      <vt:lpstr>2 pillars oF monitoring</vt:lpstr>
      <vt:lpstr>3 4 pillars oF observability</vt:lpstr>
      <vt:lpstr>Enter Opentelemetry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Dekena, Gundega</dc:creator>
  <cp:lastModifiedBy>Dekena Gundega, SCS-INI-EOG-SPA (EXT)</cp:lastModifiedBy>
  <cp:revision>3</cp:revision>
  <dcterms:created xsi:type="dcterms:W3CDTF">2025-02-02T16:10:42Z</dcterms:created>
  <dcterms:modified xsi:type="dcterms:W3CDTF">2025-10-15T14:46:38Z</dcterms:modified>
</cp:coreProperties>
</file>