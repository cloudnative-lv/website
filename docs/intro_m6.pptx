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Play"/>
      <p:regular r:id="rId13"/>
      <p:bold r:id="rId14"/>
    </p:embeddedFont>
    <p:embeddedFont>
      <p:font typeface="Lexend Light"/>
      <p:regular r:id="rId15"/>
      <p:bold r:id="rId16"/>
    </p:embeddedFont>
    <p:embeddedFont>
      <p:font typeface="Lexen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Q8Fu2huisiaKoPsmgt1Rr+WYo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Light-regular.fntdata"/><Relationship Id="rId14" Type="http://schemas.openxmlformats.org/officeDocument/2006/relationships/font" Target="fonts/Play-bold.fntdata"/><Relationship Id="rId17" Type="http://schemas.openxmlformats.org/officeDocument/2006/relationships/font" Target="fonts/Lexend-regular.fntdata"/><Relationship Id="rId16" Type="http://schemas.openxmlformats.org/officeDocument/2006/relationships/font" Target="fonts/LexendLight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Lexen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66f21c3cb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766f21c3cb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Let us introduce ourselves, so you are aware who is talking</a:t>
            </a:r>
            <a:endParaRPr/>
          </a:p>
        </p:txBody>
      </p:sp>
      <p:sp>
        <p:nvSpPr>
          <p:cNvPr id="102" name="Google Shape;102;g3766f21c3cb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7af460fe8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77af460fe8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377af460fe8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7af460fe8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77af460fe8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77af460fe8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7cb164365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77cb164365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7af460fe8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77af460fe8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f53a4bc88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af53a4bc88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623887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623887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6286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29150" y="1369218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940248" y="-942380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6F4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A pink silhouette of a city&#10;&#10;AI-generated content may be incorrect.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50284"/>
            <a:ext cx="9144000" cy="3293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cube and clouds&#10;&#10;AI-generated content may be incorrect."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8982" y="383430"/>
            <a:ext cx="2326036" cy="2058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a cube and clouds&#10;&#10;AI-generated content may be incorrect." id="95" name="Google Shape;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8208" y="4060516"/>
            <a:ext cx="914283" cy="809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96" name="Google Shape;96;p8"/>
          <p:cNvPicPr preferRelativeResize="0"/>
          <p:nvPr/>
        </p:nvPicPr>
        <p:blipFill rotWithShape="1">
          <a:blip r:embed="rId4">
            <a:alphaModFix/>
          </a:blip>
          <a:srcRect b="2994" l="0" r="0" t="1"/>
          <a:stretch/>
        </p:blipFill>
        <p:spPr>
          <a:xfrm>
            <a:off x="0" y="3609678"/>
            <a:ext cx="7087892" cy="153382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 txBox="1"/>
          <p:nvPr/>
        </p:nvSpPr>
        <p:spPr>
          <a:xfrm>
            <a:off x="2824800" y="517375"/>
            <a:ext cx="34944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AGENDA</a:t>
            </a:r>
            <a:endParaRPr b="0" i="0" sz="2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of today's meetup</a:t>
            </a:r>
            <a:endParaRPr b="0" i="1" sz="12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660800" y="1251550"/>
            <a:ext cx="7769100" cy="2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18:30: </a:t>
            </a:r>
            <a:r>
              <a:rPr b="0" i="0" lang="en-US" sz="1600" u="none" cap="none" strike="noStrike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Welcome by Cloud Native Latvia </a:t>
            </a:r>
            <a:r>
              <a:rPr b="0" i="1" lang="en-US" sz="1600" u="none" cap="none" strike="noStrike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← we are here</a:t>
            </a:r>
            <a:endParaRPr b="0" i="1" sz="1600" u="none" cap="none" strike="noStrike">
              <a:solidFill>
                <a:srgbClr val="30303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18:45: </a:t>
            </a:r>
            <a:r>
              <a:rPr b="1" lang="en-US" sz="1600">
                <a:solidFill>
                  <a:srgbClr val="C00000"/>
                </a:solidFill>
              </a:rPr>
              <a:t>Creating Platform That Can Move Where GPUs are Available</a:t>
            </a:r>
            <a:endParaRPr b="1" sz="1600">
              <a:solidFill>
                <a:srgbClr val="C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19:30</a:t>
            </a:r>
            <a:r>
              <a:rPr b="0" i="0" lang="en-US" sz="1600" u="none" cap="none" strike="noStrike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b="0" i="0" lang="en-US" sz="1600" u="none" cap="none" strike="noStrike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 Break with snacks</a:t>
            </a:r>
            <a:endParaRPr b="0" i="0" sz="1600" u="none" cap="none" strike="noStrike">
              <a:solidFill>
                <a:srgbClr val="30303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19:45: </a:t>
            </a:r>
            <a:r>
              <a:rPr b="1" lang="en-US" sz="1600">
                <a:solidFill>
                  <a:srgbClr val="C00000"/>
                </a:solidFill>
              </a:rPr>
              <a:t>Secret Agents: Identity for AI Workloads</a:t>
            </a:r>
            <a:endParaRPr b="1" i="0" sz="16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20:30:</a:t>
            </a:r>
            <a:r>
              <a:rPr b="0" i="0" lang="en-US" sz="1600" u="none" cap="none" strike="noStrike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 Optional networking</a:t>
            </a:r>
            <a:endParaRPr b="0" i="0" sz="1600" u="none" cap="none" strike="noStrike">
              <a:solidFill>
                <a:srgbClr val="30303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03030"/>
                </a:solidFill>
                <a:latin typeface="Lexend"/>
                <a:ea typeface="Lexend"/>
                <a:cs typeface="Lexend"/>
                <a:sym typeface="Lexend"/>
              </a:rPr>
              <a:t>21:00:</a:t>
            </a:r>
            <a:r>
              <a:rPr b="0" i="0" lang="en-US" sz="1600" u="none" cap="none" strike="noStrike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 Doors close</a:t>
            </a:r>
            <a:endParaRPr b="0" i="0" sz="16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a cube and clouds&#10;&#10;AI-generated content may be incorrect." id="104" name="Google Shape;104;g3766f21c3cb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6152" y="4299986"/>
            <a:ext cx="759675" cy="67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05" name="Google Shape;105;g3766f21c3cb_0_11"/>
          <p:cNvPicPr preferRelativeResize="0"/>
          <p:nvPr/>
        </p:nvPicPr>
        <p:blipFill rotWithShape="1">
          <a:blip r:embed="rId4">
            <a:alphaModFix/>
          </a:blip>
          <a:srcRect b="2996" l="0" r="0" t="0"/>
          <a:stretch/>
        </p:blipFill>
        <p:spPr>
          <a:xfrm>
            <a:off x="0" y="4128750"/>
            <a:ext cx="4689226" cy="10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766f21c3cb_0_11" title="Group 53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8963" y="1030275"/>
            <a:ext cx="7006076" cy="283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7af460fe8_0_53"/>
          <p:cNvSpPr txBox="1"/>
          <p:nvPr/>
        </p:nvSpPr>
        <p:spPr>
          <a:xfrm>
            <a:off x="2824800" y="517375"/>
            <a:ext cx="34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Sponsors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with a cube and clouds&#10;&#10;AI-generated content may be incorrect." id="113" name="Google Shape;113;g377af460fe8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6152" y="4299986"/>
            <a:ext cx="759675" cy="67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14" name="Google Shape;114;g377af460fe8_0_53"/>
          <p:cNvPicPr preferRelativeResize="0"/>
          <p:nvPr/>
        </p:nvPicPr>
        <p:blipFill rotWithShape="1">
          <a:blip r:embed="rId4">
            <a:alphaModFix/>
          </a:blip>
          <a:srcRect b="2996" l="0" r="0" t="0"/>
          <a:stretch/>
        </p:blipFill>
        <p:spPr>
          <a:xfrm>
            <a:off x="0" y="4128750"/>
            <a:ext cx="4689226" cy="10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77af460fe8_0_53" title="Group 532.png"/>
          <p:cNvPicPr preferRelativeResize="0"/>
          <p:nvPr/>
        </p:nvPicPr>
        <p:blipFill rotWithShape="1">
          <a:blip r:embed="rId5">
            <a:alphaModFix/>
          </a:blip>
          <a:srcRect b="44815" l="0" r="50629" t="0"/>
          <a:stretch/>
        </p:blipFill>
        <p:spPr>
          <a:xfrm>
            <a:off x="1103675" y="1552600"/>
            <a:ext cx="3424599" cy="12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77af460fe8_0_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8850" y="1552599"/>
            <a:ext cx="2934125" cy="97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77af460fe8_0_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7575" y="2398422"/>
            <a:ext cx="2934124" cy="1650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77af460fe8_0_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3500" y="1588600"/>
            <a:ext cx="3614775" cy="36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7af460fe8_0_65"/>
          <p:cNvSpPr txBox="1"/>
          <p:nvPr/>
        </p:nvSpPr>
        <p:spPr>
          <a:xfrm>
            <a:off x="2824800" y="397475"/>
            <a:ext cx="34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How to connect?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ogo with a cube and clouds&#10;&#10;AI-generated content may be incorrect." id="125" name="Google Shape;125;g377af460fe8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6152" y="4299986"/>
            <a:ext cx="759675" cy="67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26" name="Google Shape;126;g377af460fe8_0_65"/>
          <p:cNvPicPr preferRelativeResize="0"/>
          <p:nvPr/>
        </p:nvPicPr>
        <p:blipFill rotWithShape="1">
          <a:blip r:embed="rId4">
            <a:alphaModFix/>
          </a:blip>
          <a:srcRect b="2996" l="0" r="0" t="0"/>
          <a:stretch/>
        </p:blipFill>
        <p:spPr>
          <a:xfrm>
            <a:off x="0" y="4128750"/>
            <a:ext cx="4689226" cy="101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77af460fe8_0_65" title="Group 526.png"/>
          <p:cNvPicPr preferRelativeResize="0"/>
          <p:nvPr/>
        </p:nvPicPr>
        <p:blipFill rotWithShape="1">
          <a:blip r:embed="rId5">
            <a:alphaModFix/>
          </a:blip>
          <a:srcRect b="0" l="0" r="64415" t="0"/>
          <a:stretch/>
        </p:blipFill>
        <p:spPr>
          <a:xfrm>
            <a:off x="5605016" y="2191659"/>
            <a:ext cx="1386054" cy="122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77af460fe8_0_65" title="Group 526.png"/>
          <p:cNvPicPr preferRelativeResize="0"/>
          <p:nvPr/>
        </p:nvPicPr>
        <p:blipFill rotWithShape="1">
          <a:blip r:embed="rId5">
            <a:alphaModFix/>
          </a:blip>
          <a:srcRect b="0" l="38631" r="31182" t="0"/>
          <a:stretch/>
        </p:blipFill>
        <p:spPr>
          <a:xfrm>
            <a:off x="2152941" y="2191659"/>
            <a:ext cx="1175800" cy="1229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77af460fe8_0_65" title="Group 526.png"/>
          <p:cNvPicPr preferRelativeResize="0"/>
          <p:nvPr/>
        </p:nvPicPr>
        <p:blipFill rotWithShape="1">
          <a:blip r:embed="rId5">
            <a:alphaModFix/>
          </a:blip>
          <a:srcRect b="0" l="72885" r="0" t="0"/>
          <a:stretch/>
        </p:blipFill>
        <p:spPr>
          <a:xfrm>
            <a:off x="3959988" y="2191659"/>
            <a:ext cx="1056151" cy="122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77af460fe8_0_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90388" y="1065400"/>
            <a:ext cx="759675" cy="7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77af460fe8_0_65"/>
          <p:cNvSpPr txBox="1"/>
          <p:nvPr/>
        </p:nvSpPr>
        <p:spPr>
          <a:xfrm>
            <a:off x="3150075" y="1254363"/>
            <a:ext cx="34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hello@cloudnative.lv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77af460fe8_0_65" title="linkedinQR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71675" y="3458800"/>
            <a:ext cx="938350" cy="9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77af460fe8_0_65" title="Vector-4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65526" y="3458801"/>
            <a:ext cx="938349" cy="93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77af460fe8_0_65" title="Vector-5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28879" y="3458804"/>
            <a:ext cx="938350" cy="9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nk and white cartoon of a bridge&#10;&#10;AI-generated content may be incorrect." id="139" name="Google Shape;139;g377cb164365_0_11"/>
          <p:cNvPicPr preferRelativeResize="0"/>
          <p:nvPr/>
        </p:nvPicPr>
        <p:blipFill rotWithShape="1">
          <a:blip r:embed="rId3">
            <a:alphaModFix/>
          </a:blip>
          <a:srcRect b="2997" l="0" r="0" t="0"/>
          <a:stretch/>
        </p:blipFill>
        <p:spPr>
          <a:xfrm>
            <a:off x="0" y="3609678"/>
            <a:ext cx="7087893" cy="15338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cube and clouds&#10;&#10;AI-generated content may be incorrect." id="140" name="Google Shape;140;g377cb164365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8208" y="4060516"/>
            <a:ext cx="914283" cy="8091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77cb164365_0_11"/>
          <p:cNvSpPr txBox="1"/>
          <p:nvPr/>
        </p:nvSpPr>
        <p:spPr>
          <a:xfrm>
            <a:off x="2824800" y="517375"/>
            <a:ext cx="34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Next up:</a:t>
            </a:r>
            <a:endParaRPr b="0" i="1" sz="12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g377cb164365_0_11"/>
          <p:cNvSpPr txBox="1"/>
          <p:nvPr/>
        </p:nvSpPr>
        <p:spPr>
          <a:xfrm>
            <a:off x="1028099" y="1034575"/>
            <a:ext cx="70878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Creating Platform That Can Move Where GPUs are Available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77cb164365_0_11" title="Group 533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2425" y="1812986"/>
            <a:ext cx="6099150" cy="18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a cube and clouds&#10;&#10;AI-generated content may be incorrect." id="148" name="Google Shape;148;g377af460fe8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8208" y="4060516"/>
            <a:ext cx="914283" cy="809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49" name="Google Shape;149;g377af460fe8_0_98"/>
          <p:cNvPicPr preferRelativeResize="0"/>
          <p:nvPr/>
        </p:nvPicPr>
        <p:blipFill rotWithShape="1">
          <a:blip r:embed="rId4">
            <a:alphaModFix/>
          </a:blip>
          <a:srcRect b="2996" l="0" r="0" t="0"/>
          <a:stretch/>
        </p:blipFill>
        <p:spPr>
          <a:xfrm>
            <a:off x="0" y="3609678"/>
            <a:ext cx="7087894" cy="153382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77af460fe8_0_98"/>
          <p:cNvSpPr txBox="1"/>
          <p:nvPr/>
        </p:nvSpPr>
        <p:spPr>
          <a:xfrm>
            <a:off x="2824800" y="517375"/>
            <a:ext cx="3494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Next up:</a:t>
            </a:r>
            <a:endParaRPr b="0" i="1" sz="12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g377af460fe8_0_98"/>
          <p:cNvSpPr txBox="1"/>
          <p:nvPr/>
        </p:nvSpPr>
        <p:spPr>
          <a:xfrm>
            <a:off x="716575" y="1078741"/>
            <a:ext cx="7741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Secret Agents: Identity for AI Workloads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g377af460fe8_0_98" title="Group 533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7325" y="1850491"/>
            <a:ext cx="5760004" cy="1708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a cube and clouds&#10;&#10;AI-generated content may be incorrect." id="157" name="Google Shape;157;g3af53a4bc88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8208" y="4060516"/>
            <a:ext cx="914283" cy="8091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nk and white cartoon of a bridge&#10;&#10;AI-generated content may be incorrect." id="158" name="Google Shape;158;g3af53a4bc88_0_7"/>
          <p:cNvPicPr preferRelativeResize="0"/>
          <p:nvPr/>
        </p:nvPicPr>
        <p:blipFill rotWithShape="1">
          <a:blip r:embed="rId4">
            <a:alphaModFix/>
          </a:blip>
          <a:srcRect b="2996" l="0" r="0" t="0"/>
          <a:stretch/>
        </p:blipFill>
        <p:spPr>
          <a:xfrm>
            <a:off x="0" y="3609678"/>
            <a:ext cx="7087894" cy="153382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af53a4bc88_0_7"/>
          <p:cNvSpPr txBox="1"/>
          <p:nvPr/>
        </p:nvSpPr>
        <p:spPr>
          <a:xfrm>
            <a:off x="1651356" y="785245"/>
            <a:ext cx="599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03030"/>
                </a:solidFill>
                <a:latin typeface="Lexend Light"/>
                <a:ea typeface="Lexend Light"/>
                <a:cs typeface="Lexend Light"/>
                <a:sym typeface="Lexend Light"/>
              </a:rPr>
              <a:t>Help us get better for future events!</a:t>
            </a:r>
            <a:endParaRPr b="0" i="0" sz="2400" u="none" cap="none" strike="noStrike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60" name="Google Shape;160;g3af53a4bc88_0_7" title="Qq6a6s8XbjfxaLX_Untitled 2026-06-1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9238" y="1588982"/>
            <a:ext cx="1965535" cy="1965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2025-07-30T09:21:52Z</dcterms:created>
  <dc:creator>Linda Ārende</dc:creator>
</cp:coreProperties>
</file>