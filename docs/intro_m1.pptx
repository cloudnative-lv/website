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Play"/>
      <p:regular r:id="rId17"/>
      <p:bold r:id="rId18"/>
    </p:embeddedFont>
    <p:embeddedFont>
      <p:font typeface="Lexend Light"/>
      <p:regular r:id="rId19"/>
      <p:bold r:id="rId20"/>
    </p:embeddedFont>
    <p:embeddedFont>
      <p:font typeface="Lexen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hafYRHL84sR5wZyt6bHJW6isJ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Light-bold.fntdata"/><Relationship Id="rId11" Type="http://schemas.openxmlformats.org/officeDocument/2006/relationships/slide" Target="slides/slide7.xml"/><Relationship Id="rId22" Type="http://schemas.openxmlformats.org/officeDocument/2006/relationships/font" Target="fonts/Lexend-bold.fntdata"/><Relationship Id="rId10" Type="http://schemas.openxmlformats.org/officeDocument/2006/relationships/slide" Target="slides/slide6.xml"/><Relationship Id="rId21" Type="http://schemas.openxmlformats.org/officeDocument/2006/relationships/font" Target="fonts/Lexend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LexendLight-regular.fntdata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66f21c3cb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766f21c3cb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 us introduce ourselves, so you are aware who is talking</a:t>
            </a:r>
            <a:endParaRPr/>
          </a:p>
        </p:txBody>
      </p:sp>
      <p:sp>
        <p:nvSpPr>
          <p:cNvPr id="94" name="Google Shape;94;g3766f21c3cb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cloud native?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 is NOT about using clouds like AWS, Google Cloud or Azure.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Cloud native technologies empower organizations to </a:t>
            </a:r>
            <a:r>
              <a:rPr b="1" lang="en-US"/>
              <a:t>build and run scalable applications in modern, dynamic environments such as public, private, and hybrid</a:t>
            </a:r>
            <a:r>
              <a:rPr lang="en-US"/>
              <a:t> clouds.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Containers, service meshes, microservices, immutable infrastructure, and declarative APIs exemplify this approach.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328"/>
                </a:solidFill>
                <a:highlight>
                  <a:srgbClr val="FFFFFF"/>
                </a:highlight>
              </a:rPr>
              <a:t>The Cloud Native Computing Foundation seeks to drive adoption of this paradigm by fostering and sustaining an ecosystem of open source, vendor-neutral projects. We democratize state-of-the-art patterns to make these innovations accessible for everyone.</a:t>
            </a:r>
            <a:endParaRPr/>
          </a:p>
        </p:txBody>
      </p:sp>
      <p:sp>
        <p:nvSpPr>
          <p:cNvPr id="102" name="Google Shape;10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snippet of topics and projects we can and will discuss.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7af460fe8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77af460fe8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77af460fe8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7af460fe8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77af460fe8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latin typeface="Lexend Light"/>
                <a:ea typeface="Lexend Light"/>
                <a:cs typeface="Lexend Light"/>
                <a:sym typeface="Lexend Light"/>
              </a:rPr>
              <a:t>Current plan: 6 events per year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Lexend Light"/>
                <a:ea typeface="Lexend Light"/>
                <a:cs typeface="Lexend Light"/>
                <a:sym typeface="Lexend Light"/>
              </a:rPr>
              <a:t>As official chapter, we follow the values, mission and code of conduct of CNCF.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Lexend Light"/>
                <a:ea typeface="Lexend Light"/>
                <a:cs typeface="Lexend Light"/>
                <a:sym typeface="Lexend Light"/>
              </a:rPr>
              <a:t>Therefore topics will be around </a:t>
            </a:r>
            <a:r>
              <a:rPr b="1" lang="en-US" sz="2000">
                <a:latin typeface="Lexend"/>
                <a:ea typeface="Lexend"/>
                <a:cs typeface="Lexend"/>
                <a:sym typeface="Lexend"/>
              </a:rPr>
              <a:t>solutions and use-cases</a:t>
            </a:r>
            <a:r>
              <a:rPr lang="en-US" sz="2000">
                <a:latin typeface="Lexend Light"/>
                <a:ea typeface="Lexend Light"/>
                <a:cs typeface="Lexend Light"/>
                <a:sym typeface="Lexend Light"/>
              </a:rPr>
              <a:t> of </a:t>
            </a:r>
            <a:r>
              <a:rPr b="1" lang="en-US" sz="2000">
                <a:latin typeface="Lexend"/>
                <a:ea typeface="Lexend"/>
                <a:cs typeface="Lexend"/>
                <a:sym typeface="Lexend"/>
              </a:rPr>
              <a:t>open-source projects from CNCF</a:t>
            </a:r>
            <a:r>
              <a:rPr lang="en-US" sz="2000">
                <a:latin typeface="Lexend Light"/>
                <a:ea typeface="Lexend Light"/>
                <a:cs typeface="Lexend Light"/>
                <a:sym typeface="Lexend Light"/>
              </a:rPr>
              <a:t> landscape. </a:t>
            </a:r>
            <a:endParaRPr/>
          </a:p>
        </p:txBody>
      </p:sp>
      <p:sp>
        <p:nvSpPr>
          <p:cNvPr id="136" name="Google Shape;136;g377af460fe8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7af460fe8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77af460fe8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77af460fe8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7af460fe8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77af460fe8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77af460fe8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7cb164365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77cb164365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7af460fe8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77af460fe8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7af460fe8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77af460fe8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623887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623887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628650" y="1369218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29150" y="1369218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2940248" y="-942380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F4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6.png"/><Relationship Id="rId8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A pink silhouette of a city&#10;&#10;AI-generated content may be incorrect.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50284"/>
            <a:ext cx="9144000" cy="3293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with a cube and clouds&#10;&#10;AI-generated content may be incorrect." id="90" name="Google Shape;9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8982" y="383430"/>
            <a:ext cx="2326036" cy="2058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with a cube and clouds&#10;&#10;AI-generated content may be incorrect." id="96" name="Google Shape;96;g3766f21c3cb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6152" y="4299986"/>
            <a:ext cx="759675" cy="67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nk and white cartoon of a bridge&#10;&#10;AI-generated content may be incorrect." id="97" name="Google Shape;97;g3766f21c3cb_0_11"/>
          <p:cNvPicPr preferRelativeResize="0"/>
          <p:nvPr/>
        </p:nvPicPr>
        <p:blipFill rotWithShape="1">
          <a:blip r:embed="rId4">
            <a:alphaModFix/>
          </a:blip>
          <a:srcRect b="2997" l="0" r="0" t="0"/>
          <a:stretch/>
        </p:blipFill>
        <p:spPr>
          <a:xfrm>
            <a:off x="0" y="4128750"/>
            <a:ext cx="4689226" cy="101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3766f21c3cb_0_11" title="Group 53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8963" y="1030275"/>
            <a:ext cx="7006076" cy="283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/>
          <p:nvPr/>
        </p:nvSpPr>
        <p:spPr>
          <a:xfrm>
            <a:off x="2457900" y="477400"/>
            <a:ext cx="42282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What is Cloud Native?</a:t>
            </a:r>
            <a:endParaRPr sz="2400"/>
          </a:p>
        </p:txBody>
      </p:sp>
      <p:sp>
        <p:nvSpPr>
          <p:cNvPr id="105" name="Google Shape;105;p2"/>
          <p:cNvSpPr txBox="1"/>
          <p:nvPr/>
        </p:nvSpPr>
        <p:spPr>
          <a:xfrm>
            <a:off x="934200" y="1058788"/>
            <a:ext cx="7275600" cy="3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Cloud Native computing is an </a:t>
            </a:r>
            <a:r>
              <a:rPr b="1"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approach to software development</a:t>
            </a: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Containers, microservices, declarative code and immutable infrastructure are core building blocks to this approach.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CNCF is a foundation that supports ecosystem of </a:t>
            </a:r>
            <a:r>
              <a:rPr b="1"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open source, vendor-neutral</a:t>
            </a: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projects.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descr="A pink and white cartoon of a bridge&#10;&#10;AI-generated content may be incorrect." id="106" name="Google Shape;106;p2"/>
          <p:cNvPicPr preferRelativeResize="0"/>
          <p:nvPr/>
        </p:nvPicPr>
        <p:blipFill rotWithShape="1">
          <a:blip r:embed="rId3">
            <a:alphaModFix/>
          </a:blip>
          <a:srcRect b="2997" l="0" r="0" t="0"/>
          <a:stretch/>
        </p:blipFill>
        <p:spPr>
          <a:xfrm>
            <a:off x="0" y="4128750"/>
            <a:ext cx="4689226" cy="1014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with a cube and clouds&#10;&#10;AI-generated content may be incorrect." id="107" name="Google Shape;10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6152" y="4299986"/>
            <a:ext cx="759675" cy="67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747" y="1085532"/>
            <a:ext cx="8160506" cy="266290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/>
        </p:nvSpPr>
        <p:spPr>
          <a:xfrm>
            <a:off x="491750" y="471550"/>
            <a:ext cx="7907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Just a snippet of the CNCF project landscape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00700" y="1836700"/>
            <a:ext cx="288300" cy="2883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800700" y="1146650"/>
            <a:ext cx="288300" cy="2883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1105500" y="3427950"/>
            <a:ext cx="288300" cy="2883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2593675" y="2768250"/>
            <a:ext cx="288300" cy="2883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800700" y="2768250"/>
            <a:ext cx="288300" cy="2883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1393800" y="1146650"/>
            <a:ext cx="288300" cy="2883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logo with a cube and clouds&#10;&#10;AI-generated content may be incorrect." id="121" name="Google Shape;12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6152" y="4299986"/>
            <a:ext cx="759675" cy="67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nk and white cartoon of a bridge&#10;&#10;AI-generated content may be incorrect." id="122" name="Google Shape;122;p4"/>
          <p:cNvPicPr preferRelativeResize="0"/>
          <p:nvPr/>
        </p:nvPicPr>
        <p:blipFill rotWithShape="1">
          <a:blip r:embed="rId5">
            <a:alphaModFix/>
          </a:blip>
          <a:srcRect b="2997" l="0" r="0" t="0"/>
          <a:stretch/>
        </p:blipFill>
        <p:spPr>
          <a:xfrm>
            <a:off x="0" y="4128750"/>
            <a:ext cx="4689226" cy="10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7af460fe8_0_25"/>
          <p:cNvSpPr txBox="1"/>
          <p:nvPr/>
        </p:nvSpPr>
        <p:spPr>
          <a:xfrm>
            <a:off x="2420850" y="490725"/>
            <a:ext cx="43023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Why Cloud Native Latvia?</a:t>
            </a:r>
            <a:endParaRPr sz="2400"/>
          </a:p>
        </p:txBody>
      </p:sp>
      <p:sp>
        <p:nvSpPr>
          <p:cNvPr id="129" name="Google Shape;129;g377af460fe8_0_25"/>
          <p:cNvSpPr txBox="1"/>
          <p:nvPr/>
        </p:nvSpPr>
        <p:spPr>
          <a:xfrm>
            <a:off x="1288025" y="1048925"/>
            <a:ext cx="7769100" cy="1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We want to: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45720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- bring </a:t>
            </a:r>
            <a:r>
              <a:rPr b="1"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more tech</a:t>
            </a: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into </a:t>
            </a:r>
            <a:r>
              <a:rPr b="1"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local</a:t>
            </a: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community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45720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- level-up our collective knowledge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45720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- give a place to rant, share and be curious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30" name="Google Shape;130;g377af460fe8_0_25"/>
          <p:cNvSpPr txBox="1"/>
          <p:nvPr/>
        </p:nvSpPr>
        <p:spPr>
          <a:xfrm>
            <a:off x="687450" y="2840800"/>
            <a:ext cx="77691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Overall vibe goals:</a:t>
            </a: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tech-energy, introvert friendly (no icebreaker sessions), beginners welcome and </a:t>
            </a:r>
            <a:r>
              <a:rPr b="1"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knowledge</a:t>
            </a:r>
            <a:r>
              <a:rPr b="1"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an unlimited resource to be shared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descr="A logo with a cube and clouds&#10;&#10;AI-generated content may be incorrect." id="131" name="Google Shape;131;g377af460fe8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6152" y="4299986"/>
            <a:ext cx="759675" cy="67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nk and white cartoon of a bridge&#10;&#10;AI-generated content may be incorrect." id="132" name="Google Shape;132;g377af460fe8_0_25"/>
          <p:cNvPicPr preferRelativeResize="0"/>
          <p:nvPr/>
        </p:nvPicPr>
        <p:blipFill rotWithShape="1">
          <a:blip r:embed="rId4">
            <a:alphaModFix/>
          </a:blip>
          <a:srcRect b="2997" l="0" r="0" t="0"/>
          <a:stretch/>
        </p:blipFill>
        <p:spPr>
          <a:xfrm>
            <a:off x="0" y="4128750"/>
            <a:ext cx="4689226" cy="10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7af460fe8_0_34"/>
          <p:cNvSpPr txBox="1"/>
          <p:nvPr/>
        </p:nvSpPr>
        <p:spPr>
          <a:xfrm>
            <a:off x="2473800" y="516650"/>
            <a:ext cx="4196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Expectations</a:t>
            </a:r>
            <a:endParaRPr sz="2400"/>
          </a:p>
        </p:txBody>
      </p:sp>
      <p:pic>
        <p:nvPicPr>
          <p:cNvPr descr="A logo with a cube and clouds&#10;&#10;AI-generated content may be incorrect." id="139" name="Google Shape;139;g377af460fe8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6152" y="4299986"/>
            <a:ext cx="759675" cy="67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nk and white cartoon of a bridge&#10;&#10;AI-generated content may be incorrect." id="140" name="Google Shape;140;g377af460fe8_0_34"/>
          <p:cNvPicPr preferRelativeResize="0"/>
          <p:nvPr/>
        </p:nvPicPr>
        <p:blipFill rotWithShape="1">
          <a:blip r:embed="rId4">
            <a:alphaModFix/>
          </a:blip>
          <a:srcRect b="2997" l="0" r="0" t="0"/>
          <a:stretch/>
        </p:blipFill>
        <p:spPr>
          <a:xfrm>
            <a:off x="0" y="4128750"/>
            <a:ext cx="4689226" cy="101475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77af460fe8_0_34"/>
          <p:cNvSpPr txBox="1"/>
          <p:nvPr/>
        </p:nvSpPr>
        <p:spPr>
          <a:xfrm>
            <a:off x="687450" y="1125000"/>
            <a:ext cx="7769100" cy="25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Current plan: 6 events per year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As official chapter, we follow the </a:t>
            </a:r>
            <a:r>
              <a:rPr b="1"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values, mission and code of conduct</a:t>
            </a: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of CNCF.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Topics will be around </a:t>
            </a:r>
            <a:r>
              <a:rPr b="1"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solutions and use-cases</a:t>
            </a: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of </a:t>
            </a:r>
            <a:r>
              <a:rPr b="1"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open-source projects from CNCF</a:t>
            </a: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landscape.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7af460fe8_0_53"/>
          <p:cNvSpPr txBox="1"/>
          <p:nvPr/>
        </p:nvSpPr>
        <p:spPr>
          <a:xfrm>
            <a:off x="2824800" y="517375"/>
            <a:ext cx="3494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Sponsors</a:t>
            </a:r>
            <a:endParaRPr sz="2400"/>
          </a:p>
        </p:txBody>
      </p:sp>
      <p:pic>
        <p:nvPicPr>
          <p:cNvPr descr="A logo with a cube and clouds&#10;&#10;AI-generated content may be incorrect." id="148" name="Google Shape;148;g377af460fe8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6152" y="4299986"/>
            <a:ext cx="759675" cy="67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nk and white cartoon of a bridge&#10;&#10;AI-generated content may be incorrect." id="149" name="Google Shape;149;g377af460fe8_0_53"/>
          <p:cNvPicPr preferRelativeResize="0"/>
          <p:nvPr/>
        </p:nvPicPr>
        <p:blipFill rotWithShape="1">
          <a:blip r:embed="rId4">
            <a:alphaModFix/>
          </a:blip>
          <a:srcRect b="2997" l="0" r="0" t="0"/>
          <a:stretch/>
        </p:blipFill>
        <p:spPr>
          <a:xfrm>
            <a:off x="0" y="4128750"/>
            <a:ext cx="4689226" cy="101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77af460fe8_0_53" title="Group 532.png"/>
          <p:cNvPicPr preferRelativeResize="0"/>
          <p:nvPr/>
        </p:nvPicPr>
        <p:blipFill rotWithShape="1">
          <a:blip r:embed="rId5">
            <a:alphaModFix/>
          </a:blip>
          <a:srcRect b="44815" l="0" r="50629" t="0"/>
          <a:stretch/>
        </p:blipFill>
        <p:spPr>
          <a:xfrm>
            <a:off x="1103675" y="1552600"/>
            <a:ext cx="3424599" cy="12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77af460fe8_0_53"/>
          <p:cNvSpPr txBox="1"/>
          <p:nvPr/>
        </p:nvSpPr>
        <p:spPr>
          <a:xfrm>
            <a:off x="2420850" y="2975225"/>
            <a:ext cx="43023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Wanna join?</a:t>
            </a:r>
            <a:endParaRPr b="1" sz="2400"/>
          </a:p>
        </p:txBody>
      </p:sp>
      <p:pic>
        <p:nvPicPr>
          <p:cNvPr id="152" name="Google Shape;152;g377af460fe8_0_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1800" y="1618888"/>
            <a:ext cx="3321175" cy="110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7af460fe8_0_65"/>
          <p:cNvSpPr txBox="1"/>
          <p:nvPr/>
        </p:nvSpPr>
        <p:spPr>
          <a:xfrm>
            <a:off x="2824800" y="397475"/>
            <a:ext cx="3494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How to connect?</a:t>
            </a:r>
            <a:endParaRPr sz="2400"/>
          </a:p>
        </p:txBody>
      </p:sp>
      <p:pic>
        <p:nvPicPr>
          <p:cNvPr descr="A logo with a cube and clouds&#10;&#10;AI-generated content may be incorrect." id="159" name="Google Shape;159;g377af460fe8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6152" y="4299986"/>
            <a:ext cx="759675" cy="67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nk and white cartoon of a bridge&#10;&#10;AI-generated content may be incorrect." id="160" name="Google Shape;160;g377af460fe8_0_65"/>
          <p:cNvPicPr preferRelativeResize="0"/>
          <p:nvPr/>
        </p:nvPicPr>
        <p:blipFill rotWithShape="1">
          <a:blip r:embed="rId4">
            <a:alphaModFix/>
          </a:blip>
          <a:srcRect b="2997" l="0" r="0" t="0"/>
          <a:stretch/>
        </p:blipFill>
        <p:spPr>
          <a:xfrm>
            <a:off x="0" y="4128750"/>
            <a:ext cx="4689226" cy="101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77af460fe8_0_65" title="Group 526.png"/>
          <p:cNvPicPr preferRelativeResize="0"/>
          <p:nvPr/>
        </p:nvPicPr>
        <p:blipFill rotWithShape="1">
          <a:blip r:embed="rId5">
            <a:alphaModFix/>
          </a:blip>
          <a:srcRect b="0" l="0" r="64415" t="0"/>
          <a:stretch/>
        </p:blipFill>
        <p:spPr>
          <a:xfrm>
            <a:off x="5605016" y="2191659"/>
            <a:ext cx="1386054" cy="122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77af460fe8_0_65" title="Group 526.png"/>
          <p:cNvPicPr preferRelativeResize="0"/>
          <p:nvPr/>
        </p:nvPicPr>
        <p:blipFill rotWithShape="1">
          <a:blip r:embed="rId5">
            <a:alphaModFix/>
          </a:blip>
          <a:srcRect b="0" l="38631" r="31182" t="0"/>
          <a:stretch/>
        </p:blipFill>
        <p:spPr>
          <a:xfrm>
            <a:off x="2152941" y="2191659"/>
            <a:ext cx="1175800" cy="1229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77af460fe8_0_65" title="Group 526.png"/>
          <p:cNvPicPr preferRelativeResize="0"/>
          <p:nvPr/>
        </p:nvPicPr>
        <p:blipFill rotWithShape="1">
          <a:blip r:embed="rId5">
            <a:alphaModFix/>
          </a:blip>
          <a:srcRect b="0" l="72885" r="0" t="0"/>
          <a:stretch/>
        </p:blipFill>
        <p:spPr>
          <a:xfrm>
            <a:off x="3959988" y="2191659"/>
            <a:ext cx="1056151" cy="122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77af460fe8_0_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90388" y="1065400"/>
            <a:ext cx="759675" cy="75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77af460fe8_0_65"/>
          <p:cNvSpPr txBox="1"/>
          <p:nvPr/>
        </p:nvSpPr>
        <p:spPr>
          <a:xfrm>
            <a:off x="3150075" y="1254363"/>
            <a:ext cx="3494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hello@cloudnative.lv</a:t>
            </a:r>
            <a:endParaRPr sz="2400"/>
          </a:p>
        </p:txBody>
      </p:sp>
      <p:pic>
        <p:nvPicPr>
          <p:cNvPr id="166" name="Google Shape;166;g377af460fe8_0_65" title="linkedinQ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71675" y="3458800"/>
            <a:ext cx="938350" cy="9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77af460fe8_0_65" title="Vector-4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65526" y="3458801"/>
            <a:ext cx="938349" cy="93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77af460fe8_0_65" title="Vector-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28879" y="3458804"/>
            <a:ext cx="938350" cy="9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with a cube and clouds&#10;&#10;AI-generated content may be incorrect." id="173" name="Google Shape;1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8208" y="4060516"/>
            <a:ext cx="914283" cy="809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nk and white cartoon of a bridge&#10;&#10;AI-generated content may be incorrect." id="174" name="Google Shape;174;p8"/>
          <p:cNvPicPr preferRelativeResize="0"/>
          <p:nvPr/>
        </p:nvPicPr>
        <p:blipFill rotWithShape="1">
          <a:blip r:embed="rId4">
            <a:alphaModFix/>
          </a:blip>
          <a:srcRect b="2994" l="0" r="0" t="1"/>
          <a:stretch/>
        </p:blipFill>
        <p:spPr>
          <a:xfrm>
            <a:off x="0" y="3609678"/>
            <a:ext cx="7087892" cy="153382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 txBox="1"/>
          <p:nvPr/>
        </p:nvSpPr>
        <p:spPr>
          <a:xfrm>
            <a:off x="2824800" y="517375"/>
            <a:ext cx="34944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AGENDA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of today's meetup</a:t>
            </a:r>
            <a:endParaRPr i="1"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660800" y="1251550"/>
            <a:ext cx="77691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303030"/>
                </a:solidFill>
                <a:latin typeface="Lexend"/>
                <a:ea typeface="Lexend"/>
                <a:cs typeface="Lexend"/>
                <a:sym typeface="Lexend"/>
              </a:rPr>
              <a:t>18:00: </a:t>
            </a:r>
            <a:r>
              <a:rPr lang="en-US" sz="1500">
                <a:solidFill>
                  <a:srgbClr val="303030"/>
                </a:solidFill>
                <a:latin typeface="Lexend Light"/>
                <a:ea typeface="Lexend Light"/>
                <a:cs typeface="Lexend Light"/>
                <a:sym typeface="Lexend Light"/>
              </a:rPr>
              <a:t>Welcome by Cloud Native Latvia </a:t>
            </a:r>
            <a:r>
              <a:rPr i="1" lang="en-US" sz="1500">
                <a:solidFill>
                  <a:srgbClr val="303030"/>
                </a:solidFill>
                <a:latin typeface="Lexend Light"/>
                <a:ea typeface="Lexend Light"/>
                <a:cs typeface="Lexend Light"/>
                <a:sym typeface="Lexend Light"/>
              </a:rPr>
              <a:t>← we are here</a:t>
            </a:r>
            <a:endParaRPr i="1" sz="1500">
              <a:solidFill>
                <a:srgbClr val="30303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303030"/>
                </a:solidFill>
                <a:latin typeface="Lexend"/>
                <a:ea typeface="Lexend"/>
                <a:cs typeface="Lexend"/>
                <a:sym typeface="Lexend"/>
              </a:rPr>
              <a:t>18:15:</a:t>
            </a:r>
            <a:r>
              <a:rPr lang="en-US" sz="1500">
                <a:solidFill>
                  <a:srgbClr val="303030"/>
                </a:solidFill>
                <a:latin typeface="Lexend Light"/>
                <a:ea typeface="Lexend Light"/>
                <a:cs typeface="Lexend Light"/>
                <a:sym typeface="Lexend Light"/>
              </a:rPr>
              <a:t> No More Secrets (in Code): How We Built our Secret Management Solution by Māris Titovs and Ieva Lapiņa</a:t>
            </a:r>
            <a:endParaRPr sz="1500">
              <a:solidFill>
                <a:srgbClr val="30303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303030"/>
                </a:solidFill>
                <a:latin typeface="Lexend"/>
                <a:ea typeface="Lexend"/>
                <a:cs typeface="Lexend"/>
                <a:sym typeface="Lexend"/>
              </a:rPr>
              <a:t>19:00:</a:t>
            </a:r>
            <a:r>
              <a:rPr lang="en-US" sz="1500">
                <a:solidFill>
                  <a:srgbClr val="303030"/>
                </a:solidFill>
                <a:latin typeface="Lexend Light"/>
                <a:ea typeface="Lexend Light"/>
                <a:cs typeface="Lexend Light"/>
                <a:sym typeface="Lexend Light"/>
              </a:rPr>
              <a:t> Break with snacks</a:t>
            </a:r>
            <a:endParaRPr sz="1500">
              <a:solidFill>
                <a:srgbClr val="30303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303030"/>
                </a:solidFill>
                <a:latin typeface="Lexend"/>
                <a:ea typeface="Lexend"/>
                <a:cs typeface="Lexend"/>
                <a:sym typeface="Lexend"/>
              </a:rPr>
              <a:t>19:15:</a:t>
            </a:r>
            <a:r>
              <a:rPr lang="en-US" sz="1500">
                <a:solidFill>
                  <a:srgbClr val="303030"/>
                </a:solidFill>
                <a:latin typeface="Lexend Light"/>
                <a:ea typeface="Lexend Light"/>
                <a:cs typeface="Lexend Light"/>
                <a:sym typeface="Lexend Light"/>
              </a:rPr>
              <a:t> Practical Hybrid Cloud by Alex Rimlin</a:t>
            </a:r>
            <a:endParaRPr sz="1500">
              <a:solidFill>
                <a:srgbClr val="30303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303030"/>
                </a:solidFill>
                <a:latin typeface="Lexend"/>
                <a:ea typeface="Lexend"/>
                <a:cs typeface="Lexend"/>
                <a:sym typeface="Lexend"/>
              </a:rPr>
              <a:t>20:00:</a:t>
            </a:r>
            <a:r>
              <a:rPr lang="en-US" sz="1500">
                <a:solidFill>
                  <a:srgbClr val="303030"/>
                </a:solidFill>
                <a:latin typeface="Lexend Light"/>
                <a:ea typeface="Lexend Light"/>
                <a:cs typeface="Lexend Light"/>
                <a:sym typeface="Lexend Light"/>
              </a:rPr>
              <a:t> Optional networking</a:t>
            </a:r>
            <a:endParaRPr sz="1500">
              <a:solidFill>
                <a:srgbClr val="30303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en-US" sz="1500">
                <a:solidFill>
                  <a:srgbClr val="303030"/>
                </a:solidFill>
                <a:latin typeface="Lexend"/>
                <a:ea typeface="Lexend"/>
                <a:cs typeface="Lexend"/>
                <a:sym typeface="Lexend"/>
              </a:rPr>
              <a:t>20:30:</a:t>
            </a:r>
            <a:r>
              <a:rPr lang="en-US" sz="1500">
                <a:solidFill>
                  <a:srgbClr val="303030"/>
                </a:solidFill>
                <a:latin typeface="Lexend Light"/>
                <a:ea typeface="Lexend Light"/>
                <a:cs typeface="Lexend Light"/>
                <a:sym typeface="Lexend Light"/>
              </a:rPr>
              <a:t> Doors close</a:t>
            </a:r>
            <a:endParaRPr sz="27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with a cube and clouds&#10;&#10;AI-generated content may be incorrect." id="181" name="Google Shape;181;g377cb164365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8208" y="4060516"/>
            <a:ext cx="914283" cy="80914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77cb164365_0_11"/>
          <p:cNvSpPr txBox="1"/>
          <p:nvPr/>
        </p:nvSpPr>
        <p:spPr>
          <a:xfrm>
            <a:off x="2824800" y="517375"/>
            <a:ext cx="3494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Next up:</a:t>
            </a:r>
            <a:endParaRPr i="1"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83" name="Google Shape;183;g377cb164365_0_11"/>
          <p:cNvSpPr txBox="1"/>
          <p:nvPr/>
        </p:nvSpPr>
        <p:spPr>
          <a:xfrm>
            <a:off x="1028099" y="1324400"/>
            <a:ext cx="70878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 More Secrets (in Code): How We Built our Secret Management Solution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g377cb164365_0_11" title="Group 533-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100" y="2993089"/>
            <a:ext cx="4287200" cy="11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77cb164365_0_11" title="Group 535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9769" y="2174000"/>
            <a:ext cx="3976131" cy="111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with a cube and clouds&#10;&#10;AI-generated content may be incorrect." id="190" name="Google Shape;190;g377af460fe8_0_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8208" y="4060516"/>
            <a:ext cx="914283" cy="809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nk and white cartoon of a bridge&#10;&#10;AI-generated content may be incorrect." id="191" name="Google Shape;191;g377af460fe8_0_98"/>
          <p:cNvPicPr preferRelativeResize="0"/>
          <p:nvPr/>
        </p:nvPicPr>
        <p:blipFill rotWithShape="1">
          <a:blip r:embed="rId4">
            <a:alphaModFix/>
          </a:blip>
          <a:srcRect b="2997" l="0" r="0" t="0"/>
          <a:stretch/>
        </p:blipFill>
        <p:spPr>
          <a:xfrm>
            <a:off x="0" y="3609678"/>
            <a:ext cx="7087894" cy="153382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77af460fe8_0_98"/>
          <p:cNvSpPr txBox="1"/>
          <p:nvPr/>
        </p:nvSpPr>
        <p:spPr>
          <a:xfrm>
            <a:off x="2824800" y="517375"/>
            <a:ext cx="3494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Next up:</a:t>
            </a:r>
            <a:endParaRPr i="1"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93" name="Google Shape;193;g377af460fe8_0_98" title="Group 53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5863" y="2128001"/>
            <a:ext cx="4492274" cy="148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77af460fe8_0_98"/>
          <p:cNvSpPr txBox="1"/>
          <p:nvPr/>
        </p:nvSpPr>
        <p:spPr>
          <a:xfrm>
            <a:off x="2473788" y="1385375"/>
            <a:ext cx="4196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Practical Hybrid Cloud</a:t>
            </a:r>
            <a:endParaRPr b="1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with a cube and clouds&#10;&#10;AI-generated content may be incorrect." id="199" name="Google Shape;199;g377af460fe8_0_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8208" y="4060516"/>
            <a:ext cx="914283" cy="809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nk and white cartoon of a bridge&#10;&#10;AI-generated content may be incorrect." id="200" name="Google Shape;200;g377af460fe8_0_91"/>
          <p:cNvPicPr preferRelativeResize="0"/>
          <p:nvPr/>
        </p:nvPicPr>
        <p:blipFill rotWithShape="1">
          <a:blip r:embed="rId4">
            <a:alphaModFix/>
          </a:blip>
          <a:srcRect b="2997" l="0" r="0" t="0"/>
          <a:stretch/>
        </p:blipFill>
        <p:spPr>
          <a:xfrm>
            <a:off x="0" y="3609678"/>
            <a:ext cx="7087894" cy="153382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77af460fe8_0_91"/>
          <p:cNvSpPr txBox="1"/>
          <p:nvPr/>
        </p:nvSpPr>
        <p:spPr>
          <a:xfrm>
            <a:off x="1889100" y="1278200"/>
            <a:ext cx="536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>
                <a:solidFill>
                  <a:srgbClr val="303030"/>
                </a:solidFill>
                <a:latin typeface="Lexend Light"/>
                <a:ea typeface="Lexend Light"/>
                <a:cs typeface="Lexend Light"/>
                <a:sym typeface="Lexend Light"/>
              </a:rPr>
              <a:t>Help us get better for future events!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02" name="Google Shape;202;g377af460fe8_0_91" title="Feedback #1 meetu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6344" y="2012425"/>
            <a:ext cx="1751304" cy="1751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2025-07-30T09:21:52Z</dcterms:created>
  <dc:creator>Linda Ārende</dc:creator>
</cp:coreProperties>
</file>